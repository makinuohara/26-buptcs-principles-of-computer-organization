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 id="2147483651" r:id="rId2"/>
    <p:sldMasterId id="2147483699" r:id="rId3"/>
  </p:sldMasterIdLst>
  <p:notesMasterIdLst>
    <p:notesMasterId r:id="rId80"/>
  </p:notesMasterIdLst>
  <p:handoutMasterIdLst>
    <p:handoutMasterId r:id="rId81"/>
  </p:handoutMasterIdLst>
  <p:sldIdLst>
    <p:sldId id="497" r:id="rId4"/>
    <p:sldId id="670" r:id="rId5"/>
    <p:sldId id="573" r:id="rId6"/>
    <p:sldId id="574" r:id="rId7"/>
    <p:sldId id="671" r:id="rId8"/>
    <p:sldId id="576" r:id="rId9"/>
    <p:sldId id="577" r:id="rId10"/>
    <p:sldId id="578" r:id="rId11"/>
    <p:sldId id="579" r:id="rId12"/>
    <p:sldId id="580" r:id="rId13"/>
    <p:sldId id="589" r:id="rId14"/>
    <p:sldId id="590" r:id="rId15"/>
    <p:sldId id="591" r:id="rId16"/>
    <p:sldId id="592" r:id="rId17"/>
    <p:sldId id="593" r:id="rId18"/>
    <p:sldId id="581" r:id="rId19"/>
    <p:sldId id="594" r:id="rId20"/>
    <p:sldId id="595" r:id="rId21"/>
    <p:sldId id="596" r:id="rId22"/>
    <p:sldId id="672" r:id="rId23"/>
    <p:sldId id="582" r:id="rId24"/>
    <p:sldId id="598" r:id="rId25"/>
    <p:sldId id="599" r:id="rId26"/>
    <p:sldId id="600" r:id="rId27"/>
    <p:sldId id="601" r:id="rId28"/>
    <p:sldId id="602" r:id="rId29"/>
    <p:sldId id="603" r:id="rId30"/>
    <p:sldId id="673" r:id="rId31"/>
    <p:sldId id="605" r:id="rId32"/>
    <p:sldId id="665" r:id="rId33"/>
    <p:sldId id="666" r:id="rId34"/>
    <p:sldId id="663" r:id="rId35"/>
    <p:sldId id="667" r:id="rId36"/>
    <p:sldId id="664" r:id="rId37"/>
    <p:sldId id="669" r:id="rId38"/>
    <p:sldId id="668" r:id="rId39"/>
    <p:sldId id="585" r:id="rId40"/>
    <p:sldId id="606" r:id="rId41"/>
    <p:sldId id="607" r:id="rId42"/>
    <p:sldId id="608" r:id="rId43"/>
    <p:sldId id="609" r:id="rId44"/>
    <p:sldId id="610" r:id="rId45"/>
    <p:sldId id="612" r:id="rId46"/>
    <p:sldId id="611" r:id="rId47"/>
    <p:sldId id="613" r:id="rId48"/>
    <p:sldId id="614" r:id="rId49"/>
    <p:sldId id="615" r:id="rId50"/>
    <p:sldId id="616" r:id="rId51"/>
    <p:sldId id="617" r:id="rId52"/>
    <p:sldId id="618" r:id="rId53"/>
    <p:sldId id="619" r:id="rId54"/>
    <p:sldId id="620" r:id="rId55"/>
    <p:sldId id="622" r:id="rId56"/>
    <p:sldId id="658" r:id="rId57"/>
    <p:sldId id="659" r:id="rId58"/>
    <p:sldId id="660" r:id="rId59"/>
    <p:sldId id="661" r:id="rId60"/>
    <p:sldId id="627" r:id="rId61"/>
    <p:sldId id="628" r:id="rId62"/>
    <p:sldId id="629" r:id="rId63"/>
    <p:sldId id="674" r:id="rId64"/>
    <p:sldId id="635" r:id="rId65"/>
    <p:sldId id="636" r:id="rId66"/>
    <p:sldId id="637" r:id="rId67"/>
    <p:sldId id="638" r:id="rId68"/>
    <p:sldId id="640" r:id="rId69"/>
    <p:sldId id="641" r:id="rId70"/>
    <p:sldId id="649" r:id="rId71"/>
    <p:sldId id="632" r:id="rId72"/>
    <p:sldId id="634" r:id="rId73"/>
    <p:sldId id="642" r:id="rId74"/>
    <p:sldId id="646" r:id="rId75"/>
    <p:sldId id="652" r:id="rId76"/>
    <p:sldId id="653" r:id="rId77"/>
    <p:sldId id="648" r:id="rId78"/>
    <p:sldId id="651" r:id="rId79"/>
  </p:sldIdLst>
  <p:sldSz cx="9144000" cy="6858000" type="screen4x3"/>
  <p:notesSz cx="7104063" cy="10234613"/>
  <p:defaultTextStyle>
    <a:defPPr>
      <a:defRPr lang="en-US"/>
    </a:defPPr>
    <a:lvl1pPr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1pPr>
    <a:lvl2pPr marL="4572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2pPr>
    <a:lvl3pPr marL="9144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3pPr>
    <a:lvl4pPr marL="13716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4pPr>
    <a:lvl5pPr marL="18288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5pPr>
    <a:lvl6pPr marL="22860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6pPr>
    <a:lvl7pPr marL="27432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7pPr>
    <a:lvl8pPr marL="32004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8pPr>
    <a:lvl9pPr marL="36576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9pPr>
  </p:defaultTextStyle>
  <p:extLst>
    <p:ext uri="{EFAFB233-063F-42B5-8137-9DF3F51BA10A}">
      <p15:sldGuideLst xmlns:p15="http://schemas.microsoft.com/office/powerpoint/2012/main">
        <p15:guide id="1" orient="horz" pos="3648">
          <p15:clr>
            <a:srgbClr val="A4A3A4"/>
          </p15:clr>
        </p15:guide>
        <p15:guide id="2" pos="2784">
          <p15:clr>
            <a:srgbClr val="A4A3A4"/>
          </p15:clr>
        </p15:guide>
        <p15:guide id="3" pos="4128">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clrMru>
    <a:srgbClr val="00F7F7"/>
    <a:srgbClr val="000066"/>
    <a:srgbClr val="3333CC"/>
    <a:srgbClr val="0033CC"/>
    <a:srgbClr val="3333FF"/>
    <a:srgbClr val="3366FF"/>
    <a:srgbClr val="003399"/>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226" autoAdjust="0"/>
    <p:restoredTop sz="96574" autoAdjust="0"/>
  </p:normalViewPr>
  <p:slideViewPr>
    <p:cSldViewPr>
      <p:cViewPr varScale="1">
        <p:scale>
          <a:sx n="106" d="100"/>
          <a:sy n="106" d="100"/>
        </p:scale>
        <p:origin x="1878" y="108"/>
      </p:cViewPr>
      <p:guideLst>
        <p:guide orient="horz" pos="3648"/>
        <p:guide pos="2784"/>
        <p:guide pos="4128"/>
      </p:guideLst>
    </p:cSldViewPr>
  </p:slideViewPr>
  <p:notesTextViewPr>
    <p:cViewPr>
      <p:scale>
        <a:sx n="100" d="100"/>
        <a:sy n="100" d="100"/>
      </p:scale>
      <p:origin x="0" y="0"/>
    </p:cViewPr>
  </p:notesTextViewPr>
  <p:sorterViewPr>
    <p:cViewPr>
      <p:scale>
        <a:sx n="130" d="100"/>
        <a:sy n="130" d="100"/>
      </p:scale>
      <p:origin x="0" y="-18522"/>
    </p:cViewPr>
  </p:sorterViewPr>
  <p:notesViewPr>
    <p:cSldViewPr>
      <p:cViewPr varScale="1">
        <p:scale>
          <a:sx n="148" d="100"/>
          <a:sy n="148" d="100"/>
        </p:scale>
        <p:origin x="-1925" y="-77"/>
      </p:cViewPr>
      <p:guideLst>
        <p:guide orient="horz" pos="3224"/>
        <p:guide pos="223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theme" Target="theme/theme1.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handoutMaster" Target="handoutMasters/handoutMaster1.xml"/><Relationship Id="rId86" Type="http://schemas.microsoft.com/office/2016/11/relationships/changesInfo" Target="changesInfos/changesInfo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61" Type="http://schemas.openxmlformats.org/officeDocument/2006/relationships/slide" Target="slides/slide58.xml"/><Relationship Id="rId8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 frank" userId="f416cd28ba4d9309" providerId="LiveId" clId="{6B099AEA-AA17-4056-82EA-0A2EBB9276ED}"/>
    <pc:docChg chg="undo custSel addSld delSld modSld sldOrd modMainMaster">
      <pc:chgData name="zh frank" userId="f416cd28ba4d9309" providerId="LiveId" clId="{6B099AEA-AA17-4056-82EA-0A2EBB9276ED}" dt="2020-02-11T06:22:09.443" v="783" actId="255"/>
      <pc:docMkLst>
        <pc:docMk/>
      </pc:docMkLst>
      <pc:sldChg chg="modSp">
        <pc:chgData name="zh frank" userId="f416cd28ba4d9309" providerId="LiveId" clId="{6B099AEA-AA17-4056-82EA-0A2EBB9276ED}" dt="2020-02-11T04:23:47.807" v="22"/>
        <pc:sldMkLst>
          <pc:docMk/>
          <pc:sldMk cId="24876539" sldId="497"/>
        </pc:sldMkLst>
        <pc:spChg chg="mod">
          <ac:chgData name="zh frank" userId="f416cd28ba4d9309" providerId="LiveId" clId="{6B099AEA-AA17-4056-82EA-0A2EBB9276ED}" dt="2020-02-11T04:23:47.807" v="22"/>
          <ac:spMkLst>
            <pc:docMk/>
            <pc:sldMk cId="24876539" sldId="497"/>
            <ac:spMk id="3" creationId="{D1D9BE91-EFF0-4860-AA3F-CFA1A85EBDE0}"/>
          </ac:spMkLst>
        </pc:spChg>
      </pc:sldChg>
      <pc:sldChg chg="add">
        <pc:chgData name="zh frank" userId="f416cd28ba4d9309" providerId="LiveId" clId="{6B099AEA-AA17-4056-82EA-0A2EBB9276ED}" dt="2020-02-11T04:23:02.715" v="17"/>
        <pc:sldMkLst>
          <pc:docMk/>
          <pc:sldMk cId="0" sldId="573"/>
        </pc:sldMkLst>
      </pc:sldChg>
      <pc:sldChg chg="add">
        <pc:chgData name="zh frank" userId="f416cd28ba4d9309" providerId="LiveId" clId="{6B099AEA-AA17-4056-82EA-0A2EBB9276ED}" dt="2020-02-11T04:23:02.715" v="17"/>
        <pc:sldMkLst>
          <pc:docMk/>
          <pc:sldMk cId="0" sldId="574"/>
        </pc:sldMkLst>
      </pc:sldChg>
      <pc:sldChg chg="modSp add modAnim">
        <pc:chgData name="zh frank" userId="f416cd28ba4d9309" providerId="LiveId" clId="{6B099AEA-AA17-4056-82EA-0A2EBB9276ED}" dt="2020-02-11T04:27:53.674" v="64" actId="14100"/>
        <pc:sldMkLst>
          <pc:docMk/>
          <pc:sldMk cId="0" sldId="576"/>
        </pc:sldMkLst>
        <pc:spChg chg="mod">
          <ac:chgData name="zh frank" userId="f416cd28ba4d9309" providerId="LiveId" clId="{6B099AEA-AA17-4056-82EA-0A2EBB9276ED}" dt="2020-02-11T04:26:09.490" v="34" actId="2711"/>
          <ac:spMkLst>
            <pc:docMk/>
            <pc:sldMk cId="0" sldId="576"/>
            <ac:spMk id="26635" creationId="{EA64AB0B-3162-43D5-8A6D-F01DD6B832D1}"/>
          </ac:spMkLst>
        </pc:spChg>
        <pc:spChg chg="mod">
          <ac:chgData name="zh frank" userId="f416cd28ba4d9309" providerId="LiveId" clId="{6B099AEA-AA17-4056-82EA-0A2EBB9276ED}" dt="2020-02-11T04:27:53.674" v="64" actId="14100"/>
          <ac:spMkLst>
            <pc:docMk/>
            <pc:sldMk cId="0" sldId="576"/>
            <ac:spMk id="798722" creationId="{6A06713E-EBEE-4DB7-A365-2459F510C0C5}"/>
          </ac:spMkLst>
        </pc:spChg>
        <pc:spChg chg="mod">
          <ac:chgData name="zh frank" userId="f416cd28ba4d9309" providerId="LiveId" clId="{6B099AEA-AA17-4056-82EA-0A2EBB9276ED}" dt="2020-02-11T04:26:18.271" v="36" actId="20577"/>
          <ac:spMkLst>
            <pc:docMk/>
            <pc:sldMk cId="0" sldId="576"/>
            <ac:spMk id="798723" creationId="{313F773E-F773-4A04-AC44-BE862C2EA995}"/>
          </ac:spMkLst>
        </pc:spChg>
        <pc:spChg chg="mod">
          <ac:chgData name="zh frank" userId="f416cd28ba4d9309" providerId="LiveId" clId="{6B099AEA-AA17-4056-82EA-0A2EBB9276ED}" dt="2020-02-11T04:26:32.083" v="54" actId="20577"/>
          <ac:spMkLst>
            <pc:docMk/>
            <pc:sldMk cId="0" sldId="576"/>
            <ac:spMk id="798724" creationId="{75194CC2-C9A0-4BE5-8B44-32A018F9AA94}"/>
          </ac:spMkLst>
        </pc:spChg>
        <pc:spChg chg="mod">
          <ac:chgData name="zh frank" userId="f416cd28ba4d9309" providerId="LiveId" clId="{6B099AEA-AA17-4056-82EA-0A2EBB9276ED}" dt="2020-02-11T04:26:09.490" v="34" actId="2711"/>
          <ac:spMkLst>
            <pc:docMk/>
            <pc:sldMk cId="0" sldId="576"/>
            <ac:spMk id="798725" creationId="{CA87D799-EA56-4D0C-AD3A-75CF656D90A4}"/>
          </ac:spMkLst>
        </pc:spChg>
        <pc:spChg chg="mod">
          <ac:chgData name="zh frank" userId="f416cd28ba4d9309" providerId="LiveId" clId="{6B099AEA-AA17-4056-82EA-0A2EBB9276ED}" dt="2020-02-11T04:26:49.129" v="55" actId="1076"/>
          <ac:spMkLst>
            <pc:docMk/>
            <pc:sldMk cId="0" sldId="576"/>
            <ac:spMk id="798726" creationId="{3DB46D9C-2D58-446F-A4E9-D2C7D32AE66A}"/>
          </ac:spMkLst>
        </pc:spChg>
        <pc:spChg chg="mod">
          <ac:chgData name="zh frank" userId="f416cd28ba4d9309" providerId="LiveId" clId="{6B099AEA-AA17-4056-82EA-0A2EBB9276ED}" dt="2020-02-11T04:26:49.129" v="55" actId="1076"/>
          <ac:spMkLst>
            <pc:docMk/>
            <pc:sldMk cId="0" sldId="576"/>
            <ac:spMk id="798727" creationId="{F4DC8D82-245A-443D-958B-F1B7374419F4}"/>
          </ac:spMkLst>
        </pc:spChg>
        <pc:spChg chg="mod">
          <ac:chgData name="zh frank" userId="f416cd28ba4d9309" providerId="LiveId" clId="{6B099AEA-AA17-4056-82EA-0A2EBB9276ED}" dt="2020-02-11T04:26:53.691" v="56" actId="1076"/>
          <ac:spMkLst>
            <pc:docMk/>
            <pc:sldMk cId="0" sldId="576"/>
            <ac:spMk id="798728" creationId="{684F3C23-079F-4FC6-BA16-DD268DDC1541}"/>
          </ac:spMkLst>
        </pc:spChg>
        <pc:spChg chg="mod">
          <ac:chgData name="zh frank" userId="f416cd28ba4d9309" providerId="LiveId" clId="{6B099AEA-AA17-4056-82EA-0A2EBB9276ED}" dt="2020-02-11T04:27:41.768" v="63" actId="20577"/>
          <ac:spMkLst>
            <pc:docMk/>
            <pc:sldMk cId="0" sldId="576"/>
            <ac:spMk id="798729" creationId="{B5C600D4-1D3C-4FD8-9ACF-5F4438DA9627}"/>
          </ac:spMkLst>
        </pc:spChg>
        <pc:spChg chg="mod">
          <ac:chgData name="zh frank" userId="f416cd28ba4d9309" providerId="LiveId" clId="{6B099AEA-AA17-4056-82EA-0A2EBB9276ED}" dt="2020-02-11T04:25:37.053" v="30" actId="1076"/>
          <ac:spMkLst>
            <pc:docMk/>
            <pc:sldMk cId="0" sldId="576"/>
            <ac:spMk id="798731" creationId="{C88C1EA7-BED8-4A72-A9AA-96E7039F8794}"/>
          </ac:spMkLst>
        </pc:spChg>
      </pc:sldChg>
      <pc:sldChg chg="modSp add">
        <pc:chgData name="zh frank" userId="f416cd28ba4d9309" providerId="LiveId" clId="{6B099AEA-AA17-4056-82EA-0A2EBB9276ED}" dt="2020-02-11T04:28:09.751" v="65" actId="1076"/>
        <pc:sldMkLst>
          <pc:docMk/>
          <pc:sldMk cId="0" sldId="577"/>
        </pc:sldMkLst>
        <pc:spChg chg="mod">
          <ac:chgData name="zh frank" userId="f416cd28ba4d9309" providerId="LiveId" clId="{6B099AEA-AA17-4056-82EA-0A2EBB9276ED}" dt="2020-02-11T04:28:09.751" v="65" actId="1076"/>
          <ac:spMkLst>
            <pc:docMk/>
            <pc:sldMk cId="0" sldId="577"/>
            <ac:spMk id="28674" creationId="{B6520C03-2BFF-4448-9CA4-826CBB12C8AB}"/>
          </ac:spMkLst>
        </pc:spChg>
      </pc:sldChg>
      <pc:sldChg chg="modSp add">
        <pc:chgData name="zh frank" userId="f416cd28ba4d9309" providerId="LiveId" clId="{6B099AEA-AA17-4056-82EA-0A2EBB9276ED}" dt="2020-02-11T04:57:43.140" v="412" actId="20577"/>
        <pc:sldMkLst>
          <pc:docMk/>
          <pc:sldMk cId="0" sldId="578"/>
        </pc:sldMkLst>
        <pc:spChg chg="mod">
          <ac:chgData name="zh frank" userId="f416cd28ba4d9309" providerId="LiveId" clId="{6B099AEA-AA17-4056-82EA-0A2EBB9276ED}" dt="2020-02-11T04:54:09.911" v="365" actId="122"/>
          <ac:spMkLst>
            <pc:docMk/>
            <pc:sldMk cId="0" sldId="578"/>
            <ac:spMk id="30724" creationId="{34E9A5EB-71EE-4CE5-B94F-925C4FAB1743}"/>
          </ac:spMkLst>
        </pc:spChg>
        <pc:spChg chg="mod">
          <ac:chgData name="zh frank" userId="f416cd28ba4d9309" providerId="LiveId" clId="{6B099AEA-AA17-4056-82EA-0A2EBB9276ED}" dt="2020-02-11T04:46:46.033" v="89" actId="1037"/>
          <ac:spMkLst>
            <pc:docMk/>
            <pc:sldMk cId="0" sldId="578"/>
            <ac:spMk id="30725" creationId="{EE206332-0896-48BC-9BCB-D842D2D6F1C9}"/>
          </ac:spMkLst>
        </pc:spChg>
        <pc:spChg chg="mod">
          <ac:chgData name="zh frank" userId="f416cd28ba4d9309" providerId="LiveId" clId="{6B099AEA-AA17-4056-82EA-0A2EBB9276ED}" dt="2020-02-11T04:46:46.033" v="89" actId="1037"/>
          <ac:spMkLst>
            <pc:docMk/>
            <pc:sldMk cId="0" sldId="578"/>
            <ac:spMk id="30726" creationId="{75E5416D-9EE1-4426-8F75-F923F898CD6B}"/>
          </ac:spMkLst>
        </pc:spChg>
        <pc:spChg chg="mod">
          <ac:chgData name="zh frank" userId="f416cd28ba4d9309" providerId="LiveId" clId="{6B099AEA-AA17-4056-82EA-0A2EBB9276ED}" dt="2020-02-11T04:46:46.033" v="89" actId="1037"/>
          <ac:spMkLst>
            <pc:docMk/>
            <pc:sldMk cId="0" sldId="578"/>
            <ac:spMk id="30727" creationId="{6F66A2E5-4720-4A90-B0D4-9D365BBF0656}"/>
          </ac:spMkLst>
        </pc:spChg>
        <pc:spChg chg="mod">
          <ac:chgData name="zh frank" userId="f416cd28ba4d9309" providerId="LiveId" clId="{6B099AEA-AA17-4056-82EA-0A2EBB9276ED}" dt="2020-02-11T04:46:46.033" v="89" actId="1037"/>
          <ac:spMkLst>
            <pc:docMk/>
            <pc:sldMk cId="0" sldId="578"/>
            <ac:spMk id="30728" creationId="{42951292-2730-40A7-AFE1-F70320543BA5}"/>
          </ac:spMkLst>
        </pc:spChg>
        <pc:spChg chg="mod">
          <ac:chgData name="zh frank" userId="f416cd28ba4d9309" providerId="LiveId" clId="{6B099AEA-AA17-4056-82EA-0A2EBB9276ED}" dt="2020-02-11T04:57:43.140" v="412" actId="20577"/>
          <ac:spMkLst>
            <pc:docMk/>
            <pc:sldMk cId="0" sldId="578"/>
            <ac:spMk id="30729" creationId="{A23B2524-F41F-4B14-93BC-C9E26B46C1AA}"/>
          </ac:spMkLst>
        </pc:spChg>
        <pc:spChg chg="mod">
          <ac:chgData name="zh frank" userId="f416cd28ba4d9309" providerId="LiveId" clId="{6B099AEA-AA17-4056-82EA-0A2EBB9276ED}" dt="2020-02-11T04:46:46.033" v="89" actId="1037"/>
          <ac:spMkLst>
            <pc:docMk/>
            <pc:sldMk cId="0" sldId="578"/>
            <ac:spMk id="30730" creationId="{6DA32DF8-F6AD-426D-85BE-157F51EB2C2A}"/>
          </ac:spMkLst>
        </pc:spChg>
        <pc:spChg chg="mod">
          <ac:chgData name="zh frank" userId="f416cd28ba4d9309" providerId="LiveId" clId="{6B099AEA-AA17-4056-82EA-0A2EBB9276ED}" dt="2020-02-11T04:54:32.661" v="366" actId="2711"/>
          <ac:spMkLst>
            <pc:docMk/>
            <pc:sldMk cId="0" sldId="578"/>
            <ac:spMk id="30731" creationId="{7BDDB428-C39E-4FF7-97C3-07999D81BA07}"/>
          </ac:spMkLst>
        </pc:spChg>
        <pc:spChg chg="mod">
          <ac:chgData name="zh frank" userId="f416cd28ba4d9309" providerId="LiveId" clId="{6B099AEA-AA17-4056-82EA-0A2EBB9276ED}" dt="2020-02-11T04:46:46.033" v="89" actId="1037"/>
          <ac:spMkLst>
            <pc:docMk/>
            <pc:sldMk cId="0" sldId="578"/>
            <ac:spMk id="30732" creationId="{EFBF10EC-06EA-437B-94C5-BC0089D5F396}"/>
          </ac:spMkLst>
        </pc:spChg>
        <pc:spChg chg="mod">
          <ac:chgData name="zh frank" userId="f416cd28ba4d9309" providerId="LiveId" clId="{6B099AEA-AA17-4056-82EA-0A2EBB9276ED}" dt="2020-02-11T04:46:46.033" v="89" actId="1037"/>
          <ac:spMkLst>
            <pc:docMk/>
            <pc:sldMk cId="0" sldId="578"/>
            <ac:spMk id="30733" creationId="{86B64722-26F6-46FE-A1BF-68030CF35511}"/>
          </ac:spMkLst>
        </pc:spChg>
        <pc:spChg chg="mod">
          <ac:chgData name="zh frank" userId="f416cd28ba4d9309" providerId="LiveId" clId="{6B099AEA-AA17-4056-82EA-0A2EBB9276ED}" dt="2020-02-11T04:46:46.033" v="89" actId="1037"/>
          <ac:spMkLst>
            <pc:docMk/>
            <pc:sldMk cId="0" sldId="578"/>
            <ac:spMk id="30734" creationId="{85A7BE2F-CA84-4843-84F5-4D45FC5EA897}"/>
          </ac:spMkLst>
        </pc:spChg>
        <pc:spChg chg="mod">
          <ac:chgData name="zh frank" userId="f416cd28ba4d9309" providerId="LiveId" clId="{6B099AEA-AA17-4056-82EA-0A2EBB9276ED}" dt="2020-02-11T04:46:46.033" v="89" actId="1037"/>
          <ac:spMkLst>
            <pc:docMk/>
            <pc:sldMk cId="0" sldId="578"/>
            <ac:spMk id="30735" creationId="{647A4938-FF59-41E6-B744-80CBDDAEB466}"/>
          </ac:spMkLst>
        </pc:spChg>
        <pc:spChg chg="mod">
          <ac:chgData name="zh frank" userId="f416cd28ba4d9309" providerId="LiveId" clId="{6B099AEA-AA17-4056-82EA-0A2EBB9276ED}" dt="2020-02-11T04:46:46.033" v="89" actId="1037"/>
          <ac:spMkLst>
            <pc:docMk/>
            <pc:sldMk cId="0" sldId="578"/>
            <ac:spMk id="30736" creationId="{AC74DE34-12FC-49F0-A6E9-54A79C1BBE1F}"/>
          </ac:spMkLst>
        </pc:spChg>
        <pc:spChg chg="mod">
          <ac:chgData name="zh frank" userId="f416cd28ba4d9309" providerId="LiveId" clId="{6B099AEA-AA17-4056-82EA-0A2EBB9276ED}" dt="2020-02-11T04:46:46.033" v="89" actId="1037"/>
          <ac:spMkLst>
            <pc:docMk/>
            <pc:sldMk cId="0" sldId="578"/>
            <ac:spMk id="30737" creationId="{A685600B-6877-4909-B88E-67E2CEF0E415}"/>
          </ac:spMkLst>
        </pc:spChg>
        <pc:spChg chg="mod">
          <ac:chgData name="zh frank" userId="f416cd28ba4d9309" providerId="LiveId" clId="{6B099AEA-AA17-4056-82EA-0A2EBB9276ED}" dt="2020-02-11T04:46:46.033" v="89" actId="1037"/>
          <ac:spMkLst>
            <pc:docMk/>
            <pc:sldMk cId="0" sldId="578"/>
            <ac:spMk id="30738" creationId="{B53E5A26-80D9-40F1-95EB-4626BAE545EA}"/>
          </ac:spMkLst>
        </pc:spChg>
        <pc:spChg chg="mod">
          <ac:chgData name="zh frank" userId="f416cd28ba4d9309" providerId="LiveId" clId="{6B099AEA-AA17-4056-82EA-0A2EBB9276ED}" dt="2020-02-11T04:46:46.033" v="89" actId="1037"/>
          <ac:spMkLst>
            <pc:docMk/>
            <pc:sldMk cId="0" sldId="578"/>
            <ac:spMk id="30739" creationId="{1C15DCF5-EA78-4922-ADB6-D75B8E45DA2F}"/>
          </ac:spMkLst>
        </pc:spChg>
        <pc:spChg chg="mod">
          <ac:chgData name="zh frank" userId="f416cd28ba4d9309" providerId="LiveId" clId="{6B099AEA-AA17-4056-82EA-0A2EBB9276ED}" dt="2020-02-11T04:46:46.033" v="89" actId="1037"/>
          <ac:spMkLst>
            <pc:docMk/>
            <pc:sldMk cId="0" sldId="578"/>
            <ac:spMk id="30740" creationId="{28CCFA80-24B7-4B0A-BB4D-3A8C44EC4EDF}"/>
          </ac:spMkLst>
        </pc:spChg>
        <pc:spChg chg="mod">
          <ac:chgData name="zh frank" userId="f416cd28ba4d9309" providerId="LiveId" clId="{6B099AEA-AA17-4056-82EA-0A2EBB9276ED}" dt="2020-02-11T04:56:27.680" v="385" actId="1076"/>
          <ac:spMkLst>
            <pc:docMk/>
            <pc:sldMk cId="0" sldId="578"/>
            <ac:spMk id="30741" creationId="{15B13516-AD39-4B1B-BB11-87472B683AC8}"/>
          </ac:spMkLst>
        </pc:spChg>
        <pc:spChg chg="mod">
          <ac:chgData name="zh frank" userId="f416cd28ba4d9309" providerId="LiveId" clId="{6B099AEA-AA17-4056-82EA-0A2EBB9276ED}" dt="2020-02-11T04:52:17.598" v="355" actId="120"/>
          <ac:spMkLst>
            <pc:docMk/>
            <pc:sldMk cId="0" sldId="578"/>
            <ac:spMk id="30743" creationId="{0112AC0B-D8C5-42B4-A3C5-11951A286E7D}"/>
          </ac:spMkLst>
        </pc:spChg>
        <pc:spChg chg="mod">
          <ac:chgData name="zh frank" userId="f416cd28ba4d9309" providerId="LiveId" clId="{6B099AEA-AA17-4056-82EA-0A2EBB9276ED}" dt="2020-02-11T04:52:21.129" v="356" actId="120"/>
          <ac:spMkLst>
            <pc:docMk/>
            <pc:sldMk cId="0" sldId="578"/>
            <ac:spMk id="30744" creationId="{D5244F1C-2356-4C06-974B-6562C801204C}"/>
          </ac:spMkLst>
        </pc:spChg>
        <pc:spChg chg="mod">
          <ac:chgData name="zh frank" userId="f416cd28ba4d9309" providerId="LiveId" clId="{6B099AEA-AA17-4056-82EA-0A2EBB9276ED}" dt="2020-02-11T04:46:46.033" v="89" actId="1037"/>
          <ac:spMkLst>
            <pc:docMk/>
            <pc:sldMk cId="0" sldId="578"/>
            <ac:spMk id="30745" creationId="{049D9EEC-05F4-4EDE-BB35-816401360ECA}"/>
          </ac:spMkLst>
        </pc:spChg>
        <pc:spChg chg="mod">
          <ac:chgData name="zh frank" userId="f416cd28ba4d9309" providerId="LiveId" clId="{6B099AEA-AA17-4056-82EA-0A2EBB9276ED}" dt="2020-02-11T04:56:02.066" v="382" actId="2711"/>
          <ac:spMkLst>
            <pc:docMk/>
            <pc:sldMk cId="0" sldId="578"/>
            <ac:spMk id="30746" creationId="{09C6B665-6927-4608-8903-C60AF4F4AB34}"/>
          </ac:spMkLst>
        </pc:spChg>
        <pc:spChg chg="mod">
          <ac:chgData name="zh frank" userId="f416cd28ba4d9309" providerId="LiveId" clId="{6B099AEA-AA17-4056-82EA-0A2EBB9276ED}" dt="2020-02-11T04:46:46.033" v="89" actId="1037"/>
          <ac:spMkLst>
            <pc:docMk/>
            <pc:sldMk cId="0" sldId="578"/>
            <ac:spMk id="30747" creationId="{C9508A86-794F-4F3D-A993-25D5E0F9AF04}"/>
          </ac:spMkLst>
        </pc:spChg>
        <pc:spChg chg="mod">
          <ac:chgData name="zh frank" userId="f416cd28ba4d9309" providerId="LiveId" clId="{6B099AEA-AA17-4056-82EA-0A2EBB9276ED}" dt="2020-02-11T04:46:46.033" v="89" actId="1037"/>
          <ac:spMkLst>
            <pc:docMk/>
            <pc:sldMk cId="0" sldId="578"/>
            <ac:spMk id="30748" creationId="{D0897988-A3E1-4D5C-8186-2091F3DDD9FA}"/>
          </ac:spMkLst>
        </pc:spChg>
        <pc:spChg chg="mod">
          <ac:chgData name="zh frank" userId="f416cd28ba4d9309" providerId="LiveId" clId="{6B099AEA-AA17-4056-82EA-0A2EBB9276ED}" dt="2020-02-11T04:52:31.476" v="357" actId="120"/>
          <ac:spMkLst>
            <pc:docMk/>
            <pc:sldMk cId="0" sldId="578"/>
            <ac:spMk id="30749" creationId="{A06F9C8D-7CC7-400B-8961-B3515D5A4816}"/>
          </ac:spMkLst>
        </pc:spChg>
        <pc:spChg chg="mod">
          <ac:chgData name="zh frank" userId="f416cd28ba4d9309" providerId="LiveId" clId="{6B099AEA-AA17-4056-82EA-0A2EBB9276ED}" dt="2020-02-11T04:57:04.325" v="400" actId="120"/>
          <ac:spMkLst>
            <pc:docMk/>
            <pc:sldMk cId="0" sldId="578"/>
            <ac:spMk id="30750" creationId="{32A7B9F0-913B-4310-A912-B2B311C7BA1E}"/>
          </ac:spMkLst>
        </pc:spChg>
        <pc:spChg chg="mod">
          <ac:chgData name="zh frank" userId="f416cd28ba4d9309" providerId="LiveId" clId="{6B099AEA-AA17-4056-82EA-0A2EBB9276ED}" dt="2020-02-11T04:56:50.620" v="398" actId="20577"/>
          <ac:spMkLst>
            <pc:docMk/>
            <pc:sldMk cId="0" sldId="578"/>
            <ac:spMk id="802818" creationId="{3A5B6E0B-6DF9-4F4D-83B4-C80BB8965590}"/>
          </ac:spMkLst>
        </pc:spChg>
        <pc:spChg chg="mod">
          <ac:chgData name="zh frank" userId="f416cd28ba4d9309" providerId="LiveId" clId="{6B099AEA-AA17-4056-82EA-0A2EBB9276ED}" dt="2020-02-11T04:51:38.419" v="353" actId="20577"/>
          <ac:spMkLst>
            <pc:docMk/>
            <pc:sldMk cId="0" sldId="578"/>
            <ac:spMk id="802819" creationId="{EEF379E1-AB89-4029-B8FF-DD651C51D7EA}"/>
          </ac:spMkLst>
        </pc:spChg>
        <pc:spChg chg="mod">
          <ac:chgData name="zh frank" userId="f416cd28ba4d9309" providerId="LiveId" clId="{6B099AEA-AA17-4056-82EA-0A2EBB9276ED}" dt="2020-02-11T04:46:46.033" v="89" actId="1037"/>
          <ac:spMkLst>
            <pc:docMk/>
            <pc:sldMk cId="0" sldId="578"/>
            <ac:spMk id="802838" creationId="{968E2768-21FE-4F93-9F33-A0284FC89F05}"/>
          </ac:spMkLst>
        </pc:spChg>
      </pc:sldChg>
      <pc:sldChg chg="modSp add">
        <pc:chgData name="zh frank" userId="f416cd28ba4d9309" providerId="LiveId" clId="{6B099AEA-AA17-4056-82EA-0A2EBB9276ED}" dt="2020-02-11T05:00:11.883" v="430" actId="1076"/>
        <pc:sldMkLst>
          <pc:docMk/>
          <pc:sldMk cId="0" sldId="579"/>
        </pc:sldMkLst>
        <pc:spChg chg="mod">
          <ac:chgData name="zh frank" userId="f416cd28ba4d9309" providerId="LiveId" clId="{6B099AEA-AA17-4056-82EA-0A2EBB9276ED}" dt="2020-02-11T05:00:11.883" v="430" actId="1076"/>
          <ac:spMkLst>
            <pc:docMk/>
            <pc:sldMk cId="0" sldId="579"/>
            <ac:spMk id="32772" creationId="{AEE61AD6-93B5-482D-B252-3A4C82A808EB}"/>
          </ac:spMkLst>
        </pc:spChg>
        <pc:spChg chg="mod">
          <ac:chgData name="zh frank" userId="f416cd28ba4d9309" providerId="LiveId" clId="{6B099AEA-AA17-4056-82EA-0A2EBB9276ED}" dt="2020-02-11T04:58:21.523" v="417" actId="1076"/>
          <ac:spMkLst>
            <pc:docMk/>
            <pc:sldMk cId="0" sldId="579"/>
            <ac:spMk id="32796" creationId="{A2B8A40E-DF98-47D9-A797-DC0342FE32BE}"/>
          </ac:spMkLst>
        </pc:spChg>
        <pc:spChg chg="mod">
          <ac:chgData name="zh frank" userId="f416cd28ba4d9309" providerId="LiveId" clId="{6B099AEA-AA17-4056-82EA-0A2EBB9276ED}" dt="2020-02-11T04:58:31.485" v="418" actId="1076"/>
          <ac:spMkLst>
            <pc:docMk/>
            <pc:sldMk cId="0" sldId="579"/>
            <ac:spMk id="32799" creationId="{EA38F6E6-D6FC-47CB-8C7C-80D554E6389E}"/>
          </ac:spMkLst>
        </pc:spChg>
        <pc:spChg chg="mod">
          <ac:chgData name="zh frank" userId="f416cd28ba4d9309" providerId="LiveId" clId="{6B099AEA-AA17-4056-82EA-0A2EBB9276ED}" dt="2020-02-11T04:58:58.115" v="420" actId="1076"/>
          <ac:spMkLst>
            <pc:docMk/>
            <pc:sldMk cId="0" sldId="579"/>
            <ac:spMk id="32801" creationId="{DB2E854F-BA17-4FB5-BF8E-EED9AB44557F}"/>
          </ac:spMkLst>
        </pc:spChg>
        <pc:spChg chg="mod">
          <ac:chgData name="zh frank" userId="f416cd28ba4d9309" providerId="LiveId" clId="{6B099AEA-AA17-4056-82EA-0A2EBB9276ED}" dt="2020-02-11T04:59:04.211" v="421" actId="1076"/>
          <ac:spMkLst>
            <pc:docMk/>
            <pc:sldMk cId="0" sldId="579"/>
            <ac:spMk id="32803" creationId="{EB4A8C18-8080-4F56-AADB-A44702664A47}"/>
          </ac:spMkLst>
        </pc:spChg>
        <pc:spChg chg="mod">
          <ac:chgData name="zh frank" userId="f416cd28ba4d9309" providerId="LiveId" clId="{6B099AEA-AA17-4056-82EA-0A2EBB9276ED}" dt="2020-02-11T04:59:11.687" v="422" actId="1076"/>
          <ac:spMkLst>
            <pc:docMk/>
            <pc:sldMk cId="0" sldId="579"/>
            <ac:spMk id="32806" creationId="{BFFDE8B8-91FD-4BF1-B8C8-ED3464873618}"/>
          </ac:spMkLst>
        </pc:spChg>
        <pc:spChg chg="mod">
          <ac:chgData name="zh frank" userId="f416cd28ba4d9309" providerId="LiveId" clId="{6B099AEA-AA17-4056-82EA-0A2EBB9276ED}" dt="2020-02-11T04:59:19.164" v="423" actId="6549"/>
          <ac:spMkLst>
            <pc:docMk/>
            <pc:sldMk cId="0" sldId="579"/>
            <ac:spMk id="32810" creationId="{0385902E-276C-47EB-92C5-30A4B828B7C8}"/>
          </ac:spMkLst>
        </pc:spChg>
        <pc:spChg chg="mod">
          <ac:chgData name="zh frank" userId="f416cd28ba4d9309" providerId="LiveId" clId="{6B099AEA-AA17-4056-82EA-0A2EBB9276ED}" dt="2020-02-11T04:59:31.501" v="425" actId="1076"/>
          <ac:spMkLst>
            <pc:docMk/>
            <pc:sldMk cId="0" sldId="579"/>
            <ac:spMk id="32811" creationId="{2C1E9003-AD6B-47F2-8EF8-AAE26033FCB3}"/>
          </ac:spMkLst>
        </pc:spChg>
        <pc:spChg chg="mod">
          <ac:chgData name="zh frank" userId="f416cd28ba4d9309" providerId="LiveId" clId="{6B099AEA-AA17-4056-82EA-0A2EBB9276ED}" dt="2020-02-11T04:59:44.499" v="426" actId="2711"/>
          <ac:spMkLst>
            <pc:docMk/>
            <pc:sldMk cId="0" sldId="579"/>
            <ac:spMk id="804866" creationId="{FAA6BDC6-6B14-4464-8E23-6F5CB152C988}"/>
          </ac:spMkLst>
        </pc:spChg>
        <pc:grpChg chg="mod">
          <ac:chgData name="zh frank" userId="f416cd28ba4d9309" providerId="LiveId" clId="{6B099AEA-AA17-4056-82EA-0A2EBB9276ED}" dt="2020-02-11T04:59:26.385" v="424" actId="1076"/>
          <ac:grpSpMkLst>
            <pc:docMk/>
            <pc:sldMk cId="0" sldId="579"/>
            <ac:grpSpMk id="32771" creationId="{5CF2458A-DA5D-4397-BADE-6F33A50D89B3}"/>
          </ac:grpSpMkLst>
        </pc:grpChg>
      </pc:sldChg>
      <pc:sldChg chg="modSp add">
        <pc:chgData name="zh frank" userId="f416cd28ba4d9309" providerId="LiveId" clId="{6B099AEA-AA17-4056-82EA-0A2EBB9276ED}" dt="2020-02-11T05:00:40.446" v="433" actId="1076"/>
        <pc:sldMkLst>
          <pc:docMk/>
          <pc:sldMk cId="0" sldId="580"/>
        </pc:sldMkLst>
        <pc:spChg chg="mod">
          <ac:chgData name="zh frank" userId="f416cd28ba4d9309" providerId="LiveId" clId="{6B099AEA-AA17-4056-82EA-0A2EBB9276ED}" dt="2020-02-11T05:00:36.003" v="432" actId="14100"/>
          <ac:spMkLst>
            <pc:docMk/>
            <pc:sldMk cId="0" sldId="580"/>
            <ac:spMk id="806915" creationId="{9C3C7874-E884-44FC-AC9C-DF93FCE91913}"/>
          </ac:spMkLst>
        </pc:spChg>
        <pc:picChg chg="mod">
          <ac:chgData name="zh frank" userId="f416cd28ba4d9309" providerId="LiveId" clId="{6B099AEA-AA17-4056-82EA-0A2EBB9276ED}" dt="2020-02-11T05:00:40.446" v="433" actId="1076"/>
          <ac:picMkLst>
            <pc:docMk/>
            <pc:sldMk cId="0" sldId="580"/>
            <ac:picMk id="34819" creationId="{5B327BA4-BAAB-4478-87FB-61DB5D46ED17}"/>
          </ac:picMkLst>
        </pc:picChg>
      </pc:sldChg>
      <pc:sldChg chg="modSp add">
        <pc:chgData name="zh frank" userId="f416cd28ba4d9309" providerId="LiveId" clId="{6B099AEA-AA17-4056-82EA-0A2EBB9276ED}" dt="2020-02-11T05:04:11.281" v="455" actId="948"/>
        <pc:sldMkLst>
          <pc:docMk/>
          <pc:sldMk cId="0" sldId="581"/>
        </pc:sldMkLst>
        <pc:spChg chg="mod">
          <ac:chgData name="zh frank" userId="f416cd28ba4d9309" providerId="LiveId" clId="{6B099AEA-AA17-4056-82EA-0A2EBB9276ED}" dt="2020-02-11T05:04:11.281" v="455" actId="948"/>
          <ac:spMkLst>
            <pc:docMk/>
            <pc:sldMk cId="0" sldId="581"/>
            <ac:spMk id="43010" creationId="{46345B0E-1DA9-45FE-8227-FC3993102F37}"/>
          </ac:spMkLst>
        </pc:spChg>
      </pc:sldChg>
      <pc:sldChg chg="modSp add">
        <pc:chgData name="zh frank" userId="f416cd28ba4d9309" providerId="LiveId" clId="{6B099AEA-AA17-4056-82EA-0A2EBB9276ED}" dt="2020-02-11T05:11:53.787" v="489" actId="1076"/>
        <pc:sldMkLst>
          <pc:docMk/>
          <pc:sldMk cId="0" sldId="582"/>
        </pc:sldMkLst>
        <pc:spChg chg="mod">
          <ac:chgData name="zh frank" userId="f416cd28ba4d9309" providerId="LiveId" clId="{6B099AEA-AA17-4056-82EA-0A2EBB9276ED}" dt="2020-02-11T05:11:53.787" v="489" actId="1076"/>
          <ac:spMkLst>
            <pc:docMk/>
            <pc:sldMk cId="0" sldId="582"/>
            <ac:spMk id="49154" creationId="{D3FA009D-F8D7-4335-9B4A-C16D7D72BF72}"/>
          </ac:spMkLst>
        </pc:spChg>
      </pc:sldChg>
      <pc:sldChg chg="add">
        <pc:chgData name="zh frank" userId="f416cd28ba4d9309" providerId="LiveId" clId="{6B099AEA-AA17-4056-82EA-0A2EBB9276ED}" dt="2020-02-11T04:23:02.715" v="17"/>
        <pc:sldMkLst>
          <pc:docMk/>
          <pc:sldMk cId="0" sldId="585"/>
        </pc:sldMkLst>
      </pc:sldChg>
      <pc:sldChg chg="modSp add">
        <pc:chgData name="zh frank" userId="f416cd28ba4d9309" providerId="LiveId" clId="{6B099AEA-AA17-4056-82EA-0A2EBB9276ED}" dt="2020-02-11T05:06:31.673" v="456" actId="255"/>
        <pc:sldMkLst>
          <pc:docMk/>
          <pc:sldMk cId="0" sldId="589"/>
        </pc:sldMkLst>
        <pc:spChg chg="mod">
          <ac:chgData name="zh frank" userId="f416cd28ba4d9309" providerId="LiveId" clId="{6B099AEA-AA17-4056-82EA-0A2EBB9276ED}" dt="2020-02-11T05:06:31.673" v="456" actId="255"/>
          <ac:spMkLst>
            <pc:docMk/>
            <pc:sldMk cId="0" sldId="589"/>
            <ac:spMk id="821250" creationId="{FC34ACC3-1EA8-40A4-8C00-1B3E761F71EA}"/>
          </ac:spMkLst>
        </pc:spChg>
        <pc:spChg chg="mod">
          <ac:chgData name="zh frank" userId="f416cd28ba4d9309" providerId="LiveId" clId="{6B099AEA-AA17-4056-82EA-0A2EBB9276ED}" dt="2020-02-11T05:00:50.429" v="436" actId="1036"/>
          <ac:spMkLst>
            <pc:docMk/>
            <pc:sldMk cId="0" sldId="589"/>
            <ac:spMk id="821252" creationId="{E5CECF70-968C-40AA-970B-9301EA4D634B}"/>
          </ac:spMkLst>
        </pc:spChg>
        <pc:spChg chg="mod">
          <ac:chgData name="zh frank" userId="f416cd28ba4d9309" providerId="LiveId" clId="{6B099AEA-AA17-4056-82EA-0A2EBB9276ED}" dt="2020-02-11T05:00:50.429" v="436" actId="1036"/>
          <ac:spMkLst>
            <pc:docMk/>
            <pc:sldMk cId="0" sldId="589"/>
            <ac:spMk id="821253" creationId="{32C88064-91A1-467C-B818-D550240ABEAB}"/>
          </ac:spMkLst>
        </pc:spChg>
        <pc:picChg chg="mod">
          <ac:chgData name="zh frank" userId="f416cd28ba4d9309" providerId="LiveId" clId="{6B099AEA-AA17-4056-82EA-0A2EBB9276ED}" dt="2020-02-11T05:00:50.429" v="436" actId="1036"/>
          <ac:picMkLst>
            <pc:docMk/>
            <pc:sldMk cId="0" sldId="589"/>
            <ac:picMk id="36869" creationId="{A0EF9F03-B0E8-4CDC-A0F2-951D01384BE2}"/>
          </ac:picMkLst>
        </pc:picChg>
      </pc:sldChg>
      <pc:sldChg chg="modSp add">
        <pc:chgData name="zh frank" userId="f416cd28ba4d9309" providerId="LiveId" clId="{6B099AEA-AA17-4056-82EA-0A2EBB9276ED}" dt="2020-02-11T05:01:31.104" v="443" actId="1076"/>
        <pc:sldMkLst>
          <pc:docMk/>
          <pc:sldMk cId="0" sldId="590"/>
        </pc:sldMkLst>
        <pc:spChg chg="mod">
          <ac:chgData name="zh frank" userId="f416cd28ba4d9309" providerId="LiveId" clId="{6B099AEA-AA17-4056-82EA-0A2EBB9276ED}" dt="2020-02-11T05:01:31.104" v="443" actId="1076"/>
          <ac:spMkLst>
            <pc:docMk/>
            <pc:sldMk cId="0" sldId="590"/>
            <ac:spMk id="822274" creationId="{3831AF42-3EF3-4B7C-9791-8B3E3BF7FAC0}"/>
          </ac:spMkLst>
        </pc:spChg>
        <pc:picChg chg="mod">
          <ac:chgData name="zh frank" userId="f416cd28ba4d9309" providerId="LiveId" clId="{6B099AEA-AA17-4056-82EA-0A2EBB9276ED}" dt="2020-02-11T05:01:26.207" v="442" actId="1076"/>
          <ac:picMkLst>
            <pc:docMk/>
            <pc:sldMk cId="0" sldId="590"/>
            <ac:picMk id="37891" creationId="{98A54E9D-2DED-4AC6-AB47-6DA4CACFC63F}"/>
          </ac:picMkLst>
        </pc:picChg>
      </pc:sldChg>
      <pc:sldChg chg="modSp add">
        <pc:chgData name="zh frank" userId="f416cd28ba4d9309" providerId="LiveId" clId="{6B099AEA-AA17-4056-82EA-0A2EBB9276ED}" dt="2020-02-11T05:07:57.513" v="461" actId="207"/>
        <pc:sldMkLst>
          <pc:docMk/>
          <pc:sldMk cId="0" sldId="591"/>
        </pc:sldMkLst>
        <pc:spChg chg="mod">
          <ac:chgData name="zh frank" userId="f416cd28ba4d9309" providerId="LiveId" clId="{6B099AEA-AA17-4056-82EA-0A2EBB9276ED}" dt="2020-02-11T05:01:50.465" v="446" actId="1036"/>
          <ac:spMkLst>
            <pc:docMk/>
            <pc:sldMk cId="0" sldId="591"/>
            <ac:spMk id="38917" creationId="{303137B3-3028-4255-93C9-DC0C56FE0759}"/>
          </ac:spMkLst>
        </pc:spChg>
        <pc:spChg chg="mod">
          <ac:chgData name="zh frank" userId="f416cd28ba4d9309" providerId="LiveId" clId="{6B099AEA-AA17-4056-82EA-0A2EBB9276ED}" dt="2020-02-11T05:01:50.465" v="446" actId="1036"/>
          <ac:spMkLst>
            <pc:docMk/>
            <pc:sldMk cId="0" sldId="591"/>
            <ac:spMk id="38918" creationId="{964AA0F7-1CAC-499D-88CB-D357EAD2682F}"/>
          </ac:spMkLst>
        </pc:spChg>
        <pc:spChg chg="mod">
          <ac:chgData name="zh frank" userId="f416cd28ba4d9309" providerId="LiveId" clId="{6B099AEA-AA17-4056-82EA-0A2EBB9276ED}" dt="2020-02-11T05:01:50.465" v="446" actId="1036"/>
          <ac:spMkLst>
            <pc:docMk/>
            <pc:sldMk cId="0" sldId="591"/>
            <ac:spMk id="38919" creationId="{E5CDF6B7-6855-400F-8565-279FD52D21CF}"/>
          </ac:spMkLst>
        </pc:spChg>
        <pc:spChg chg="mod">
          <ac:chgData name="zh frank" userId="f416cd28ba4d9309" providerId="LiveId" clId="{6B099AEA-AA17-4056-82EA-0A2EBB9276ED}" dt="2020-02-11T05:03:11.892" v="452" actId="2711"/>
          <ac:spMkLst>
            <pc:docMk/>
            <pc:sldMk cId="0" sldId="591"/>
            <ac:spMk id="38920" creationId="{6AFE4037-A840-4EF8-8306-C9557B7D90A9}"/>
          </ac:spMkLst>
        </pc:spChg>
        <pc:spChg chg="mod">
          <ac:chgData name="zh frank" userId="f416cd28ba4d9309" providerId="LiveId" clId="{6B099AEA-AA17-4056-82EA-0A2EBB9276ED}" dt="2020-02-11T05:01:50.465" v="446" actId="1036"/>
          <ac:spMkLst>
            <pc:docMk/>
            <pc:sldMk cId="0" sldId="591"/>
            <ac:spMk id="38921" creationId="{5E4DFE57-12E4-47AD-9F45-98DAAE5936D1}"/>
          </ac:spMkLst>
        </pc:spChg>
        <pc:spChg chg="mod">
          <ac:chgData name="zh frank" userId="f416cd28ba4d9309" providerId="LiveId" clId="{6B099AEA-AA17-4056-82EA-0A2EBB9276ED}" dt="2020-02-11T05:01:50.465" v="446" actId="1036"/>
          <ac:spMkLst>
            <pc:docMk/>
            <pc:sldMk cId="0" sldId="591"/>
            <ac:spMk id="38922" creationId="{F7634E07-25F2-4A3E-83AA-3B577427E19C}"/>
          </ac:spMkLst>
        </pc:spChg>
        <pc:spChg chg="mod">
          <ac:chgData name="zh frank" userId="f416cd28ba4d9309" providerId="LiveId" clId="{6B099AEA-AA17-4056-82EA-0A2EBB9276ED}" dt="2020-02-11T05:01:50.465" v="446" actId="1036"/>
          <ac:spMkLst>
            <pc:docMk/>
            <pc:sldMk cId="0" sldId="591"/>
            <ac:spMk id="38923" creationId="{02866D70-1ABD-4D0D-B09D-EE8434B10643}"/>
          </ac:spMkLst>
        </pc:spChg>
        <pc:spChg chg="mod">
          <ac:chgData name="zh frank" userId="f416cd28ba4d9309" providerId="LiveId" clId="{6B099AEA-AA17-4056-82EA-0A2EBB9276ED}" dt="2020-02-11T05:01:50.465" v="446" actId="1036"/>
          <ac:spMkLst>
            <pc:docMk/>
            <pc:sldMk cId="0" sldId="591"/>
            <ac:spMk id="38924" creationId="{FAC400E4-5C4A-4993-95C0-A81D6CEF0C87}"/>
          </ac:spMkLst>
        </pc:spChg>
        <pc:spChg chg="mod">
          <ac:chgData name="zh frank" userId="f416cd28ba4d9309" providerId="LiveId" clId="{6B099AEA-AA17-4056-82EA-0A2EBB9276ED}" dt="2020-02-11T05:01:50.465" v="446" actId="1036"/>
          <ac:spMkLst>
            <pc:docMk/>
            <pc:sldMk cId="0" sldId="591"/>
            <ac:spMk id="38925" creationId="{26630BDD-7318-47BA-A8B7-1D17844ACAF2}"/>
          </ac:spMkLst>
        </pc:spChg>
        <pc:spChg chg="mod">
          <ac:chgData name="zh frank" userId="f416cd28ba4d9309" providerId="LiveId" clId="{6B099AEA-AA17-4056-82EA-0A2EBB9276ED}" dt="2020-02-11T05:01:50.465" v="446" actId="1036"/>
          <ac:spMkLst>
            <pc:docMk/>
            <pc:sldMk cId="0" sldId="591"/>
            <ac:spMk id="38927" creationId="{727591BF-580F-45AC-B8AF-FC34FDB92D8D}"/>
          </ac:spMkLst>
        </pc:spChg>
        <pc:spChg chg="mod">
          <ac:chgData name="zh frank" userId="f416cd28ba4d9309" providerId="LiveId" clId="{6B099AEA-AA17-4056-82EA-0A2EBB9276ED}" dt="2020-02-11T05:01:50.465" v="446" actId="1036"/>
          <ac:spMkLst>
            <pc:docMk/>
            <pc:sldMk cId="0" sldId="591"/>
            <ac:spMk id="38928" creationId="{52FA0FA8-8F23-4C50-B75C-87691913A42D}"/>
          </ac:spMkLst>
        </pc:spChg>
        <pc:spChg chg="mod">
          <ac:chgData name="zh frank" userId="f416cd28ba4d9309" providerId="LiveId" clId="{6B099AEA-AA17-4056-82EA-0A2EBB9276ED}" dt="2020-02-11T05:01:50.465" v="446" actId="1036"/>
          <ac:spMkLst>
            <pc:docMk/>
            <pc:sldMk cId="0" sldId="591"/>
            <ac:spMk id="38929" creationId="{5E770D4B-14A5-4209-8328-5E3BB736FFD2}"/>
          </ac:spMkLst>
        </pc:spChg>
        <pc:spChg chg="mod">
          <ac:chgData name="zh frank" userId="f416cd28ba4d9309" providerId="LiveId" clId="{6B099AEA-AA17-4056-82EA-0A2EBB9276ED}" dt="2020-02-11T05:01:50.465" v="446" actId="1036"/>
          <ac:spMkLst>
            <pc:docMk/>
            <pc:sldMk cId="0" sldId="591"/>
            <ac:spMk id="38930" creationId="{623E90BB-1777-447F-9890-FADAE7886867}"/>
          </ac:spMkLst>
        </pc:spChg>
        <pc:spChg chg="mod">
          <ac:chgData name="zh frank" userId="f416cd28ba4d9309" providerId="LiveId" clId="{6B099AEA-AA17-4056-82EA-0A2EBB9276ED}" dt="2020-02-11T05:01:50.465" v="446" actId="1036"/>
          <ac:spMkLst>
            <pc:docMk/>
            <pc:sldMk cId="0" sldId="591"/>
            <ac:spMk id="38931" creationId="{A9806520-42BC-492B-BFCA-4DBB5422D797}"/>
          </ac:spMkLst>
        </pc:spChg>
        <pc:spChg chg="mod">
          <ac:chgData name="zh frank" userId="f416cd28ba4d9309" providerId="LiveId" clId="{6B099AEA-AA17-4056-82EA-0A2EBB9276ED}" dt="2020-02-11T05:01:50.465" v="446" actId="1036"/>
          <ac:spMkLst>
            <pc:docMk/>
            <pc:sldMk cId="0" sldId="591"/>
            <ac:spMk id="38932" creationId="{10A21CDA-B98B-4542-A3D2-F92E20709308}"/>
          </ac:spMkLst>
        </pc:spChg>
        <pc:spChg chg="mod">
          <ac:chgData name="zh frank" userId="f416cd28ba4d9309" providerId="LiveId" clId="{6B099AEA-AA17-4056-82EA-0A2EBB9276ED}" dt="2020-02-11T05:01:50.465" v="446" actId="1036"/>
          <ac:spMkLst>
            <pc:docMk/>
            <pc:sldMk cId="0" sldId="591"/>
            <ac:spMk id="38933" creationId="{65668E86-E3FC-47D6-A20E-9CFFA78FDE3A}"/>
          </ac:spMkLst>
        </pc:spChg>
        <pc:spChg chg="mod">
          <ac:chgData name="zh frank" userId="f416cd28ba4d9309" providerId="LiveId" clId="{6B099AEA-AA17-4056-82EA-0A2EBB9276ED}" dt="2020-02-11T05:01:50.465" v="446" actId="1036"/>
          <ac:spMkLst>
            <pc:docMk/>
            <pc:sldMk cId="0" sldId="591"/>
            <ac:spMk id="38934" creationId="{DE0C6C4B-0ED9-42F0-8D6C-D42076569B3D}"/>
          </ac:spMkLst>
        </pc:spChg>
        <pc:spChg chg="mod">
          <ac:chgData name="zh frank" userId="f416cd28ba4d9309" providerId="LiveId" clId="{6B099AEA-AA17-4056-82EA-0A2EBB9276ED}" dt="2020-02-11T05:01:50.465" v="446" actId="1036"/>
          <ac:spMkLst>
            <pc:docMk/>
            <pc:sldMk cId="0" sldId="591"/>
            <ac:spMk id="38935" creationId="{B06B4C56-51A5-4711-BCF3-F0FBA57031D5}"/>
          </ac:spMkLst>
        </pc:spChg>
        <pc:spChg chg="mod">
          <ac:chgData name="zh frank" userId="f416cd28ba4d9309" providerId="LiveId" clId="{6B099AEA-AA17-4056-82EA-0A2EBB9276ED}" dt="2020-02-11T05:01:50.465" v="446" actId="1036"/>
          <ac:spMkLst>
            <pc:docMk/>
            <pc:sldMk cId="0" sldId="591"/>
            <ac:spMk id="38936" creationId="{5E3F853E-DC7F-4541-99F5-E116CE3E2DAC}"/>
          </ac:spMkLst>
        </pc:spChg>
        <pc:spChg chg="mod">
          <ac:chgData name="zh frank" userId="f416cd28ba4d9309" providerId="LiveId" clId="{6B099AEA-AA17-4056-82EA-0A2EBB9276ED}" dt="2020-02-11T05:01:50.465" v="446" actId="1036"/>
          <ac:spMkLst>
            <pc:docMk/>
            <pc:sldMk cId="0" sldId="591"/>
            <ac:spMk id="38937" creationId="{9FFFBD3E-E42E-4607-A603-B21B7F7A2FA9}"/>
          </ac:spMkLst>
        </pc:spChg>
        <pc:spChg chg="mod">
          <ac:chgData name="zh frank" userId="f416cd28ba4d9309" providerId="LiveId" clId="{6B099AEA-AA17-4056-82EA-0A2EBB9276ED}" dt="2020-02-11T05:01:50.465" v="446" actId="1036"/>
          <ac:spMkLst>
            <pc:docMk/>
            <pc:sldMk cId="0" sldId="591"/>
            <ac:spMk id="38938" creationId="{751334C8-3423-4AD5-92AB-BABDC08B18F4}"/>
          </ac:spMkLst>
        </pc:spChg>
        <pc:spChg chg="mod">
          <ac:chgData name="zh frank" userId="f416cd28ba4d9309" providerId="LiveId" clId="{6B099AEA-AA17-4056-82EA-0A2EBB9276ED}" dt="2020-02-11T05:01:50.465" v="446" actId="1036"/>
          <ac:spMkLst>
            <pc:docMk/>
            <pc:sldMk cId="0" sldId="591"/>
            <ac:spMk id="38939" creationId="{DA519152-01D8-4B40-A7CF-421284431F1C}"/>
          </ac:spMkLst>
        </pc:spChg>
        <pc:spChg chg="mod">
          <ac:chgData name="zh frank" userId="f416cd28ba4d9309" providerId="LiveId" clId="{6B099AEA-AA17-4056-82EA-0A2EBB9276ED}" dt="2020-02-11T05:01:39.834" v="444" actId="1076"/>
          <ac:spMkLst>
            <pc:docMk/>
            <pc:sldMk cId="0" sldId="591"/>
            <ac:spMk id="823298" creationId="{10B7FBC6-42CA-4241-92C0-CF745B1AA1EE}"/>
          </ac:spMkLst>
        </pc:spChg>
        <pc:spChg chg="mod">
          <ac:chgData name="zh frank" userId="f416cd28ba4d9309" providerId="LiveId" clId="{6B099AEA-AA17-4056-82EA-0A2EBB9276ED}" dt="2020-02-11T05:07:57.513" v="461" actId="207"/>
          <ac:spMkLst>
            <pc:docMk/>
            <pc:sldMk cId="0" sldId="591"/>
            <ac:spMk id="823301" creationId="{10929AB0-E062-4ED7-855D-038581FA4CDA}"/>
          </ac:spMkLst>
        </pc:spChg>
        <pc:spChg chg="mod">
          <ac:chgData name="zh frank" userId="f416cd28ba4d9309" providerId="LiveId" clId="{6B099AEA-AA17-4056-82EA-0A2EBB9276ED}" dt="2020-02-11T05:02:43.192" v="449" actId="2711"/>
          <ac:spMkLst>
            <pc:docMk/>
            <pc:sldMk cId="0" sldId="591"/>
            <ac:spMk id="823304" creationId="{75E7B6D6-2D39-4BD1-9964-82532200579B}"/>
          </ac:spMkLst>
        </pc:spChg>
        <pc:spChg chg="mod">
          <ac:chgData name="zh frank" userId="f416cd28ba4d9309" providerId="LiveId" clId="{6B099AEA-AA17-4056-82EA-0A2EBB9276ED}" dt="2020-02-11T05:02:37.444" v="448" actId="2711"/>
          <ac:spMkLst>
            <pc:docMk/>
            <pc:sldMk cId="0" sldId="591"/>
            <ac:spMk id="823305" creationId="{0DA7F69F-62DF-4B37-921E-F6BDA94BE627}"/>
          </ac:spMkLst>
        </pc:spChg>
        <pc:spChg chg="mod">
          <ac:chgData name="zh frank" userId="f416cd28ba4d9309" providerId="LiveId" clId="{6B099AEA-AA17-4056-82EA-0A2EBB9276ED}" dt="2020-02-11T05:02:30.432" v="447" actId="2711"/>
          <ac:spMkLst>
            <pc:docMk/>
            <pc:sldMk cId="0" sldId="591"/>
            <ac:spMk id="823306" creationId="{A9D2AC38-DFA1-4D95-AB68-B2E36EC5DD77}"/>
          </ac:spMkLst>
        </pc:spChg>
        <pc:spChg chg="mod">
          <ac:chgData name="zh frank" userId="f416cd28ba4d9309" providerId="LiveId" clId="{6B099AEA-AA17-4056-82EA-0A2EBB9276ED}" dt="2020-02-11T05:02:56.095" v="451" actId="2711"/>
          <ac:spMkLst>
            <pc:docMk/>
            <pc:sldMk cId="0" sldId="591"/>
            <ac:spMk id="823309" creationId="{390F2B38-0D99-4993-90B8-C938E1B67E0F}"/>
          </ac:spMkLst>
        </pc:spChg>
        <pc:spChg chg="mod">
          <ac:chgData name="zh frank" userId="f416cd28ba4d9309" providerId="LiveId" clId="{6B099AEA-AA17-4056-82EA-0A2EBB9276ED}" dt="2020-02-11T05:02:49.128" v="450" actId="2711"/>
          <ac:spMkLst>
            <pc:docMk/>
            <pc:sldMk cId="0" sldId="591"/>
            <ac:spMk id="823310" creationId="{16CA7027-3A3A-4EA2-9431-0F805E0D2698}"/>
          </ac:spMkLst>
        </pc:spChg>
        <pc:grpChg chg="mod">
          <ac:chgData name="zh frank" userId="f416cd28ba4d9309" providerId="LiveId" clId="{6B099AEA-AA17-4056-82EA-0A2EBB9276ED}" dt="2020-02-11T05:01:50.465" v="446" actId="1036"/>
          <ac:grpSpMkLst>
            <pc:docMk/>
            <pc:sldMk cId="0" sldId="591"/>
            <ac:grpSpMk id="38916" creationId="{ED91FD38-F218-4BB7-97DA-4C8F022B8D02}"/>
          </ac:grpSpMkLst>
        </pc:grpChg>
        <pc:picChg chg="mod">
          <ac:chgData name="zh frank" userId="f416cd28ba4d9309" providerId="LiveId" clId="{6B099AEA-AA17-4056-82EA-0A2EBB9276ED}" dt="2020-02-11T05:01:50.465" v="446" actId="1036"/>
          <ac:picMkLst>
            <pc:docMk/>
            <pc:sldMk cId="0" sldId="591"/>
            <ac:picMk id="38915" creationId="{555921D2-8F29-41A7-BB70-C32FFCEF7D17}"/>
          </ac:picMkLst>
        </pc:picChg>
        <pc:picChg chg="mod">
          <ac:chgData name="zh frank" userId="f416cd28ba4d9309" providerId="LiveId" clId="{6B099AEA-AA17-4056-82EA-0A2EBB9276ED}" dt="2020-02-11T05:01:50.465" v="446" actId="1036"/>
          <ac:picMkLst>
            <pc:docMk/>
            <pc:sldMk cId="0" sldId="591"/>
            <ac:picMk id="38926" creationId="{EA72337A-8C0E-4F20-91D6-C79A2653E09D}"/>
          </ac:picMkLst>
        </pc:picChg>
      </pc:sldChg>
      <pc:sldChg chg="modSp add">
        <pc:chgData name="zh frank" userId="f416cd28ba4d9309" providerId="LiveId" clId="{6B099AEA-AA17-4056-82EA-0A2EBB9276ED}" dt="2020-02-11T04:28:47.906" v="67" actId="255"/>
        <pc:sldMkLst>
          <pc:docMk/>
          <pc:sldMk cId="0" sldId="592"/>
        </pc:sldMkLst>
        <pc:spChg chg="mod">
          <ac:chgData name="zh frank" userId="f416cd28ba4d9309" providerId="LiveId" clId="{6B099AEA-AA17-4056-82EA-0A2EBB9276ED}" dt="2020-02-11T04:28:47.906" v="67" actId="255"/>
          <ac:spMkLst>
            <pc:docMk/>
            <pc:sldMk cId="0" sldId="592"/>
            <ac:spMk id="40962" creationId="{4C812E4A-2F83-4DB6-AFC0-94CF0D0B579F}"/>
          </ac:spMkLst>
        </pc:spChg>
      </pc:sldChg>
      <pc:sldChg chg="modSp add">
        <pc:chgData name="zh frank" userId="f416cd28ba4d9309" providerId="LiveId" clId="{6B099AEA-AA17-4056-82EA-0A2EBB9276ED}" dt="2020-02-11T05:03:28.146" v="453" actId="1076"/>
        <pc:sldMkLst>
          <pc:docMk/>
          <pc:sldMk cId="0" sldId="593"/>
        </pc:sldMkLst>
        <pc:picChg chg="mod">
          <ac:chgData name="zh frank" userId="f416cd28ba4d9309" providerId="LiveId" clId="{6B099AEA-AA17-4056-82EA-0A2EBB9276ED}" dt="2020-02-11T05:03:28.146" v="453" actId="1076"/>
          <ac:picMkLst>
            <pc:docMk/>
            <pc:sldMk cId="0" sldId="593"/>
            <ac:picMk id="41988" creationId="{492C70B3-299F-4D76-B723-943D9C3A5594}"/>
          </ac:picMkLst>
        </pc:picChg>
      </pc:sldChg>
      <pc:sldChg chg="modSp add">
        <pc:chgData name="zh frank" userId="f416cd28ba4d9309" providerId="LiveId" clId="{6B099AEA-AA17-4056-82EA-0A2EBB9276ED}" dt="2020-02-11T05:08:32.944" v="465" actId="1076"/>
        <pc:sldMkLst>
          <pc:docMk/>
          <pc:sldMk cId="0" sldId="594"/>
        </pc:sldMkLst>
        <pc:spChg chg="mod">
          <ac:chgData name="zh frank" userId="f416cd28ba4d9309" providerId="LiveId" clId="{6B099AEA-AA17-4056-82EA-0A2EBB9276ED}" dt="2020-02-11T05:08:27.274" v="464" actId="1036"/>
          <ac:spMkLst>
            <pc:docMk/>
            <pc:sldMk cId="0" sldId="594"/>
            <ac:spMk id="826371" creationId="{052CC824-8595-4578-A6A0-2987B05C5987}"/>
          </ac:spMkLst>
        </pc:spChg>
        <pc:picChg chg="mod">
          <ac:chgData name="zh frank" userId="f416cd28ba4d9309" providerId="LiveId" clId="{6B099AEA-AA17-4056-82EA-0A2EBB9276ED}" dt="2020-02-11T05:08:32.944" v="465" actId="1076"/>
          <ac:picMkLst>
            <pc:docMk/>
            <pc:sldMk cId="0" sldId="594"/>
            <ac:picMk id="826375" creationId="{B3AF12C1-78BA-4298-B773-5F1F2BB1A734}"/>
          </ac:picMkLst>
        </pc:picChg>
      </pc:sldChg>
      <pc:sldChg chg="modSp add">
        <pc:chgData name="zh frank" userId="f416cd28ba4d9309" providerId="LiveId" clId="{6B099AEA-AA17-4056-82EA-0A2EBB9276ED}" dt="2020-02-11T05:08:55.051" v="472" actId="1036"/>
        <pc:sldMkLst>
          <pc:docMk/>
          <pc:sldMk cId="0" sldId="595"/>
        </pc:sldMkLst>
        <pc:spChg chg="mod">
          <ac:chgData name="zh frank" userId="f416cd28ba4d9309" providerId="LiveId" clId="{6B099AEA-AA17-4056-82EA-0A2EBB9276ED}" dt="2020-02-11T05:08:55.051" v="472" actId="1036"/>
          <ac:spMkLst>
            <pc:docMk/>
            <pc:sldMk cId="0" sldId="595"/>
            <ac:spMk id="45058" creationId="{4B5C7C87-2972-4F16-BCCA-DCAC84965FB3}"/>
          </ac:spMkLst>
        </pc:spChg>
        <pc:picChg chg="mod">
          <ac:chgData name="zh frank" userId="f416cd28ba4d9309" providerId="LiveId" clId="{6B099AEA-AA17-4056-82EA-0A2EBB9276ED}" dt="2020-02-11T05:08:48.209" v="469" actId="1035"/>
          <ac:picMkLst>
            <pc:docMk/>
            <pc:sldMk cId="0" sldId="595"/>
            <ac:picMk id="45060" creationId="{7B3F459B-7878-4231-8435-75E17CE4B164}"/>
          </ac:picMkLst>
        </pc:picChg>
      </pc:sldChg>
      <pc:sldChg chg="modSp add">
        <pc:chgData name="zh frank" userId="f416cd28ba4d9309" providerId="LiveId" clId="{6B099AEA-AA17-4056-82EA-0A2EBB9276ED}" dt="2020-02-11T05:09:18.627" v="476" actId="1036"/>
        <pc:sldMkLst>
          <pc:docMk/>
          <pc:sldMk cId="0" sldId="596"/>
        </pc:sldMkLst>
        <pc:spChg chg="mod">
          <ac:chgData name="zh frank" userId="f416cd28ba4d9309" providerId="LiveId" clId="{6B099AEA-AA17-4056-82EA-0A2EBB9276ED}" dt="2020-02-11T05:09:18.627" v="476" actId="1036"/>
          <ac:spMkLst>
            <pc:docMk/>
            <pc:sldMk cId="0" sldId="596"/>
            <ac:spMk id="46082" creationId="{A132D5DD-F173-463C-8D1A-E5AC8E08384D}"/>
          </ac:spMkLst>
        </pc:spChg>
      </pc:sldChg>
      <pc:sldChg chg="modSp add">
        <pc:chgData name="zh frank" userId="f416cd28ba4d9309" providerId="LiveId" clId="{6B099AEA-AA17-4056-82EA-0A2EBB9276ED}" dt="2020-02-11T05:12:05.095" v="490" actId="1076"/>
        <pc:sldMkLst>
          <pc:docMk/>
          <pc:sldMk cId="0" sldId="598"/>
        </pc:sldMkLst>
        <pc:spChg chg="mod">
          <ac:chgData name="zh frank" userId="f416cd28ba4d9309" providerId="LiveId" clId="{6B099AEA-AA17-4056-82EA-0A2EBB9276ED}" dt="2020-02-11T05:12:05.095" v="490" actId="1076"/>
          <ac:spMkLst>
            <pc:docMk/>
            <pc:sldMk cId="0" sldId="598"/>
            <ac:spMk id="51204" creationId="{E538EB6E-5D8F-4BC9-8D55-F650C7A41DFD}"/>
          </ac:spMkLst>
        </pc:spChg>
      </pc:sldChg>
      <pc:sldChg chg="add">
        <pc:chgData name="zh frank" userId="f416cd28ba4d9309" providerId="LiveId" clId="{6B099AEA-AA17-4056-82EA-0A2EBB9276ED}" dt="2020-02-11T04:23:02.715" v="17"/>
        <pc:sldMkLst>
          <pc:docMk/>
          <pc:sldMk cId="0" sldId="599"/>
        </pc:sldMkLst>
      </pc:sldChg>
      <pc:sldChg chg="modSp add modTransition">
        <pc:chgData name="zh frank" userId="f416cd28ba4d9309" providerId="LiveId" clId="{6B099AEA-AA17-4056-82EA-0A2EBB9276ED}" dt="2020-02-11T05:16:35.024" v="573" actId="1076"/>
        <pc:sldMkLst>
          <pc:docMk/>
          <pc:sldMk cId="0" sldId="600"/>
        </pc:sldMkLst>
        <pc:spChg chg="mod">
          <ac:chgData name="zh frank" userId="f416cd28ba4d9309" providerId="LiveId" clId="{6B099AEA-AA17-4056-82EA-0A2EBB9276ED}" dt="2020-02-11T05:12:39.192" v="493" actId="1036"/>
          <ac:spMkLst>
            <pc:docMk/>
            <pc:sldMk cId="0" sldId="600"/>
            <ac:spMk id="2" creationId="{03279B72-F333-4C58-A6B2-0C7AB7D68C42}"/>
          </ac:spMkLst>
        </pc:spChg>
        <pc:spChg chg="mod">
          <ac:chgData name="zh frank" userId="f416cd28ba4d9309" providerId="LiveId" clId="{6B099AEA-AA17-4056-82EA-0A2EBB9276ED}" dt="2020-02-11T05:12:39.192" v="493" actId="1036"/>
          <ac:spMkLst>
            <pc:docMk/>
            <pc:sldMk cId="0" sldId="600"/>
            <ac:spMk id="29" creationId="{667619B3-A024-4CE2-B29F-7270A190DD96}"/>
          </ac:spMkLst>
        </pc:spChg>
        <pc:spChg chg="mod">
          <ac:chgData name="zh frank" userId="f416cd28ba4d9309" providerId="LiveId" clId="{6B099AEA-AA17-4056-82EA-0A2EBB9276ED}" dt="2020-02-11T05:12:39.192" v="493" actId="1036"/>
          <ac:spMkLst>
            <pc:docMk/>
            <pc:sldMk cId="0" sldId="600"/>
            <ac:spMk id="30" creationId="{A5AD1FCD-AF18-4AFE-B0C0-282F5ABE49F0}"/>
          </ac:spMkLst>
        </pc:spChg>
        <pc:spChg chg="mod">
          <ac:chgData name="zh frank" userId="f416cd28ba4d9309" providerId="LiveId" clId="{6B099AEA-AA17-4056-82EA-0A2EBB9276ED}" dt="2020-02-11T05:12:39.192" v="493" actId="1036"/>
          <ac:spMkLst>
            <pc:docMk/>
            <pc:sldMk cId="0" sldId="600"/>
            <ac:spMk id="31" creationId="{97089A09-7E67-47FD-ABCC-BA29CB1D5B0A}"/>
          </ac:spMkLst>
        </pc:spChg>
        <pc:spChg chg="mod">
          <ac:chgData name="zh frank" userId="f416cd28ba4d9309" providerId="LiveId" clId="{6B099AEA-AA17-4056-82EA-0A2EBB9276ED}" dt="2020-02-11T05:12:39.192" v="493" actId="1036"/>
          <ac:spMkLst>
            <pc:docMk/>
            <pc:sldMk cId="0" sldId="600"/>
            <ac:spMk id="32" creationId="{3EEF903D-B128-4AA0-B02D-B16903B4D137}"/>
          </ac:spMkLst>
        </pc:spChg>
        <pc:spChg chg="mod">
          <ac:chgData name="zh frank" userId="f416cd28ba4d9309" providerId="LiveId" clId="{6B099AEA-AA17-4056-82EA-0A2EBB9276ED}" dt="2020-02-11T05:12:39.192" v="493" actId="1036"/>
          <ac:spMkLst>
            <pc:docMk/>
            <pc:sldMk cId="0" sldId="600"/>
            <ac:spMk id="33" creationId="{DF7774EE-5886-4888-A240-F47475444369}"/>
          </ac:spMkLst>
        </pc:spChg>
        <pc:spChg chg="mod">
          <ac:chgData name="zh frank" userId="f416cd28ba4d9309" providerId="LiveId" clId="{6B099AEA-AA17-4056-82EA-0A2EBB9276ED}" dt="2020-02-11T05:16:17.291" v="572" actId="14100"/>
          <ac:spMkLst>
            <pc:docMk/>
            <pc:sldMk cId="0" sldId="600"/>
            <ac:spMk id="54274" creationId="{31F3428E-F721-4B61-A7EA-45875101521E}"/>
          </ac:spMkLst>
        </pc:spChg>
        <pc:spChg chg="mod">
          <ac:chgData name="zh frank" userId="f416cd28ba4d9309" providerId="LiveId" clId="{6B099AEA-AA17-4056-82EA-0A2EBB9276ED}" dt="2020-02-11T05:12:39.192" v="493" actId="1036"/>
          <ac:spMkLst>
            <pc:docMk/>
            <pc:sldMk cId="0" sldId="600"/>
            <ac:spMk id="54275" creationId="{ADB4BB64-387B-46F1-ABA0-43675A8F7039}"/>
          </ac:spMkLst>
        </pc:spChg>
        <pc:spChg chg="mod">
          <ac:chgData name="zh frank" userId="f416cd28ba4d9309" providerId="LiveId" clId="{6B099AEA-AA17-4056-82EA-0A2EBB9276ED}" dt="2020-02-11T05:12:39.192" v="493" actId="1036"/>
          <ac:spMkLst>
            <pc:docMk/>
            <pc:sldMk cId="0" sldId="600"/>
            <ac:spMk id="54276" creationId="{1C307FB1-EDFD-4FDF-BC3A-C1868DEB471F}"/>
          </ac:spMkLst>
        </pc:spChg>
        <pc:spChg chg="mod">
          <ac:chgData name="zh frank" userId="f416cd28ba4d9309" providerId="LiveId" clId="{6B099AEA-AA17-4056-82EA-0A2EBB9276ED}" dt="2020-02-11T05:12:39.192" v="493" actId="1036"/>
          <ac:spMkLst>
            <pc:docMk/>
            <pc:sldMk cId="0" sldId="600"/>
            <ac:spMk id="54277" creationId="{D56E26A9-5DA0-4AE5-91AC-3CA0EBA6D9F6}"/>
          </ac:spMkLst>
        </pc:spChg>
        <pc:spChg chg="mod">
          <ac:chgData name="zh frank" userId="f416cd28ba4d9309" providerId="LiveId" clId="{6B099AEA-AA17-4056-82EA-0A2EBB9276ED}" dt="2020-02-11T05:12:39.192" v="493" actId="1036"/>
          <ac:spMkLst>
            <pc:docMk/>
            <pc:sldMk cId="0" sldId="600"/>
            <ac:spMk id="54278" creationId="{9204C022-2A0D-4DAB-A969-E1B8C85F6369}"/>
          </ac:spMkLst>
        </pc:spChg>
        <pc:spChg chg="mod">
          <ac:chgData name="zh frank" userId="f416cd28ba4d9309" providerId="LiveId" clId="{6B099AEA-AA17-4056-82EA-0A2EBB9276ED}" dt="2020-02-11T05:12:39.192" v="493" actId="1036"/>
          <ac:spMkLst>
            <pc:docMk/>
            <pc:sldMk cId="0" sldId="600"/>
            <ac:spMk id="54279" creationId="{B88C0C31-49B4-4A9F-9806-2E6BBD8805C7}"/>
          </ac:spMkLst>
        </pc:spChg>
        <pc:spChg chg="mod">
          <ac:chgData name="zh frank" userId="f416cd28ba4d9309" providerId="LiveId" clId="{6B099AEA-AA17-4056-82EA-0A2EBB9276ED}" dt="2020-02-11T05:12:39.192" v="493" actId="1036"/>
          <ac:spMkLst>
            <pc:docMk/>
            <pc:sldMk cId="0" sldId="600"/>
            <ac:spMk id="54280" creationId="{03E69F8D-BCAE-4A6B-AB2F-646BED16CBD0}"/>
          </ac:spMkLst>
        </pc:spChg>
        <pc:spChg chg="mod">
          <ac:chgData name="zh frank" userId="f416cd28ba4d9309" providerId="LiveId" clId="{6B099AEA-AA17-4056-82EA-0A2EBB9276ED}" dt="2020-02-11T05:16:35.024" v="573" actId="1076"/>
          <ac:spMkLst>
            <pc:docMk/>
            <pc:sldMk cId="0" sldId="600"/>
            <ac:spMk id="54281" creationId="{59E5C0E5-E0E1-44ED-8761-F9AC45D283FF}"/>
          </ac:spMkLst>
        </pc:spChg>
        <pc:spChg chg="mod">
          <ac:chgData name="zh frank" userId="f416cd28ba4d9309" providerId="LiveId" clId="{6B099AEA-AA17-4056-82EA-0A2EBB9276ED}" dt="2020-02-11T05:12:39.192" v="493" actId="1036"/>
          <ac:spMkLst>
            <pc:docMk/>
            <pc:sldMk cId="0" sldId="600"/>
            <ac:spMk id="54282" creationId="{8CB9FF2E-8B5D-4207-9380-E6DC1BA3B50C}"/>
          </ac:spMkLst>
        </pc:spChg>
        <pc:spChg chg="mod">
          <ac:chgData name="zh frank" userId="f416cd28ba4d9309" providerId="LiveId" clId="{6B099AEA-AA17-4056-82EA-0A2EBB9276ED}" dt="2020-02-11T05:12:39.192" v="493" actId="1036"/>
          <ac:spMkLst>
            <pc:docMk/>
            <pc:sldMk cId="0" sldId="600"/>
            <ac:spMk id="54283" creationId="{11536AA3-8DDA-4BDB-827C-F650706B3731}"/>
          </ac:spMkLst>
        </pc:spChg>
        <pc:spChg chg="mod">
          <ac:chgData name="zh frank" userId="f416cd28ba4d9309" providerId="LiveId" clId="{6B099AEA-AA17-4056-82EA-0A2EBB9276ED}" dt="2020-02-11T05:12:39.192" v="493" actId="1036"/>
          <ac:spMkLst>
            <pc:docMk/>
            <pc:sldMk cId="0" sldId="600"/>
            <ac:spMk id="54284" creationId="{C54BA8FE-6056-405F-9629-07EF4DABF245}"/>
          </ac:spMkLst>
        </pc:spChg>
        <pc:spChg chg="mod">
          <ac:chgData name="zh frank" userId="f416cd28ba4d9309" providerId="LiveId" clId="{6B099AEA-AA17-4056-82EA-0A2EBB9276ED}" dt="2020-02-11T05:12:39.192" v="493" actId="1036"/>
          <ac:spMkLst>
            <pc:docMk/>
            <pc:sldMk cId="0" sldId="600"/>
            <ac:spMk id="54285" creationId="{E8F6D380-F14A-4383-B23D-58FB22DDEA91}"/>
          </ac:spMkLst>
        </pc:spChg>
        <pc:spChg chg="mod">
          <ac:chgData name="zh frank" userId="f416cd28ba4d9309" providerId="LiveId" clId="{6B099AEA-AA17-4056-82EA-0A2EBB9276ED}" dt="2020-02-11T05:12:39.192" v="493" actId="1036"/>
          <ac:spMkLst>
            <pc:docMk/>
            <pc:sldMk cId="0" sldId="600"/>
            <ac:spMk id="54286" creationId="{CC14BBA7-3EE6-477F-97AC-AFCB7982AB7A}"/>
          </ac:spMkLst>
        </pc:spChg>
        <pc:spChg chg="mod">
          <ac:chgData name="zh frank" userId="f416cd28ba4d9309" providerId="LiveId" clId="{6B099AEA-AA17-4056-82EA-0A2EBB9276ED}" dt="2020-02-11T05:12:39.192" v="493" actId="1036"/>
          <ac:spMkLst>
            <pc:docMk/>
            <pc:sldMk cId="0" sldId="600"/>
            <ac:spMk id="54287" creationId="{FD42DC4E-ED04-48B8-86AF-4FE4C85806CE}"/>
          </ac:spMkLst>
        </pc:spChg>
        <pc:spChg chg="mod">
          <ac:chgData name="zh frank" userId="f416cd28ba4d9309" providerId="LiveId" clId="{6B099AEA-AA17-4056-82EA-0A2EBB9276ED}" dt="2020-02-11T05:12:39.192" v="493" actId="1036"/>
          <ac:spMkLst>
            <pc:docMk/>
            <pc:sldMk cId="0" sldId="600"/>
            <ac:spMk id="54288" creationId="{F4FDB82C-CFEE-4A4A-937F-4A49E225BE05}"/>
          </ac:spMkLst>
        </pc:spChg>
        <pc:spChg chg="mod">
          <ac:chgData name="zh frank" userId="f416cd28ba4d9309" providerId="LiveId" clId="{6B099AEA-AA17-4056-82EA-0A2EBB9276ED}" dt="2020-02-11T05:12:39.192" v="493" actId="1036"/>
          <ac:spMkLst>
            <pc:docMk/>
            <pc:sldMk cId="0" sldId="600"/>
            <ac:spMk id="54289" creationId="{3D56BC8B-6419-4B2D-B21C-4094AEB5A60F}"/>
          </ac:spMkLst>
        </pc:spChg>
        <pc:spChg chg="mod">
          <ac:chgData name="zh frank" userId="f416cd28ba4d9309" providerId="LiveId" clId="{6B099AEA-AA17-4056-82EA-0A2EBB9276ED}" dt="2020-02-11T05:12:39.192" v="493" actId="1036"/>
          <ac:spMkLst>
            <pc:docMk/>
            <pc:sldMk cId="0" sldId="600"/>
            <ac:spMk id="54290" creationId="{5346DF38-4E62-4965-9F08-483F6992E715}"/>
          </ac:spMkLst>
        </pc:spChg>
        <pc:spChg chg="mod">
          <ac:chgData name="zh frank" userId="f416cd28ba4d9309" providerId="LiveId" clId="{6B099AEA-AA17-4056-82EA-0A2EBB9276ED}" dt="2020-02-11T05:13:21.468" v="498" actId="1076"/>
          <ac:spMkLst>
            <pc:docMk/>
            <pc:sldMk cId="0" sldId="600"/>
            <ac:spMk id="54291" creationId="{12B1441A-57EA-43EF-A817-93E4C4E1151A}"/>
          </ac:spMkLst>
        </pc:spChg>
        <pc:spChg chg="mod">
          <ac:chgData name="zh frank" userId="f416cd28ba4d9309" providerId="LiveId" clId="{6B099AEA-AA17-4056-82EA-0A2EBB9276ED}" dt="2020-02-11T05:13:24.558" v="499" actId="1076"/>
          <ac:spMkLst>
            <pc:docMk/>
            <pc:sldMk cId="0" sldId="600"/>
            <ac:spMk id="54292" creationId="{D62CAEE7-84D3-45ED-9666-A27743E36DE7}"/>
          </ac:spMkLst>
        </pc:spChg>
        <pc:spChg chg="mod">
          <ac:chgData name="zh frank" userId="f416cd28ba4d9309" providerId="LiveId" clId="{6B099AEA-AA17-4056-82EA-0A2EBB9276ED}" dt="2020-02-11T05:12:39.192" v="493" actId="1036"/>
          <ac:spMkLst>
            <pc:docMk/>
            <pc:sldMk cId="0" sldId="600"/>
            <ac:spMk id="54293" creationId="{4F8240CF-1343-41EE-91A8-96289A9D5D36}"/>
          </ac:spMkLst>
        </pc:spChg>
        <pc:spChg chg="mod">
          <ac:chgData name="zh frank" userId="f416cd28ba4d9309" providerId="LiveId" clId="{6B099AEA-AA17-4056-82EA-0A2EBB9276ED}" dt="2020-02-11T05:12:39.192" v="493" actId="1036"/>
          <ac:spMkLst>
            <pc:docMk/>
            <pc:sldMk cId="0" sldId="600"/>
            <ac:spMk id="54294" creationId="{FE37C3F2-2955-4611-A69F-1A5DB23CE973}"/>
          </ac:spMkLst>
        </pc:spChg>
        <pc:spChg chg="mod">
          <ac:chgData name="zh frank" userId="f416cd28ba4d9309" providerId="LiveId" clId="{6B099AEA-AA17-4056-82EA-0A2EBB9276ED}" dt="2020-02-11T05:12:39.192" v="493" actId="1036"/>
          <ac:spMkLst>
            <pc:docMk/>
            <pc:sldMk cId="0" sldId="600"/>
            <ac:spMk id="54295" creationId="{71959086-1034-47B9-B0B4-1AC778177433}"/>
          </ac:spMkLst>
        </pc:spChg>
        <pc:spChg chg="mod">
          <ac:chgData name="zh frank" userId="f416cd28ba4d9309" providerId="LiveId" clId="{6B099AEA-AA17-4056-82EA-0A2EBB9276ED}" dt="2020-02-11T05:12:39.192" v="493" actId="1036"/>
          <ac:spMkLst>
            <pc:docMk/>
            <pc:sldMk cId="0" sldId="600"/>
            <ac:spMk id="54296" creationId="{4643F669-B693-4872-8C31-0525ABC52CCA}"/>
          </ac:spMkLst>
        </pc:spChg>
        <pc:spChg chg="mod">
          <ac:chgData name="zh frank" userId="f416cd28ba4d9309" providerId="LiveId" clId="{6B099AEA-AA17-4056-82EA-0A2EBB9276ED}" dt="2020-02-11T05:12:39.192" v="493" actId="1036"/>
          <ac:spMkLst>
            <pc:docMk/>
            <pc:sldMk cId="0" sldId="600"/>
            <ac:spMk id="54297" creationId="{E0D6C339-D0DC-4419-88C8-E3E8CCFFAF5F}"/>
          </ac:spMkLst>
        </pc:spChg>
        <pc:spChg chg="mod">
          <ac:chgData name="zh frank" userId="f416cd28ba4d9309" providerId="LiveId" clId="{6B099AEA-AA17-4056-82EA-0A2EBB9276ED}" dt="2020-02-11T05:12:27.774" v="491" actId="1076"/>
          <ac:spMkLst>
            <pc:docMk/>
            <pc:sldMk cId="0" sldId="600"/>
            <ac:spMk id="54298" creationId="{B36F5649-5536-434B-A2CC-FC136FCE1E92}"/>
          </ac:spMkLst>
        </pc:spChg>
        <pc:spChg chg="mod">
          <ac:chgData name="zh frank" userId="f416cd28ba4d9309" providerId="LiveId" clId="{6B099AEA-AA17-4056-82EA-0A2EBB9276ED}" dt="2020-02-11T05:12:39.192" v="493" actId="1036"/>
          <ac:spMkLst>
            <pc:docMk/>
            <pc:sldMk cId="0" sldId="600"/>
            <ac:spMk id="54299" creationId="{C582B1EB-C174-4501-A7B8-318833D55E90}"/>
          </ac:spMkLst>
        </pc:spChg>
      </pc:sldChg>
      <pc:sldChg chg="modSp add">
        <pc:chgData name="zh frank" userId="f416cd28ba4d9309" providerId="LiveId" clId="{6B099AEA-AA17-4056-82EA-0A2EBB9276ED}" dt="2020-02-11T05:16:49.631" v="574" actId="255"/>
        <pc:sldMkLst>
          <pc:docMk/>
          <pc:sldMk cId="0" sldId="601"/>
        </pc:sldMkLst>
        <pc:spChg chg="mod">
          <ac:chgData name="zh frank" userId="f416cd28ba4d9309" providerId="LiveId" clId="{6B099AEA-AA17-4056-82EA-0A2EBB9276ED}" dt="2020-02-11T05:16:49.631" v="574" actId="255"/>
          <ac:spMkLst>
            <pc:docMk/>
            <pc:sldMk cId="0" sldId="601"/>
            <ac:spMk id="836610" creationId="{E7547DCC-F503-4256-868A-5726773042FE}"/>
          </ac:spMkLst>
        </pc:spChg>
      </pc:sldChg>
      <pc:sldChg chg="modSp add">
        <pc:chgData name="zh frank" userId="f416cd28ba4d9309" providerId="LiveId" clId="{6B099AEA-AA17-4056-82EA-0A2EBB9276ED}" dt="2020-02-11T05:18:16.588" v="581" actId="120"/>
        <pc:sldMkLst>
          <pc:docMk/>
          <pc:sldMk cId="0" sldId="602"/>
        </pc:sldMkLst>
        <pc:spChg chg="mod">
          <ac:chgData name="zh frank" userId="f416cd28ba4d9309" providerId="LiveId" clId="{6B099AEA-AA17-4056-82EA-0A2EBB9276ED}" dt="2020-02-11T05:18:16.588" v="581" actId="120"/>
          <ac:spMkLst>
            <pc:docMk/>
            <pc:sldMk cId="0" sldId="602"/>
            <ac:spMk id="12" creationId="{42AC4F97-368D-4A6C-AE85-EA2CBD575630}"/>
          </ac:spMkLst>
        </pc:spChg>
        <pc:spChg chg="mod">
          <ac:chgData name="zh frank" userId="f416cd28ba4d9309" providerId="LiveId" clId="{6B099AEA-AA17-4056-82EA-0A2EBB9276ED}" dt="2020-02-11T05:17:57.336" v="578" actId="2711"/>
          <ac:spMkLst>
            <pc:docMk/>
            <pc:sldMk cId="0" sldId="602"/>
            <ac:spMk id="58373" creationId="{F810DDE6-0536-4547-8E3A-B17B25DA56B4}"/>
          </ac:spMkLst>
        </pc:spChg>
        <pc:spChg chg="mod">
          <ac:chgData name="zh frank" userId="f416cd28ba4d9309" providerId="LiveId" clId="{6B099AEA-AA17-4056-82EA-0A2EBB9276ED}" dt="2020-02-11T05:17:35.945" v="576" actId="255"/>
          <ac:spMkLst>
            <pc:docMk/>
            <pc:sldMk cId="0" sldId="602"/>
            <ac:spMk id="58375" creationId="{0699ADB4-AA1A-4613-8C69-F6DCF91EAA70}"/>
          </ac:spMkLst>
        </pc:spChg>
        <pc:spChg chg="mod">
          <ac:chgData name="zh frank" userId="f416cd28ba4d9309" providerId="LiveId" clId="{6B099AEA-AA17-4056-82EA-0A2EBB9276ED}" dt="2020-02-11T05:18:06.992" v="580" actId="2711"/>
          <ac:spMkLst>
            <pc:docMk/>
            <pc:sldMk cId="0" sldId="602"/>
            <ac:spMk id="58380" creationId="{734E9A7F-A8C7-4174-B3C2-6F6F80CD2A9E}"/>
          </ac:spMkLst>
        </pc:spChg>
      </pc:sldChg>
      <pc:sldChg chg="add">
        <pc:chgData name="zh frank" userId="f416cd28ba4d9309" providerId="LiveId" clId="{6B099AEA-AA17-4056-82EA-0A2EBB9276ED}" dt="2020-02-11T04:23:02.715" v="17"/>
        <pc:sldMkLst>
          <pc:docMk/>
          <pc:sldMk cId="0" sldId="603"/>
        </pc:sldMkLst>
      </pc:sldChg>
      <pc:sldChg chg="add">
        <pc:chgData name="zh frank" userId="f416cd28ba4d9309" providerId="LiveId" clId="{6B099AEA-AA17-4056-82EA-0A2EBB9276ED}" dt="2020-02-11T04:23:02.715" v="17"/>
        <pc:sldMkLst>
          <pc:docMk/>
          <pc:sldMk cId="0" sldId="605"/>
        </pc:sldMkLst>
      </pc:sldChg>
      <pc:sldChg chg="modSp add">
        <pc:chgData name="zh frank" userId="f416cd28ba4d9309" providerId="LiveId" clId="{6B099AEA-AA17-4056-82EA-0A2EBB9276ED}" dt="2020-02-11T05:36:55.681" v="606" actId="692"/>
        <pc:sldMkLst>
          <pc:docMk/>
          <pc:sldMk cId="0" sldId="606"/>
        </pc:sldMkLst>
        <pc:spChg chg="mod">
          <ac:chgData name="zh frank" userId="f416cd28ba4d9309" providerId="LiveId" clId="{6B099AEA-AA17-4056-82EA-0A2EBB9276ED}" dt="2020-02-11T05:35:31.180" v="597" actId="1036"/>
          <ac:spMkLst>
            <pc:docMk/>
            <pc:sldMk cId="0" sldId="606"/>
            <ac:spMk id="73730" creationId="{37EB4A08-6450-4870-9C15-A5B0BE3C1DDC}"/>
          </ac:spMkLst>
        </pc:spChg>
        <pc:spChg chg="mod">
          <ac:chgData name="zh frank" userId="f416cd28ba4d9309" providerId="LiveId" clId="{6B099AEA-AA17-4056-82EA-0A2EBB9276ED}" dt="2020-02-11T05:36:55.681" v="606" actId="692"/>
          <ac:spMkLst>
            <pc:docMk/>
            <pc:sldMk cId="0" sldId="606"/>
            <ac:spMk id="73732" creationId="{3837F1CD-C19C-40A7-9ED9-B68200C3A6B0}"/>
          </ac:spMkLst>
        </pc:spChg>
      </pc:sldChg>
      <pc:sldChg chg="modSp add">
        <pc:chgData name="zh frank" userId="f416cd28ba4d9309" providerId="LiveId" clId="{6B099AEA-AA17-4056-82EA-0A2EBB9276ED}" dt="2020-02-11T05:37:37.564" v="617" actId="2085"/>
        <pc:sldMkLst>
          <pc:docMk/>
          <pc:sldMk cId="0" sldId="607"/>
        </pc:sldMkLst>
        <pc:spChg chg="mod">
          <ac:chgData name="zh frank" userId="f416cd28ba4d9309" providerId="LiveId" clId="{6B099AEA-AA17-4056-82EA-0A2EBB9276ED}" dt="2020-02-11T05:37:15.219" v="609" actId="1036"/>
          <ac:spMkLst>
            <pc:docMk/>
            <pc:sldMk cId="0" sldId="607"/>
            <ac:spMk id="74754" creationId="{06A294CF-6C0C-4B56-8B2B-1C7B5CA36841}"/>
          </ac:spMkLst>
        </pc:spChg>
        <pc:spChg chg="mod">
          <ac:chgData name="zh frank" userId="f416cd28ba4d9309" providerId="LiveId" clId="{6B099AEA-AA17-4056-82EA-0A2EBB9276ED}" dt="2020-02-11T05:37:37.564" v="617" actId="2085"/>
          <ac:spMkLst>
            <pc:docMk/>
            <pc:sldMk cId="0" sldId="607"/>
            <ac:spMk id="74756" creationId="{45C4CE70-7CB7-4D40-B3D6-4CD9EB08214A}"/>
          </ac:spMkLst>
        </pc:spChg>
        <pc:picChg chg="mod">
          <ac:chgData name="zh frank" userId="f416cd28ba4d9309" providerId="LiveId" clId="{6B099AEA-AA17-4056-82EA-0A2EBB9276ED}" dt="2020-02-11T05:37:27.102" v="616" actId="1036"/>
          <ac:picMkLst>
            <pc:docMk/>
            <pc:sldMk cId="0" sldId="607"/>
            <ac:picMk id="74757" creationId="{3FAD9BAA-2D95-4614-9D2D-75F89CFF8667}"/>
          </ac:picMkLst>
        </pc:picChg>
      </pc:sldChg>
      <pc:sldChg chg="modSp add">
        <pc:chgData name="zh frank" userId="f416cd28ba4d9309" providerId="LiveId" clId="{6B099AEA-AA17-4056-82EA-0A2EBB9276ED}" dt="2020-02-11T05:38:55.421" v="620" actId="1076"/>
        <pc:sldMkLst>
          <pc:docMk/>
          <pc:sldMk cId="0" sldId="608"/>
        </pc:sldMkLst>
        <pc:picChg chg="mod">
          <ac:chgData name="zh frank" userId="f416cd28ba4d9309" providerId="LiveId" clId="{6B099AEA-AA17-4056-82EA-0A2EBB9276ED}" dt="2020-02-11T05:38:55.421" v="620" actId="1076"/>
          <ac:picMkLst>
            <pc:docMk/>
            <pc:sldMk cId="0" sldId="608"/>
            <ac:picMk id="75777" creationId="{180177B6-FFE9-4D43-9AC0-8DF7B98EC540}"/>
          </ac:picMkLst>
        </pc:picChg>
      </pc:sldChg>
      <pc:sldChg chg="modSp add">
        <pc:chgData name="zh frank" userId="f416cd28ba4d9309" providerId="LiveId" clId="{6B099AEA-AA17-4056-82EA-0A2EBB9276ED}" dt="2020-02-11T06:06:41.397" v="671" actId="1076"/>
        <pc:sldMkLst>
          <pc:docMk/>
          <pc:sldMk cId="0" sldId="609"/>
        </pc:sldMkLst>
        <pc:spChg chg="mod">
          <ac:chgData name="zh frank" userId="f416cd28ba4d9309" providerId="LiveId" clId="{6B099AEA-AA17-4056-82EA-0A2EBB9276ED}" dt="2020-02-11T06:05:31.346" v="658" actId="20577"/>
          <ac:spMkLst>
            <pc:docMk/>
            <pc:sldMk cId="0" sldId="609"/>
            <ac:spMk id="76802" creationId="{19001543-9AA3-4C01-A6E3-82D6FD34315E}"/>
          </ac:spMkLst>
        </pc:spChg>
        <pc:spChg chg="mod">
          <ac:chgData name="zh frank" userId="f416cd28ba4d9309" providerId="LiveId" clId="{6B099AEA-AA17-4056-82EA-0A2EBB9276ED}" dt="2020-02-11T06:06:11.422" v="662" actId="1035"/>
          <ac:spMkLst>
            <pc:docMk/>
            <pc:sldMk cId="0" sldId="609"/>
            <ac:spMk id="76834" creationId="{23EDA768-1E59-4C6B-AA36-502EBF9D594E}"/>
          </ac:spMkLst>
        </pc:spChg>
        <pc:spChg chg="mod">
          <ac:chgData name="zh frank" userId="f416cd28ba4d9309" providerId="LiveId" clId="{6B099AEA-AA17-4056-82EA-0A2EBB9276ED}" dt="2020-02-11T06:06:11.422" v="662" actId="1035"/>
          <ac:spMkLst>
            <pc:docMk/>
            <pc:sldMk cId="0" sldId="609"/>
            <ac:spMk id="76835" creationId="{A34EE444-2059-4E60-9079-87AAB3EB1EF1}"/>
          </ac:spMkLst>
        </pc:spChg>
        <pc:spChg chg="mod">
          <ac:chgData name="zh frank" userId="f416cd28ba4d9309" providerId="LiveId" clId="{6B099AEA-AA17-4056-82EA-0A2EBB9276ED}" dt="2020-02-11T06:06:11.422" v="662" actId="1035"/>
          <ac:spMkLst>
            <pc:docMk/>
            <pc:sldMk cId="0" sldId="609"/>
            <ac:spMk id="76836" creationId="{DC6E2501-32F3-493B-821B-335D1FE6350C}"/>
          </ac:spMkLst>
        </pc:spChg>
        <pc:spChg chg="mod">
          <ac:chgData name="zh frank" userId="f416cd28ba4d9309" providerId="LiveId" clId="{6B099AEA-AA17-4056-82EA-0A2EBB9276ED}" dt="2020-02-11T06:06:11.422" v="662" actId="1035"/>
          <ac:spMkLst>
            <pc:docMk/>
            <pc:sldMk cId="0" sldId="609"/>
            <ac:spMk id="76837" creationId="{29BD6F0D-D0E1-46F2-96EE-25236042A997}"/>
          </ac:spMkLst>
        </pc:spChg>
        <pc:spChg chg="mod">
          <ac:chgData name="zh frank" userId="f416cd28ba4d9309" providerId="LiveId" clId="{6B099AEA-AA17-4056-82EA-0A2EBB9276ED}" dt="2020-02-11T06:06:11.422" v="662" actId="1035"/>
          <ac:spMkLst>
            <pc:docMk/>
            <pc:sldMk cId="0" sldId="609"/>
            <ac:spMk id="76838" creationId="{07A29CF0-6C54-4566-91D1-EAAC38BE8E69}"/>
          </ac:spMkLst>
        </pc:spChg>
        <pc:spChg chg="mod">
          <ac:chgData name="zh frank" userId="f416cd28ba4d9309" providerId="LiveId" clId="{6B099AEA-AA17-4056-82EA-0A2EBB9276ED}" dt="2020-02-11T06:06:11.422" v="662" actId="1035"/>
          <ac:spMkLst>
            <pc:docMk/>
            <pc:sldMk cId="0" sldId="609"/>
            <ac:spMk id="76839" creationId="{1E216106-B945-41F8-8F32-A53C9063FFD1}"/>
          </ac:spMkLst>
        </pc:spChg>
        <pc:spChg chg="mod">
          <ac:chgData name="zh frank" userId="f416cd28ba4d9309" providerId="LiveId" clId="{6B099AEA-AA17-4056-82EA-0A2EBB9276ED}" dt="2020-02-11T06:06:11.422" v="662" actId="1035"/>
          <ac:spMkLst>
            <pc:docMk/>
            <pc:sldMk cId="0" sldId="609"/>
            <ac:spMk id="76840" creationId="{27DEBA65-ABAF-4FA4-A6A2-938A2B1A7EFC}"/>
          </ac:spMkLst>
        </pc:spChg>
        <pc:spChg chg="mod">
          <ac:chgData name="zh frank" userId="f416cd28ba4d9309" providerId="LiveId" clId="{6B099AEA-AA17-4056-82EA-0A2EBB9276ED}" dt="2020-02-11T06:06:11.422" v="662" actId="1035"/>
          <ac:spMkLst>
            <pc:docMk/>
            <pc:sldMk cId="0" sldId="609"/>
            <ac:spMk id="76841" creationId="{9CCA2869-63E2-4EF0-A8D6-A2A71E69B277}"/>
          </ac:spMkLst>
        </pc:spChg>
        <pc:spChg chg="mod">
          <ac:chgData name="zh frank" userId="f416cd28ba4d9309" providerId="LiveId" clId="{6B099AEA-AA17-4056-82EA-0A2EBB9276ED}" dt="2020-02-11T06:06:41.397" v="671" actId="1076"/>
          <ac:spMkLst>
            <pc:docMk/>
            <pc:sldMk cId="0" sldId="609"/>
            <ac:spMk id="76842" creationId="{E436AA88-6FD2-4800-B68D-B02A4B43D117}"/>
          </ac:spMkLst>
        </pc:spChg>
        <pc:spChg chg="mod">
          <ac:chgData name="zh frank" userId="f416cd28ba4d9309" providerId="LiveId" clId="{6B099AEA-AA17-4056-82EA-0A2EBB9276ED}" dt="2020-02-11T06:06:11.422" v="662" actId="1035"/>
          <ac:spMkLst>
            <pc:docMk/>
            <pc:sldMk cId="0" sldId="609"/>
            <ac:spMk id="76843" creationId="{7E3753FC-601D-423B-BFCD-11B212E1EDE9}"/>
          </ac:spMkLst>
        </pc:spChg>
        <pc:spChg chg="mod">
          <ac:chgData name="zh frank" userId="f416cd28ba4d9309" providerId="LiveId" clId="{6B099AEA-AA17-4056-82EA-0A2EBB9276ED}" dt="2020-02-11T06:05:52.706" v="660" actId="1076"/>
          <ac:spMkLst>
            <pc:docMk/>
            <pc:sldMk cId="0" sldId="609"/>
            <ac:spMk id="76844" creationId="{57D87B1C-933C-4C8C-AC20-C36E1A1D6AD4}"/>
          </ac:spMkLst>
        </pc:spChg>
        <pc:spChg chg="mod">
          <ac:chgData name="zh frank" userId="f416cd28ba4d9309" providerId="LiveId" clId="{6B099AEA-AA17-4056-82EA-0A2EBB9276ED}" dt="2020-02-11T06:05:48.848" v="659" actId="1076"/>
          <ac:spMkLst>
            <pc:docMk/>
            <pc:sldMk cId="0" sldId="609"/>
            <ac:spMk id="76845" creationId="{44623AEB-436F-40E8-826E-016A13E211F9}"/>
          </ac:spMkLst>
        </pc:spChg>
        <pc:spChg chg="mod">
          <ac:chgData name="zh frank" userId="f416cd28ba4d9309" providerId="LiveId" clId="{6B099AEA-AA17-4056-82EA-0A2EBB9276ED}" dt="2020-02-11T06:06:27.155" v="666" actId="1036"/>
          <ac:spMkLst>
            <pc:docMk/>
            <pc:sldMk cId="0" sldId="609"/>
            <ac:spMk id="76846" creationId="{0BC420BD-C2E6-4EAD-8EF8-2AB05F80971A}"/>
          </ac:spMkLst>
        </pc:spChg>
        <pc:spChg chg="mod">
          <ac:chgData name="zh frank" userId="f416cd28ba4d9309" providerId="LiveId" clId="{6B099AEA-AA17-4056-82EA-0A2EBB9276ED}" dt="2020-02-11T06:06:27.155" v="666" actId="1036"/>
          <ac:spMkLst>
            <pc:docMk/>
            <pc:sldMk cId="0" sldId="609"/>
            <ac:spMk id="76847" creationId="{D835F691-14C0-43C0-9384-B7BC9CDC92BD}"/>
          </ac:spMkLst>
        </pc:spChg>
        <pc:spChg chg="mod">
          <ac:chgData name="zh frank" userId="f416cd28ba4d9309" providerId="LiveId" clId="{6B099AEA-AA17-4056-82EA-0A2EBB9276ED}" dt="2020-02-11T06:06:27.155" v="666" actId="1036"/>
          <ac:spMkLst>
            <pc:docMk/>
            <pc:sldMk cId="0" sldId="609"/>
            <ac:spMk id="76848" creationId="{816D746E-D8F9-4625-88D3-FC02DC40AC06}"/>
          </ac:spMkLst>
        </pc:spChg>
        <pc:spChg chg="mod">
          <ac:chgData name="zh frank" userId="f416cd28ba4d9309" providerId="LiveId" clId="{6B099AEA-AA17-4056-82EA-0A2EBB9276ED}" dt="2020-02-11T06:06:27.155" v="666" actId="1036"/>
          <ac:spMkLst>
            <pc:docMk/>
            <pc:sldMk cId="0" sldId="609"/>
            <ac:spMk id="76849" creationId="{A68ECFCC-1691-4380-AB47-1747B2F6E97A}"/>
          </ac:spMkLst>
        </pc:spChg>
        <pc:spChg chg="mod">
          <ac:chgData name="zh frank" userId="f416cd28ba4d9309" providerId="LiveId" clId="{6B099AEA-AA17-4056-82EA-0A2EBB9276ED}" dt="2020-02-11T06:06:27.155" v="666" actId="1036"/>
          <ac:spMkLst>
            <pc:docMk/>
            <pc:sldMk cId="0" sldId="609"/>
            <ac:spMk id="76850" creationId="{29D9BEAB-D1B9-441F-BDB6-035E175801AF}"/>
          </ac:spMkLst>
        </pc:spChg>
        <pc:spChg chg="mod">
          <ac:chgData name="zh frank" userId="f416cd28ba4d9309" providerId="LiveId" clId="{6B099AEA-AA17-4056-82EA-0A2EBB9276ED}" dt="2020-02-11T06:06:27.155" v="666" actId="1036"/>
          <ac:spMkLst>
            <pc:docMk/>
            <pc:sldMk cId="0" sldId="609"/>
            <ac:spMk id="76851" creationId="{99B50B0B-2849-4B0F-B81F-9A202018BEC8}"/>
          </ac:spMkLst>
        </pc:spChg>
        <pc:spChg chg="mod">
          <ac:chgData name="zh frank" userId="f416cd28ba4d9309" providerId="LiveId" clId="{6B099AEA-AA17-4056-82EA-0A2EBB9276ED}" dt="2020-02-11T06:06:27.155" v="666" actId="1036"/>
          <ac:spMkLst>
            <pc:docMk/>
            <pc:sldMk cId="0" sldId="609"/>
            <ac:spMk id="76852" creationId="{FE7AAE84-85C0-496D-ACA1-73B9CB755146}"/>
          </ac:spMkLst>
        </pc:spChg>
        <pc:spChg chg="mod">
          <ac:chgData name="zh frank" userId="f416cd28ba4d9309" providerId="LiveId" clId="{6B099AEA-AA17-4056-82EA-0A2EBB9276ED}" dt="2020-02-11T06:06:27.155" v="666" actId="1036"/>
          <ac:spMkLst>
            <pc:docMk/>
            <pc:sldMk cId="0" sldId="609"/>
            <ac:spMk id="76853" creationId="{12983E8D-8D48-4727-8CDD-7F8F230339E7}"/>
          </ac:spMkLst>
        </pc:spChg>
        <pc:spChg chg="mod">
          <ac:chgData name="zh frank" userId="f416cd28ba4d9309" providerId="LiveId" clId="{6B099AEA-AA17-4056-82EA-0A2EBB9276ED}" dt="2020-02-11T06:04:55.565" v="641" actId="1076"/>
          <ac:spMkLst>
            <pc:docMk/>
            <pc:sldMk cId="0" sldId="609"/>
            <ac:spMk id="76854" creationId="{0EE1D607-1A8C-4D69-9D33-B2295E97CBCE}"/>
          </ac:spMkLst>
        </pc:spChg>
        <pc:spChg chg="mod">
          <ac:chgData name="zh frank" userId="f416cd28ba4d9309" providerId="LiveId" clId="{6B099AEA-AA17-4056-82EA-0A2EBB9276ED}" dt="2020-02-11T06:04:55.565" v="641" actId="1076"/>
          <ac:spMkLst>
            <pc:docMk/>
            <pc:sldMk cId="0" sldId="609"/>
            <ac:spMk id="76855" creationId="{3106F349-BFDF-478D-8E28-15E12730834E}"/>
          </ac:spMkLst>
        </pc:spChg>
        <pc:spChg chg="mod">
          <ac:chgData name="zh frank" userId="f416cd28ba4d9309" providerId="LiveId" clId="{6B099AEA-AA17-4056-82EA-0A2EBB9276ED}" dt="2020-02-11T06:04:55.565" v="641" actId="1076"/>
          <ac:spMkLst>
            <pc:docMk/>
            <pc:sldMk cId="0" sldId="609"/>
            <ac:spMk id="76856" creationId="{79B490DF-5B83-44C0-8BE8-AB0615868FEE}"/>
          </ac:spMkLst>
        </pc:spChg>
        <pc:spChg chg="mod">
          <ac:chgData name="zh frank" userId="f416cd28ba4d9309" providerId="LiveId" clId="{6B099AEA-AA17-4056-82EA-0A2EBB9276ED}" dt="2020-02-11T06:05:03.169" v="642" actId="1076"/>
          <ac:spMkLst>
            <pc:docMk/>
            <pc:sldMk cId="0" sldId="609"/>
            <ac:spMk id="76857" creationId="{D1BA2BCE-1DDE-41A8-9133-65614A8351EF}"/>
          </ac:spMkLst>
        </pc:spChg>
        <pc:spChg chg="mod">
          <ac:chgData name="zh frank" userId="f416cd28ba4d9309" providerId="LiveId" clId="{6B099AEA-AA17-4056-82EA-0A2EBB9276ED}" dt="2020-02-11T06:04:23.507" v="639" actId="1035"/>
          <ac:spMkLst>
            <pc:docMk/>
            <pc:sldMk cId="0" sldId="609"/>
            <ac:spMk id="76858" creationId="{4782AEAE-2EFA-4408-9739-7A18EE5A6606}"/>
          </ac:spMkLst>
        </pc:spChg>
        <pc:spChg chg="mod">
          <ac:chgData name="zh frank" userId="f416cd28ba4d9309" providerId="LiveId" clId="{6B099AEA-AA17-4056-82EA-0A2EBB9276ED}" dt="2020-02-11T06:04:55.565" v="641" actId="1076"/>
          <ac:spMkLst>
            <pc:docMk/>
            <pc:sldMk cId="0" sldId="609"/>
            <ac:spMk id="76859" creationId="{46331FF3-68ED-4706-AAEB-419EA6C2B18B}"/>
          </ac:spMkLst>
        </pc:spChg>
        <pc:spChg chg="mod">
          <ac:chgData name="zh frank" userId="f416cd28ba4d9309" providerId="LiveId" clId="{6B099AEA-AA17-4056-82EA-0A2EBB9276ED}" dt="2020-02-11T06:04:55.565" v="641" actId="1076"/>
          <ac:spMkLst>
            <pc:docMk/>
            <pc:sldMk cId="0" sldId="609"/>
            <ac:spMk id="76860" creationId="{0DCBAF81-1BFA-4954-AF7F-0C1047B74AD8}"/>
          </ac:spMkLst>
        </pc:spChg>
        <pc:spChg chg="mod">
          <ac:chgData name="zh frank" userId="f416cd28ba4d9309" providerId="LiveId" clId="{6B099AEA-AA17-4056-82EA-0A2EBB9276ED}" dt="2020-02-11T06:04:55.565" v="641" actId="1076"/>
          <ac:spMkLst>
            <pc:docMk/>
            <pc:sldMk cId="0" sldId="609"/>
            <ac:spMk id="76861" creationId="{7F7C6ACF-59F3-4E4C-ADFE-B94A40BAF5FB}"/>
          </ac:spMkLst>
        </pc:spChg>
        <pc:spChg chg="mod">
          <ac:chgData name="zh frank" userId="f416cd28ba4d9309" providerId="LiveId" clId="{6B099AEA-AA17-4056-82EA-0A2EBB9276ED}" dt="2020-02-11T06:02:19.576" v="621" actId="1076"/>
          <ac:spMkLst>
            <pc:docMk/>
            <pc:sldMk cId="0" sldId="609"/>
            <ac:spMk id="845826" creationId="{DBB0617E-A671-43AF-B8F9-D4BF2F88EEE4}"/>
          </ac:spMkLst>
        </pc:spChg>
        <pc:graphicFrameChg chg="mod modGraphic">
          <ac:chgData name="zh frank" userId="f416cd28ba4d9309" providerId="LiveId" clId="{6B099AEA-AA17-4056-82EA-0A2EBB9276ED}" dt="2020-02-11T06:04:02.753" v="632" actId="1076"/>
          <ac:graphicFrameMkLst>
            <pc:docMk/>
            <pc:sldMk cId="0" sldId="609"/>
            <ac:graphicFrameMk id="845871" creationId="{D0A11B09-CD21-49C2-B8CA-D5195AE19D37}"/>
          </ac:graphicFrameMkLst>
        </pc:graphicFrameChg>
      </pc:sldChg>
      <pc:sldChg chg="modSp add">
        <pc:chgData name="zh frank" userId="f416cd28ba4d9309" providerId="LiveId" clId="{6B099AEA-AA17-4056-82EA-0A2EBB9276ED}" dt="2020-02-11T06:07:41.024" v="675" actId="1076"/>
        <pc:sldMkLst>
          <pc:docMk/>
          <pc:sldMk cId="0" sldId="610"/>
        </pc:sldMkLst>
        <pc:spChg chg="mod">
          <ac:chgData name="zh frank" userId="f416cd28ba4d9309" providerId="LiveId" clId="{6B099AEA-AA17-4056-82EA-0A2EBB9276ED}" dt="2020-02-11T06:07:36.331" v="674" actId="2085"/>
          <ac:spMkLst>
            <pc:docMk/>
            <pc:sldMk cId="0" sldId="610"/>
            <ac:spMk id="77835" creationId="{712500B1-2D43-4EE5-9CC3-B943B9DEF8A7}"/>
          </ac:spMkLst>
        </pc:spChg>
        <pc:spChg chg="mod">
          <ac:chgData name="zh frank" userId="f416cd28ba4d9309" providerId="LiveId" clId="{6B099AEA-AA17-4056-82EA-0A2EBB9276ED}" dt="2020-02-11T06:07:10.772" v="673" actId="14100"/>
          <ac:spMkLst>
            <pc:docMk/>
            <pc:sldMk cId="0" sldId="610"/>
            <ac:spMk id="847874" creationId="{D601BE10-2743-452F-9CF2-430F2FBF2A39}"/>
          </ac:spMkLst>
        </pc:spChg>
        <pc:picChg chg="mod">
          <ac:chgData name="zh frank" userId="f416cd28ba4d9309" providerId="LiveId" clId="{6B099AEA-AA17-4056-82EA-0A2EBB9276ED}" dt="2020-02-11T06:07:41.024" v="675" actId="1076"/>
          <ac:picMkLst>
            <pc:docMk/>
            <pc:sldMk cId="0" sldId="610"/>
            <ac:picMk id="77836" creationId="{390F7DC4-936D-4563-BB80-0DD63FBDA319}"/>
          </ac:picMkLst>
        </pc:picChg>
      </pc:sldChg>
      <pc:sldChg chg="modSp add">
        <pc:chgData name="zh frank" userId="f416cd28ba4d9309" providerId="LiveId" clId="{6B099AEA-AA17-4056-82EA-0A2EBB9276ED}" dt="2020-02-11T06:09:23.972" v="691" actId="692"/>
        <pc:sldMkLst>
          <pc:docMk/>
          <pc:sldMk cId="0" sldId="611"/>
        </pc:sldMkLst>
        <pc:spChg chg="mod">
          <ac:chgData name="zh frank" userId="f416cd28ba4d9309" providerId="LiveId" clId="{6B099AEA-AA17-4056-82EA-0A2EBB9276ED}" dt="2020-02-11T06:08:48.568" v="684" actId="1076"/>
          <ac:spMkLst>
            <pc:docMk/>
            <pc:sldMk cId="0" sldId="611"/>
            <ac:spMk id="80898" creationId="{90AD7C28-1B5D-40D6-B222-184B77CD147D}"/>
          </ac:spMkLst>
        </pc:spChg>
        <pc:spChg chg="mod">
          <ac:chgData name="zh frank" userId="f416cd28ba4d9309" providerId="LiveId" clId="{6B099AEA-AA17-4056-82EA-0A2EBB9276ED}" dt="2020-02-11T06:08:39.789" v="683" actId="2711"/>
          <ac:spMkLst>
            <pc:docMk/>
            <pc:sldMk cId="0" sldId="611"/>
            <ac:spMk id="80900" creationId="{44CA9604-EA26-45BF-837F-81CAB8E49DEA}"/>
          </ac:spMkLst>
        </pc:spChg>
        <pc:spChg chg="mod">
          <ac:chgData name="zh frank" userId="f416cd28ba4d9309" providerId="LiveId" clId="{6B099AEA-AA17-4056-82EA-0A2EBB9276ED}" dt="2020-02-11T06:09:23.972" v="691" actId="692"/>
          <ac:spMkLst>
            <pc:docMk/>
            <pc:sldMk cId="0" sldId="611"/>
            <ac:spMk id="80901" creationId="{C57CDEF5-DEC1-4FF5-A745-0BBF967F526B}"/>
          </ac:spMkLst>
        </pc:spChg>
      </pc:sldChg>
      <pc:sldChg chg="modSp add">
        <pc:chgData name="zh frank" userId="f416cd28ba4d9309" providerId="LiveId" clId="{6B099AEA-AA17-4056-82EA-0A2EBB9276ED}" dt="2020-02-11T06:08:14.551" v="680" actId="2711"/>
        <pc:sldMkLst>
          <pc:docMk/>
          <pc:sldMk cId="0" sldId="612"/>
        </pc:sldMkLst>
        <pc:spChg chg="mod">
          <ac:chgData name="zh frank" userId="f416cd28ba4d9309" providerId="LiveId" clId="{6B099AEA-AA17-4056-82EA-0A2EBB9276ED}" dt="2020-02-11T06:08:14.551" v="680" actId="2711"/>
          <ac:spMkLst>
            <pc:docMk/>
            <pc:sldMk cId="0" sldId="612"/>
            <ac:spMk id="850949" creationId="{EEF85BA6-72A8-4B94-BB67-900DD13A13F3}"/>
          </ac:spMkLst>
        </pc:spChg>
        <pc:spChg chg="mod">
          <ac:chgData name="zh frank" userId="f416cd28ba4d9309" providerId="LiveId" clId="{6B099AEA-AA17-4056-82EA-0A2EBB9276ED}" dt="2020-02-11T06:08:02.246" v="678" actId="692"/>
          <ac:spMkLst>
            <pc:docMk/>
            <pc:sldMk cId="0" sldId="612"/>
            <ac:spMk id="850950" creationId="{8FF691C9-3EDB-4B3B-9083-39A4097EA88F}"/>
          </ac:spMkLst>
        </pc:spChg>
      </pc:sldChg>
      <pc:sldChg chg="add">
        <pc:chgData name="zh frank" userId="f416cd28ba4d9309" providerId="LiveId" clId="{6B099AEA-AA17-4056-82EA-0A2EBB9276ED}" dt="2020-02-11T04:23:02.715" v="17"/>
        <pc:sldMkLst>
          <pc:docMk/>
          <pc:sldMk cId="0" sldId="613"/>
        </pc:sldMkLst>
      </pc:sldChg>
      <pc:sldChg chg="modSp add">
        <pc:chgData name="zh frank" userId="f416cd28ba4d9309" providerId="LiveId" clId="{6B099AEA-AA17-4056-82EA-0A2EBB9276ED}" dt="2020-02-11T06:09:38.379" v="692" actId="1076"/>
        <pc:sldMkLst>
          <pc:docMk/>
          <pc:sldMk cId="0" sldId="614"/>
        </pc:sldMkLst>
        <pc:picChg chg="mod">
          <ac:chgData name="zh frank" userId="f416cd28ba4d9309" providerId="LiveId" clId="{6B099AEA-AA17-4056-82EA-0A2EBB9276ED}" dt="2020-02-11T06:09:38.379" v="692" actId="1076"/>
          <ac:picMkLst>
            <pc:docMk/>
            <pc:sldMk cId="0" sldId="614"/>
            <ac:picMk id="83972" creationId="{EFBC0462-F112-4B6C-8CD2-5179101A7AAE}"/>
          </ac:picMkLst>
        </pc:picChg>
      </pc:sldChg>
      <pc:sldChg chg="add">
        <pc:chgData name="zh frank" userId="f416cd28ba4d9309" providerId="LiveId" clId="{6B099AEA-AA17-4056-82EA-0A2EBB9276ED}" dt="2020-02-11T04:23:02.715" v="17"/>
        <pc:sldMkLst>
          <pc:docMk/>
          <pc:sldMk cId="0" sldId="615"/>
        </pc:sldMkLst>
      </pc:sldChg>
      <pc:sldChg chg="modSp add">
        <pc:chgData name="zh frank" userId="f416cd28ba4d9309" providerId="LiveId" clId="{6B099AEA-AA17-4056-82EA-0A2EBB9276ED}" dt="2020-02-11T06:10:06.723" v="694" actId="207"/>
        <pc:sldMkLst>
          <pc:docMk/>
          <pc:sldMk cId="0" sldId="616"/>
        </pc:sldMkLst>
        <pc:spChg chg="mod">
          <ac:chgData name="zh frank" userId="f416cd28ba4d9309" providerId="LiveId" clId="{6B099AEA-AA17-4056-82EA-0A2EBB9276ED}" dt="2020-02-11T06:10:06.723" v="694" actId="207"/>
          <ac:spMkLst>
            <pc:docMk/>
            <pc:sldMk cId="0" sldId="616"/>
            <ac:spMk id="86020" creationId="{376B019D-AE2B-4C28-BEC0-2F4412A674F3}"/>
          </ac:spMkLst>
        </pc:spChg>
      </pc:sldChg>
      <pc:sldChg chg="add">
        <pc:chgData name="zh frank" userId="f416cd28ba4d9309" providerId="LiveId" clId="{6B099AEA-AA17-4056-82EA-0A2EBB9276ED}" dt="2020-02-11T04:23:02.715" v="17"/>
        <pc:sldMkLst>
          <pc:docMk/>
          <pc:sldMk cId="0" sldId="617"/>
        </pc:sldMkLst>
      </pc:sldChg>
      <pc:sldChg chg="modSp add">
        <pc:chgData name="zh frank" userId="f416cd28ba4d9309" providerId="LiveId" clId="{6B099AEA-AA17-4056-82EA-0A2EBB9276ED}" dt="2020-02-11T06:10:37.526" v="696" actId="2711"/>
        <pc:sldMkLst>
          <pc:docMk/>
          <pc:sldMk cId="0" sldId="618"/>
        </pc:sldMkLst>
        <pc:spChg chg="mod">
          <ac:chgData name="zh frank" userId="f416cd28ba4d9309" providerId="LiveId" clId="{6B099AEA-AA17-4056-82EA-0A2EBB9276ED}" dt="2020-02-11T06:10:37.526" v="696" actId="2711"/>
          <ac:spMkLst>
            <pc:docMk/>
            <pc:sldMk cId="0" sldId="618"/>
            <ac:spMk id="88066" creationId="{90C0CC9B-19CD-4F06-B0E2-00B5CADF55E3}"/>
          </ac:spMkLst>
        </pc:spChg>
      </pc:sldChg>
      <pc:sldChg chg="modSp add">
        <pc:chgData name="zh frank" userId="f416cd28ba4d9309" providerId="LiveId" clId="{6B099AEA-AA17-4056-82EA-0A2EBB9276ED}" dt="2020-02-11T06:10:48.674" v="698" actId="1076"/>
        <pc:sldMkLst>
          <pc:docMk/>
          <pc:sldMk cId="0" sldId="619"/>
        </pc:sldMkLst>
        <pc:picChg chg="mod">
          <ac:chgData name="zh frank" userId="f416cd28ba4d9309" providerId="LiveId" clId="{6B099AEA-AA17-4056-82EA-0A2EBB9276ED}" dt="2020-02-11T06:10:48.674" v="698" actId="1076"/>
          <ac:picMkLst>
            <pc:docMk/>
            <pc:sldMk cId="0" sldId="619"/>
            <ac:picMk id="89092" creationId="{4E14DA24-298B-4976-B3F6-D4119ED2DEB7}"/>
          </ac:picMkLst>
        </pc:picChg>
      </pc:sldChg>
      <pc:sldChg chg="modSp add">
        <pc:chgData name="zh frank" userId="f416cd28ba4d9309" providerId="LiveId" clId="{6B099AEA-AA17-4056-82EA-0A2EBB9276ED}" dt="2020-02-11T06:11:38.181" v="712" actId="1035"/>
        <pc:sldMkLst>
          <pc:docMk/>
          <pc:sldMk cId="0" sldId="620"/>
        </pc:sldMkLst>
        <pc:spChg chg="mod">
          <ac:chgData name="zh frank" userId="f416cd28ba4d9309" providerId="LiveId" clId="{6B099AEA-AA17-4056-82EA-0A2EBB9276ED}" dt="2020-02-11T06:11:18.416" v="700" actId="255"/>
          <ac:spMkLst>
            <pc:docMk/>
            <pc:sldMk cId="0" sldId="620"/>
            <ac:spMk id="90114" creationId="{A2065F88-2F6A-455F-9E74-97622F795941}"/>
          </ac:spMkLst>
        </pc:spChg>
        <pc:spChg chg="mod">
          <ac:chgData name="zh frank" userId="f416cd28ba4d9309" providerId="LiveId" clId="{6B099AEA-AA17-4056-82EA-0A2EBB9276ED}" dt="2020-02-11T06:11:38.181" v="712" actId="1035"/>
          <ac:spMkLst>
            <pc:docMk/>
            <pc:sldMk cId="0" sldId="620"/>
            <ac:spMk id="90116" creationId="{4A61F071-B4FA-48C1-B27D-0705F101A9DF}"/>
          </ac:spMkLst>
        </pc:spChg>
        <pc:spChg chg="mod">
          <ac:chgData name="zh frank" userId="f416cd28ba4d9309" providerId="LiveId" clId="{6B099AEA-AA17-4056-82EA-0A2EBB9276ED}" dt="2020-02-11T06:11:38.181" v="712" actId="1035"/>
          <ac:spMkLst>
            <pc:docMk/>
            <pc:sldMk cId="0" sldId="620"/>
            <ac:spMk id="90118" creationId="{56BC5132-126D-4518-B2AD-1ED3FDF19CBB}"/>
          </ac:spMkLst>
        </pc:spChg>
        <pc:spChg chg="mod">
          <ac:chgData name="zh frank" userId="f416cd28ba4d9309" providerId="LiveId" clId="{6B099AEA-AA17-4056-82EA-0A2EBB9276ED}" dt="2020-02-11T06:11:38.181" v="712" actId="1035"/>
          <ac:spMkLst>
            <pc:docMk/>
            <pc:sldMk cId="0" sldId="620"/>
            <ac:spMk id="90119" creationId="{9BE53732-7587-4A24-9899-E5DC45381BFA}"/>
          </ac:spMkLst>
        </pc:spChg>
        <pc:spChg chg="mod">
          <ac:chgData name="zh frank" userId="f416cd28ba4d9309" providerId="LiveId" clId="{6B099AEA-AA17-4056-82EA-0A2EBB9276ED}" dt="2020-02-11T06:11:10.487" v="699" actId="255"/>
          <ac:spMkLst>
            <pc:docMk/>
            <pc:sldMk cId="0" sldId="620"/>
            <ac:spMk id="859138" creationId="{C634B529-A553-40B0-B2BF-28EA5EC9B1DD}"/>
          </ac:spMkLst>
        </pc:spChg>
        <pc:picChg chg="mod">
          <ac:chgData name="zh frank" userId="f416cd28ba4d9309" providerId="LiveId" clId="{6B099AEA-AA17-4056-82EA-0A2EBB9276ED}" dt="2020-02-11T06:11:38.181" v="712" actId="1035"/>
          <ac:picMkLst>
            <pc:docMk/>
            <pc:sldMk cId="0" sldId="620"/>
            <ac:picMk id="90117" creationId="{469390FE-25A4-4845-9BB1-AEA9A4F118C7}"/>
          </ac:picMkLst>
        </pc:picChg>
        <pc:cxnChg chg="mod">
          <ac:chgData name="zh frank" userId="f416cd28ba4d9309" providerId="LiveId" clId="{6B099AEA-AA17-4056-82EA-0A2EBB9276ED}" dt="2020-02-11T06:11:38.181" v="712" actId="1035"/>
          <ac:cxnSpMkLst>
            <pc:docMk/>
            <pc:sldMk cId="0" sldId="620"/>
            <ac:cxnSpMk id="90120" creationId="{ABB6A912-EC1D-4520-8D3D-C2B492FB39E7}"/>
          </ac:cxnSpMkLst>
        </pc:cxnChg>
      </pc:sldChg>
      <pc:sldChg chg="modSp add">
        <pc:chgData name="zh frank" userId="f416cd28ba4d9309" providerId="LiveId" clId="{6B099AEA-AA17-4056-82EA-0A2EBB9276ED}" dt="2020-02-11T06:13:14.702" v="726" actId="1076"/>
        <pc:sldMkLst>
          <pc:docMk/>
          <pc:sldMk cId="0" sldId="622"/>
        </pc:sldMkLst>
        <pc:spChg chg="mod">
          <ac:chgData name="zh frank" userId="f416cd28ba4d9309" providerId="LiveId" clId="{6B099AEA-AA17-4056-82EA-0A2EBB9276ED}" dt="2020-02-11T06:12:24.798" v="718" actId="1076"/>
          <ac:spMkLst>
            <pc:docMk/>
            <pc:sldMk cId="0" sldId="622"/>
            <ac:spMk id="92168" creationId="{3853EF43-796C-4EE6-968A-BE3061D43C83}"/>
          </ac:spMkLst>
        </pc:spChg>
        <pc:picChg chg="mod">
          <ac:chgData name="zh frank" userId="f416cd28ba4d9309" providerId="LiveId" clId="{6B099AEA-AA17-4056-82EA-0A2EBB9276ED}" dt="2020-02-11T06:13:14.702" v="726" actId="1076"/>
          <ac:picMkLst>
            <pc:docMk/>
            <pc:sldMk cId="0" sldId="622"/>
            <ac:picMk id="52229" creationId="{72922F47-66C2-4AB8-8EE1-FA97C423FE14}"/>
          </ac:picMkLst>
        </pc:picChg>
        <pc:picChg chg="mod">
          <ac:chgData name="zh frank" userId="f416cd28ba4d9309" providerId="LiveId" clId="{6B099AEA-AA17-4056-82EA-0A2EBB9276ED}" dt="2020-02-11T06:12:53.191" v="722" actId="1076"/>
          <ac:picMkLst>
            <pc:docMk/>
            <pc:sldMk cId="0" sldId="622"/>
            <ac:picMk id="92165" creationId="{1126F198-D59C-4310-BFC0-F1AD1435975C}"/>
          </ac:picMkLst>
        </pc:picChg>
      </pc:sldChg>
      <pc:sldChg chg="add">
        <pc:chgData name="zh frank" userId="f416cd28ba4d9309" providerId="LiveId" clId="{6B099AEA-AA17-4056-82EA-0A2EBB9276ED}" dt="2020-02-11T04:23:02.715" v="17"/>
        <pc:sldMkLst>
          <pc:docMk/>
          <pc:sldMk cId="0" sldId="627"/>
        </pc:sldMkLst>
      </pc:sldChg>
      <pc:sldChg chg="add">
        <pc:chgData name="zh frank" userId="f416cd28ba4d9309" providerId="LiveId" clId="{6B099AEA-AA17-4056-82EA-0A2EBB9276ED}" dt="2020-02-11T04:23:02.715" v="17"/>
        <pc:sldMkLst>
          <pc:docMk/>
          <pc:sldMk cId="0" sldId="628"/>
        </pc:sldMkLst>
      </pc:sldChg>
      <pc:sldChg chg="add">
        <pc:chgData name="zh frank" userId="f416cd28ba4d9309" providerId="LiveId" clId="{6B099AEA-AA17-4056-82EA-0A2EBB9276ED}" dt="2020-02-11T04:23:02.715" v="17"/>
        <pc:sldMkLst>
          <pc:docMk/>
          <pc:sldMk cId="0" sldId="629"/>
        </pc:sldMkLst>
      </pc:sldChg>
      <pc:sldChg chg="modSp add">
        <pc:chgData name="zh frank" userId="f416cd28ba4d9309" providerId="LiveId" clId="{6B099AEA-AA17-4056-82EA-0A2EBB9276ED}" dt="2020-02-11T06:19:56.286" v="766" actId="2711"/>
        <pc:sldMkLst>
          <pc:docMk/>
          <pc:sldMk cId="0" sldId="632"/>
        </pc:sldMkLst>
        <pc:spChg chg="mod">
          <ac:chgData name="zh frank" userId="f416cd28ba4d9309" providerId="LiveId" clId="{6B099AEA-AA17-4056-82EA-0A2EBB9276ED}" dt="2020-02-11T06:19:56.286" v="766" actId="2711"/>
          <ac:spMkLst>
            <pc:docMk/>
            <pc:sldMk cId="0" sldId="632"/>
            <ac:spMk id="110595" creationId="{233772EA-4D95-419A-81A0-405881E57869}"/>
          </ac:spMkLst>
        </pc:spChg>
      </pc:sldChg>
      <pc:sldChg chg="modSp add">
        <pc:chgData name="zh frank" userId="f416cd28ba4d9309" providerId="LiveId" clId="{6B099AEA-AA17-4056-82EA-0A2EBB9276ED}" dt="2020-02-11T06:20:59.174" v="777" actId="20577"/>
        <pc:sldMkLst>
          <pc:docMk/>
          <pc:sldMk cId="0" sldId="634"/>
        </pc:sldMkLst>
        <pc:spChg chg="mod">
          <ac:chgData name="zh frank" userId="f416cd28ba4d9309" providerId="LiveId" clId="{6B099AEA-AA17-4056-82EA-0A2EBB9276ED}" dt="2020-02-11T06:20:59.174" v="777" actId="20577"/>
          <ac:spMkLst>
            <pc:docMk/>
            <pc:sldMk cId="0" sldId="634"/>
            <ac:spMk id="111618" creationId="{A18C41B9-B7FD-4D94-816F-2FD08EF03CD4}"/>
          </ac:spMkLst>
        </pc:spChg>
      </pc:sldChg>
      <pc:sldChg chg="modSp add">
        <pc:chgData name="zh frank" userId="f416cd28ba4d9309" providerId="LiveId" clId="{6B099AEA-AA17-4056-82EA-0A2EBB9276ED}" dt="2020-02-11T06:15:00.602" v="739" actId="2711"/>
        <pc:sldMkLst>
          <pc:docMk/>
          <pc:sldMk cId="0" sldId="635"/>
        </pc:sldMkLst>
        <pc:spChg chg="mod">
          <ac:chgData name="zh frank" userId="f416cd28ba4d9309" providerId="LiveId" clId="{6B099AEA-AA17-4056-82EA-0A2EBB9276ED}" dt="2020-02-11T06:15:00.602" v="739" actId="2711"/>
          <ac:spMkLst>
            <pc:docMk/>
            <pc:sldMk cId="0" sldId="635"/>
            <ac:spMk id="102402" creationId="{F8E26280-7A99-4548-B93B-D757B458B704}"/>
          </ac:spMkLst>
        </pc:spChg>
      </pc:sldChg>
      <pc:sldChg chg="modSp add">
        <pc:chgData name="zh frank" userId="f416cd28ba4d9309" providerId="LiveId" clId="{6B099AEA-AA17-4056-82EA-0A2EBB9276ED}" dt="2020-02-11T06:16:29.801" v="747" actId="2711"/>
        <pc:sldMkLst>
          <pc:docMk/>
          <pc:sldMk cId="0" sldId="636"/>
        </pc:sldMkLst>
        <pc:spChg chg="mod">
          <ac:chgData name="zh frank" userId="f416cd28ba4d9309" providerId="LiveId" clId="{6B099AEA-AA17-4056-82EA-0A2EBB9276ED}" dt="2020-02-11T06:16:29.801" v="747" actId="2711"/>
          <ac:spMkLst>
            <pc:docMk/>
            <pc:sldMk cId="0" sldId="636"/>
            <ac:spMk id="103426" creationId="{024A27E7-5774-4D6B-B75E-5FEA2192C173}"/>
          </ac:spMkLst>
        </pc:spChg>
      </pc:sldChg>
      <pc:sldChg chg="modSp add">
        <pc:chgData name="zh frank" userId="f416cd28ba4d9309" providerId="LiveId" clId="{6B099AEA-AA17-4056-82EA-0A2EBB9276ED}" dt="2020-02-11T06:17:27.294" v="751" actId="2711"/>
        <pc:sldMkLst>
          <pc:docMk/>
          <pc:sldMk cId="0" sldId="637"/>
        </pc:sldMkLst>
        <pc:spChg chg="mod">
          <ac:chgData name="zh frank" userId="f416cd28ba4d9309" providerId="LiveId" clId="{6B099AEA-AA17-4056-82EA-0A2EBB9276ED}" dt="2020-02-11T06:17:27.294" v="751" actId="2711"/>
          <ac:spMkLst>
            <pc:docMk/>
            <pc:sldMk cId="0" sldId="637"/>
            <ac:spMk id="877571" creationId="{0E30CF14-5859-4FF2-8BA1-6DC7A6A67FAC}"/>
          </ac:spMkLst>
        </pc:spChg>
      </pc:sldChg>
      <pc:sldChg chg="add">
        <pc:chgData name="zh frank" userId="f416cd28ba4d9309" providerId="LiveId" clId="{6B099AEA-AA17-4056-82EA-0A2EBB9276ED}" dt="2020-02-11T04:23:02.715" v="17"/>
        <pc:sldMkLst>
          <pc:docMk/>
          <pc:sldMk cId="0" sldId="638"/>
        </pc:sldMkLst>
      </pc:sldChg>
      <pc:sldChg chg="add">
        <pc:chgData name="zh frank" userId="f416cd28ba4d9309" providerId="LiveId" clId="{6B099AEA-AA17-4056-82EA-0A2EBB9276ED}" dt="2020-02-11T04:23:02.715" v="17"/>
        <pc:sldMkLst>
          <pc:docMk/>
          <pc:sldMk cId="0" sldId="640"/>
        </pc:sldMkLst>
      </pc:sldChg>
      <pc:sldChg chg="modSp add">
        <pc:chgData name="zh frank" userId="f416cd28ba4d9309" providerId="LiveId" clId="{6B099AEA-AA17-4056-82EA-0A2EBB9276ED}" dt="2020-02-11T06:18:13.213" v="762" actId="6549"/>
        <pc:sldMkLst>
          <pc:docMk/>
          <pc:sldMk cId="0" sldId="641"/>
        </pc:sldMkLst>
        <pc:spChg chg="mod">
          <ac:chgData name="zh frank" userId="f416cd28ba4d9309" providerId="LiveId" clId="{6B099AEA-AA17-4056-82EA-0A2EBB9276ED}" dt="2020-02-11T06:18:13.213" v="762" actId="6549"/>
          <ac:spMkLst>
            <pc:docMk/>
            <pc:sldMk cId="0" sldId="641"/>
            <ac:spMk id="108547" creationId="{3CCF21A9-4601-4C5F-837B-1E4D3E99EF32}"/>
          </ac:spMkLst>
        </pc:spChg>
      </pc:sldChg>
      <pc:sldChg chg="add">
        <pc:chgData name="zh frank" userId="f416cd28ba4d9309" providerId="LiveId" clId="{6B099AEA-AA17-4056-82EA-0A2EBB9276ED}" dt="2020-02-11T04:23:02.715" v="17"/>
        <pc:sldMkLst>
          <pc:docMk/>
          <pc:sldMk cId="0" sldId="642"/>
        </pc:sldMkLst>
      </pc:sldChg>
      <pc:sldChg chg="add">
        <pc:chgData name="zh frank" userId="f416cd28ba4d9309" providerId="LiveId" clId="{6B099AEA-AA17-4056-82EA-0A2EBB9276ED}" dt="2020-02-11T04:23:02.715" v="17"/>
        <pc:sldMkLst>
          <pc:docMk/>
          <pc:sldMk cId="0" sldId="646"/>
        </pc:sldMkLst>
      </pc:sldChg>
      <pc:sldChg chg="modSp add">
        <pc:chgData name="zh frank" userId="f416cd28ba4d9309" providerId="LiveId" clId="{6B099AEA-AA17-4056-82EA-0A2EBB9276ED}" dt="2020-02-11T06:21:56.406" v="782" actId="1076"/>
        <pc:sldMkLst>
          <pc:docMk/>
          <pc:sldMk cId="0" sldId="648"/>
        </pc:sldMkLst>
        <pc:spChg chg="mod">
          <ac:chgData name="zh frank" userId="f416cd28ba4d9309" providerId="LiveId" clId="{6B099AEA-AA17-4056-82EA-0A2EBB9276ED}" dt="2020-02-11T06:21:42.349" v="780" actId="2085"/>
          <ac:spMkLst>
            <pc:docMk/>
            <pc:sldMk cId="0" sldId="648"/>
            <ac:spMk id="118788" creationId="{373D34B0-05DA-4712-8543-51D21FCF2C40}"/>
          </ac:spMkLst>
        </pc:spChg>
        <pc:spChg chg="mod">
          <ac:chgData name="zh frank" userId="f416cd28ba4d9309" providerId="LiveId" clId="{6B099AEA-AA17-4056-82EA-0A2EBB9276ED}" dt="2020-02-11T06:21:35.092" v="779" actId="1076"/>
          <ac:spMkLst>
            <pc:docMk/>
            <pc:sldMk cId="0" sldId="648"/>
            <ac:spMk id="890882" creationId="{1ACB59C1-EA26-45DA-A3F5-47C8FB4DCCED}"/>
          </ac:spMkLst>
        </pc:spChg>
        <pc:graphicFrameChg chg="mod">
          <ac:chgData name="zh frank" userId="f416cd28ba4d9309" providerId="LiveId" clId="{6B099AEA-AA17-4056-82EA-0A2EBB9276ED}" dt="2020-02-11T06:21:56.406" v="782" actId="1076"/>
          <ac:graphicFrameMkLst>
            <pc:docMk/>
            <pc:sldMk cId="0" sldId="648"/>
            <ac:graphicFrameMk id="118786" creationId="{37A68FEA-1C08-4982-BF06-BA238A7467AD}"/>
          </ac:graphicFrameMkLst>
        </pc:graphicFrameChg>
        <pc:picChg chg="mod">
          <ac:chgData name="zh frank" userId="f416cd28ba4d9309" providerId="LiveId" clId="{6B099AEA-AA17-4056-82EA-0A2EBB9276ED}" dt="2020-02-11T06:21:52.595" v="781" actId="14100"/>
          <ac:picMkLst>
            <pc:docMk/>
            <pc:sldMk cId="0" sldId="648"/>
            <ac:picMk id="118789" creationId="{0A113A6F-8CAE-463E-BF95-5075EC9E8B67}"/>
          </ac:picMkLst>
        </pc:picChg>
      </pc:sldChg>
      <pc:sldChg chg="modSp add">
        <pc:chgData name="zh frank" userId="f416cd28ba4d9309" providerId="LiveId" clId="{6B099AEA-AA17-4056-82EA-0A2EBB9276ED}" dt="2020-02-11T06:19:22.946" v="763" actId="1076"/>
        <pc:sldMkLst>
          <pc:docMk/>
          <pc:sldMk cId="0" sldId="649"/>
        </pc:sldMkLst>
        <pc:spChg chg="mod">
          <ac:chgData name="zh frank" userId="f416cd28ba4d9309" providerId="LiveId" clId="{6B099AEA-AA17-4056-82EA-0A2EBB9276ED}" dt="2020-02-11T06:19:22.946" v="763" actId="1076"/>
          <ac:spMkLst>
            <pc:docMk/>
            <pc:sldMk cId="0" sldId="649"/>
            <ac:spMk id="891906" creationId="{AC1851D0-DAC5-46B8-9A3D-CA3CA3DAFA21}"/>
          </ac:spMkLst>
        </pc:spChg>
      </pc:sldChg>
      <pc:sldChg chg="modSp add">
        <pc:chgData name="zh frank" userId="f416cd28ba4d9309" providerId="LiveId" clId="{6B099AEA-AA17-4056-82EA-0A2EBB9276ED}" dt="2020-02-11T06:22:09.443" v="783" actId="255"/>
        <pc:sldMkLst>
          <pc:docMk/>
          <pc:sldMk cId="0" sldId="651"/>
        </pc:sldMkLst>
        <pc:spChg chg="mod">
          <ac:chgData name="zh frank" userId="f416cd28ba4d9309" providerId="LiveId" clId="{6B099AEA-AA17-4056-82EA-0A2EBB9276ED}" dt="2020-02-11T06:22:09.443" v="783" actId="255"/>
          <ac:spMkLst>
            <pc:docMk/>
            <pc:sldMk cId="0" sldId="651"/>
            <ac:spMk id="119810" creationId="{24DBE4DF-A12F-4153-B7DC-3EEEDE0499A4}"/>
          </ac:spMkLst>
        </pc:spChg>
      </pc:sldChg>
      <pc:sldChg chg="modSp add">
        <pc:chgData name="zh frank" userId="f416cd28ba4d9309" providerId="LiveId" clId="{6B099AEA-AA17-4056-82EA-0A2EBB9276ED}" dt="2020-02-11T06:21:21.968" v="778" actId="1076"/>
        <pc:sldMkLst>
          <pc:docMk/>
          <pc:sldMk cId="0" sldId="652"/>
        </pc:sldMkLst>
        <pc:picChg chg="mod">
          <ac:chgData name="zh frank" userId="f416cd28ba4d9309" providerId="LiveId" clId="{6B099AEA-AA17-4056-82EA-0A2EBB9276ED}" dt="2020-02-11T06:21:21.968" v="778" actId="1076"/>
          <ac:picMkLst>
            <pc:docMk/>
            <pc:sldMk cId="0" sldId="652"/>
            <ac:picMk id="114692" creationId="{3FE85084-82ED-4622-9B6A-DF475A15FCFC}"/>
          </ac:picMkLst>
        </pc:picChg>
      </pc:sldChg>
      <pc:sldChg chg="add">
        <pc:chgData name="zh frank" userId="f416cd28ba4d9309" providerId="LiveId" clId="{6B099AEA-AA17-4056-82EA-0A2EBB9276ED}" dt="2020-02-11T04:23:02.715" v="17"/>
        <pc:sldMkLst>
          <pc:docMk/>
          <pc:sldMk cId="0" sldId="653"/>
        </pc:sldMkLst>
      </pc:sldChg>
      <pc:sldChg chg="modSp add">
        <pc:chgData name="zh frank" userId="f416cd28ba4d9309" providerId="LiveId" clId="{6B099AEA-AA17-4056-82EA-0A2EBB9276ED}" dt="2020-02-11T06:13:34.608" v="731" actId="1036"/>
        <pc:sldMkLst>
          <pc:docMk/>
          <pc:sldMk cId="0" sldId="658"/>
        </pc:sldMkLst>
        <pc:spChg chg="mod">
          <ac:chgData name="zh frank" userId="f416cd28ba4d9309" providerId="LiveId" clId="{6B099AEA-AA17-4056-82EA-0A2EBB9276ED}" dt="2020-02-11T06:13:34.608" v="731" actId="1036"/>
          <ac:spMkLst>
            <pc:docMk/>
            <pc:sldMk cId="0" sldId="658"/>
            <ac:spMk id="735235" creationId="{512D175A-7E35-4B0C-850D-F07B62FF534B}"/>
          </ac:spMkLst>
        </pc:spChg>
        <pc:spChg chg="mod">
          <ac:chgData name="zh frank" userId="f416cd28ba4d9309" providerId="LiveId" clId="{6B099AEA-AA17-4056-82EA-0A2EBB9276ED}" dt="2020-02-11T06:13:25.929" v="727" actId="255"/>
          <ac:spMkLst>
            <pc:docMk/>
            <pc:sldMk cId="0" sldId="658"/>
            <ac:spMk id="735236" creationId="{086C56B3-E475-4391-B3E2-93D3CDDD3E73}"/>
          </ac:spMkLst>
        </pc:spChg>
      </pc:sldChg>
      <pc:sldChg chg="modSp add">
        <pc:chgData name="zh frank" userId="f416cd28ba4d9309" providerId="LiveId" clId="{6B099AEA-AA17-4056-82EA-0A2EBB9276ED}" dt="2020-02-11T06:14:11.575" v="736" actId="1036"/>
        <pc:sldMkLst>
          <pc:docMk/>
          <pc:sldMk cId="0" sldId="659"/>
        </pc:sldMkLst>
        <pc:spChg chg="mod">
          <ac:chgData name="zh frank" userId="f416cd28ba4d9309" providerId="LiveId" clId="{6B099AEA-AA17-4056-82EA-0A2EBB9276ED}" dt="2020-02-11T06:14:03.235" v="732" actId="2711"/>
          <ac:spMkLst>
            <pc:docMk/>
            <pc:sldMk cId="0" sldId="659"/>
            <ac:spMk id="818178" creationId="{166F26A9-9487-4E62-8016-602E31DFBA19}"/>
          </ac:spMkLst>
        </pc:spChg>
        <pc:spChg chg="mod">
          <ac:chgData name="zh frank" userId="f416cd28ba4d9309" providerId="LiveId" clId="{6B099AEA-AA17-4056-82EA-0A2EBB9276ED}" dt="2020-02-11T06:14:11.575" v="736" actId="1036"/>
          <ac:spMkLst>
            <pc:docMk/>
            <pc:sldMk cId="0" sldId="659"/>
            <ac:spMk id="818179" creationId="{D4563D94-A674-446C-AF11-979CBC0343EB}"/>
          </ac:spMkLst>
        </pc:spChg>
      </pc:sldChg>
      <pc:sldChg chg="add">
        <pc:chgData name="zh frank" userId="f416cd28ba4d9309" providerId="LiveId" clId="{6B099AEA-AA17-4056-82EA-0A2EBB9276ED}" dt="2020-02-11T04:23:02.715" v="17"/>
        <pc:sldMkLst>
          <pc:docMk/>
          <pc:sldMk cId="0" sldId="660"/>
        </pc:sldMkLst>
      </pc:sldChg>
      <pc:sldChg chg="modSp add">
        <pc:chgData name="zh frank" userId="f416cd28ba4d9309" providerId="LiveId" clId="{6B099AEA-AA17-4056-82EA-0A2EBB9276ED}" dt="2020-02-11T06:14:23.908" v="737" actId="1076"/>
        <pc:sldMkLst>
          <pc:docMk/>
          <pc:sldMk cId="0" sldId="661"/>
        </pc:sldMkLst>
        <pc:spChg chg="mod">
          <ac:chgData name="zh frank" userId="f416cd28ba4d9309" providerId="LiveId" clId="{6B099AEA-AA17-4056-82EA-0A2EBB9276ED}" dt="2020-02-11T06:14:23.908" v="737" actId="1076"/>
          <ac:spMkLst>
            <pc:docMk/>
            <pc:sldMk cId="0" sldId="661"/>
            <ac:spMk id="737282" creationId="{4AF8F790-CD5C-4F80-A239-70D5B5E445D8}"/>
          </ac:spMkLst>
        </pc:spChg>
      </pc:sldChg>
      <pc:sldChg chg="add">
        <pc:chgData name="zh frank" userId="f416cd28ba4d9309" providerId="LiveId" clId="{6B099AEA-AA17-4056-82EA-0A2EBB9276ED}" dt="2020-02-11T04:23:02.715" v="17"/>
        <pc:sldMkLst>
          <pc:docMk/>
          <pc:sldMk cId="0" sldId="663"/>
        </pc:sldMkLst>
      </pc:sldChg>
      <pc:sldChg chg="modSp add">
        <pc:chgData name="zh frank" userId="f416cd28ba4d9309" providerId="LiveId" clId="{6B099AEA-AA17-4056-82EA-0A2EBB9276ED}" dt="2020-02-11T05:33:49.201" v="591" actId="1036"/>
        <pc:sldMkLst>
          <pc:docMk/>
          <pc:sldMk cId="0" sldId="664"/>
        </pc:sldMkLst>
        <pc:picChg chg="mod">
          <ac:chgData name="zh frank" userId="f416cd28ba4d9309" providerId="LiveId" clId="{6B099AEA-AA17-4056-82EA-0A2EBB9276ED}" dt="2020-02-11T05:33:49.201" v="591" actId="1036"/>
          <ac:picMkLst>
            <pc:docMk/>
            <pc:sldMk cId="0" sldId="664"/>
            <ac:picMk id="68612" creationId="{EEA32637-FC2A-495C-929A-F6D05E8EF5C3}"/>
          </ac:picMkLst>
        </pc:picChg>
      </pc:sldChg>
      <pc:sldChg chg="add">
        <pc:chgData name="zh frank" userId="f416cd28ba4d9309" providerId="LiveId" clId="{6B099AEA-AA17-4056-82EA-0A2EBB9276ED}" dt="2020-02-11T04:23:02.715" v="17"/>
        <pc:sldMkLst>
          <pc:docMk/>
          <pc:sldMk cId="0" sldId="665"/>
        </pc:sldMkLst>
      </pc:sldChg>
      <pc:sldChg chg="modSp add">
        <pc:chgData name="zh frank" userId="f416cd28ba4d9309" providerId="LiveId" clId="{6B099AEA-AA17-4056-82EA-0A2EBB9276ED}" dt="2020-02-11T05:29:01.977" v="586" actId="14100"/>
        <pc:sldMkLst>
          <pc:docMk/>
          <pc:sldMk cId="0" sldId="666"/>
        </pc:sldMkLst>
        <pc:grpChg chg="mod">
          <ac:chgData name="zh frank" userId="f416cd28ba4d9309" providerId="LiveId" clId="{6B099AEA-AA17-4056-82EA-0A2EBB9276ED}" dt="2020-02-11T05:29:01.977" v="586" actId="14100"/>
          <ac:grpSpMkLst>
            <pc:docMk/>
            <pc:sldMk cId="0" sldId="666"/>
            <ac:grpSpMk id="65540" creationId="{25F385A0-3BE3-490A-AF91-4D594A39C58A}"/>
          </ac:grpSpMkLst>
        </pc:grpChg>
      </pc:sldChg>
      <pc:sldChg chg="addSp delSp add">
        <pc:chgData name="zh frank" userId="f416cd28ba4d9309" providerId="LiveId" clId="{6B099AEA-AA17-4056-82EA-0A2EBB9276ED}" dt="2020-02-11T05:33:19.931" v="588"/>
        <pc:sldMkLst>
          <pc:docMk/>
          <pc:sldMk cId="0" sldId="667"/>
        </pc:sldMkLst>
        <pc:picChg chg="add">
          <ac:chgData name="zh frank" userId="f416cd28ba4d9309" providerId="LiveId" clId="{6B099AEA-AA17-4056-82EA-0A2EBB9276ED}" dt="2020-02-11T05:33:19.931" v="588"/>
          <ac:picMkLst>
            <pc:docMk/>
            <pc:sldMk cId="0" sldId="667"/>
            <ac:picMk id="5" creationId="{2F97A0B5-2955-4585-A842-044498F2DEF8}"/>
          </ac:picMkLst>
        </pc:picChg>
        <pc:picChg chg="del">
          <ac:chgData name="zh frank" userId="f416cd28ba4d9309" providerId="LiveId" clId="{6B099AEA-AA17-4056-82EA-0A2EBB9276ED}" dt="2020-02-11T05:33:14.367" v="587" actId="478"/>
          <ac:picMkLst>
            <pc:docMk/>
            <pc:sldMk cId="0" sldId="667"/>
            <ac:picMk id="67588" creationId="{9320BDF9-3F4B-4FBD-8615-7FD79C6BA1CD}"/>
          </ac:picMkLst>
        </pc:picChg>
      </pc:sldChg>
      <pc:sldChg chg="add">
        <pc:chgData name="zh frank" userId="f416cd28ba4d9309" providerId="LiveId" clId="{6B099AEA-AA17-4056-82EA-0A2EBB9276ED}" dt="2020-02-11T04:23:02.715" v="17"/>
        <pc:sldMkLst>
          <pc:docMk/>
          <pc:sldMk cId="0" sldId="668"/>
        </pc:sldMkLst>
      </pc:sldChg>
      <pc:sldChg chg="modSp add">
        <pc:chgData name="zh frank" userId="f416cd28ba4d9309" providerId="LiveId" clId="{6B099AEA-AA17-4056-82EA-0A2EBB9276ED}" dt="2020-02-11T05:35:09.189" v="595"/>
        <pc:sldMkLst>
          <pc:docMk/>
          <pc:sldMk cId="0" sldId="669"/>
        </pc:sldMkLst>
        <pc:spChg chg="mod">
          <ac:chgData name="zh frank" userId="f416cd28ba4d9309" providerId="LiveId" clId="{6B099AEA-AA17-4056-82EA-0A2EBB9276ED}" dt="2020-02-11T05:35:09.189" v="595"/>
          <ac:spMkLst>
            <pc:docMk/>
            <pc:sldMk cId="0" sldId="669"/>
            <ac:spMk id="862210" creationId="{A3BBB2E4-A539-4F66-836C-ABDE6D27F261}"/>
          </ac:spMkLst>
        </pc:spChg>
      </pc:sldChg>
      <pc:sldChg chg="modSp add">
        <pc:chgData name="zh frank" userId="f416cd28ba4d9309" providerId="LiveId" clId="{6B099AEA-AA17-4056-82EA-0A2EBB9276ED}" dt="2020-02-11T04:24:54.836" v="27"/>
        <pc:sldMkLst>
          <pc:docMk/>
          <pc:sldMk cId="2911608184" sldId="670"/>
        </pc:sldMkLst>
        <pc:spChg chg="mod">
          <ac:chgData name="zh frank" userId="f416cd28ba4d9309" providerId="LiveId" clId="{6B099AEA-AA17-4056-82EA-0A2EBB9276ED}" dt="2020-02-11T04:24:54.836" v="27"/>
          <ac:spMkLst>
            <pc:docMk/>
            <pc:sldMk cId="2911608184" sldId="670"/>
            <ac:spMk id="3" creationId="{D1D9BE91-EFF0-4860-AA3F-CFA1A85EBDE0}"/>
          </ac:spMkLst>
        </pc:spChg>
      </pc:sldChg>
      <pc:sldChg chg="addSp modSp add">
        <pc:chgData name="zh frank" userId="f416cd28ba4d9309" providerId="LiveId" clId="{6B099AEA-AA17-4056-82EA-0A2EBB9276ED}" dt="2020-02-11T04:44:14.946" v="74"/>
        <pc:sldMkLst>
          <pc:docMk/>
          <pc:sldMk cId="967838778" sldId="671"/>
        </pc:sldMkLst>
        <pc:spChg chg="mod">
          <ac:chgData name="zh frank" userId="f416cd28ba4d9309" providerId="LiveId" clId="{6B099AEA-AA17-4056-82EA-0A2EBB9276ED}" dt="2020-02-11T04:43:06.741" v="69"/>
          <ac:spMkLst>
            <pc:docMk/>
            <pc:sldMk cId="967838778" sldId="671"/>
            <ac:spMk id="2" creationId="{EF73905A-6B3C-4F65-B703-AFB8073D9BEA}"/>
          </ac:spMkLst>
        </pc:spChg>
        <pc:spChg chg="mod">
          <ac:chgData name="zh frank" userId="f416cd28ba4d9309" providerId="LiveId" clId="{6B099AEA-AA17-4056-82EA-0A2EBB9276ED}" dt="2020-02-11T04:44:14.946" v="74"/>
          <ac:spMkLst>
            <pc:docMk/>
            <pc:sldMk cId="967838778" sldId="671"/>
            <ac:spMk id="3" creationId="{F67063C9-855B-4B88-965C-3ACE1814FC5A}"/>
          </ac:spMkLst>
        </pc:spChg>
        <pc:graphicFrameChg chg="add mod">
          <ac:chgData name="zh frank" userId="f416cd28ba4d9309" providerId="LiveId" clId="{6B099AEA-AA17-4056-82EA-0A2EBB9276ED}" dt="2020-02-11T04:43:48.447" v="73" actId="1076"/>
          <ac:graphicFrameMkLst>
            <pc:docMk/>
            <pc:sldMk cId="967838778" sldId="671"/>
            <ac:graphicFrameMk id="4" creationId="{0236DBC4-AECD-41DA-ABEB-F22D02B5D2C8}"/>
          </ac:graphicFrameMkLst>
        </pc:graphicFrameChg>
      </pc:sldChg>
      <pc:sldChg chg="modSp add">
        <pc:chgData name="zh frank" userId="f416cd28ba4d9309" providerId="LiveId" clId="{6B099AEA-AA17-4056-82EA-0A2EBB9276ED}" dt="2020-02-11T05:10:10.451" v="480"/>
        <pc:sldMkLst>
          <pc:docMk/>
          <pc:sldMk cId="3471993802" sldId="672"/>
        </pc:sldMkLst>
        <pc:spChg chg="mod">
          <ac:chgData name="zh frank" userId="f416cd28ba4d9309" providerId="LiveId" clId="{6B099AEA-AA17-4056-82EA-0A2EBB9276ED}" dt="2020-02-11T05:10:10.451" v="480"/>
          <ac:spMkLst>
            <pc:docMk/>
            <pc:sldMk cId="3471993802" sldId="672"/>
            <ac:spMk id="3" creationId="{D1D9BE91-EFF0-4860-AA3F-CFA1A85EBDE0}"/>
          </ac:spMkLst>
        </pc:spChg>
      </pc:sldChg>
      <pc:sldChg chg="modSp add">
        <pc:chgData name="zh frank" userId="f416cd28ba4d9309" providerId="LiveId" clId="{6B099AEA-AA17-4056-82EA-0A2EBB9276ED}" dt="2020-02-11T05:10:33.314" v="482"/>
        <pc:sldMkLst>
          <pc:docMk/>
          <pc:sldMk cId="3231567734" sldId="673"/>
        </pc:sldMkLst>
        <pc:spChg chg="mod">
          <ac:chgData name="zh frank" userId="f416cd28ba4d9309" providerId="LiveId" clId="{6B099AEA-AA17-4056-82EA-0A2EBB9276ED}" dt="2020-02-11T05:10:33.314" v="482"/>
          <ac:spMkLst>
            <pc:docMk/>
            <pc:sldMk cId="3231567734" sldId="673"/>
            <ac:spMk id="3" creationId="{D1D9BE91-EFF0-4860-AA3F-CFA1A85EBDE0}"/>
          </ac:spMkLst>
        </pc:spChg>
      </pc:sldChg>
      <pc:sldChg chg="modSp add">
        <pc:chgData name="zh frank" userId="f416cd28ba4d9309" providerId="LiveId" clId="{6B099AEA-AA17-4056-82EA-0A2EBB9276ED}" dt="2020-02-11T05:11:14.498" v="486" actId="1076"/>
        <pc:sldMkLst>
          <pc:docMk/>
          <pc:sldMk cId="1043858393" sldId="674"/>
        </pc:sldMkLst>
        <pc:spChg chg="mod">
          <ac:chgData name="zh frank" userId="f416cd28ba4d9309" providerId="LiveId" clId="{6B099AEA-AA17-4056-82EA-0A2EBB9276ED}" dt="2020-02-11T05:11:14.498" v="486" actId="1076"/>
          <ac:spMkLst>
            <pc:docMk/>
            <pc:sldMk cId="1043858393" sldId="674"/>
            <ac:spMk id="3" creationId="{D1D9BE91-EFF0-4860-AA3F-CFA1A85EBDE0}"/>
          </ac:spMkLst>
        </pc:spChg>
      </pc:sldChg>
      <pc:sldMasterChg chg="addSp delSp delSldLayout modSldLayout">
        <pc:chgData name="zh frank" userId="f416cd28ba4d9309" providerId="LiveId" clId="{6B099AEA-AA17-4056-82EA-0A2EBB9276ED}" dt="2020-02-11T05:11:20.696" v="488" actId="2696"/>
        <pc:sldMasterMkLst>
          <pc:docMk/>
          <pc:sldMasterMk cId="0" sldId="2147483649"/>
        </pc:sldMasterMkLst>
        <pc:spChg chg="del">
          <ac:chgData name="zh frank" userId="f416cd28ba4d9309" providerId="LiveId" clId="{6B099AEA-AA17-4056-82EA-0A2EBB9276ED}" dt="2020-02-10T15:36:04.239" v="15" actId="478"/>
          <ac:spMkLst>
            <pc:docMk/>
            <pc:sldMasterMk cId="0" sldId="2147483649"/>
            <ac:spMk id="5" creationId="{00000000-0000-0000-0000-000000000000}"/>
          </ac:spMkLst>
        </pc:spChg>
        <pc:spChg chg="add">
          <ac:chgData name="zh frank" userId="f416cd28ba4d9309" providerId="LiveId" clId="{6B099AEA-AA17-4056-82EA-0A2EBB9276ED}" dt="2020-02-10T15:36:08.027" v="16"/>
          <ac:spMkLst>
            <pc:docMk/>
            <pc:sldMasterMk cId="0" sldId="2147483649"/>
            <ac:spMk id="10" creationId="{C9EFAE65-0CCB-4027-B00E-28603B0872C4}"/>
          </ac:spMkLst>
        </pc:spChg>
        <pc:picChg chg="add">
          <ac:chgData name="zh frank" userId="f416cd28ba4d9309" providerId="LiveId" clId="{6B099AEA-AA17-4056-82EA-0A2EBB9276ED}" dt="2020-02-10T15:35:22.437" v="14"/>
          <ac:picMkLst>
            <pc:docMk/>
            <pc:sldMasterMk cId="0" sldId="2147483649"/>
            <ac:picMk id="9" creationId="{1B3B2342-1FE3-4F59-8CA3-7F4B24967CD7}"/>
          </ac:picMkLst>
        </pc:picChg>
        <pc:sldLayoutChg chg="addSp delSp modSp">
          <pc:chgData name="zh frank" userId="f416cd28ba4d9309" providerId="LiveId" clId="{6B099AEA-AA17-4056-82EA-0A2EBB9276ED}" dt="2020-02-10T10:56:18.199" v="10" actId="1076"/>
          <pc:sldLayoutMkLst>
            <pc:docMk/>
            <pc:sldMasterMk cId="0" sldId="2147483649"/>
            <pc:sldLayoutMk cId="0" sldId="2147483669"/>
          </pc:sldLayoutMkLst>
          <pc:spChg chg="del">
            <ac:chgData name="zh frank" userId="f416cd28ba4d9309" providerId="LiveId" clId="{6B099AEA-AA17-4056-82EA-0A2EBB9276ED}" dt="2020-02-10T10:55:40.353" v="6" actId="478"/>
            <ac:spMkLst>
              <pc:docMk/>
              <pc:sldMasterMk cId="0" sldId="2147483649"/>
              <pc:sldLayoutMk cId="0" sldId="2147483669"/>
              <ac:spMk id="6" creationId="{902AEB10-BE87-4EE6-8A34-2BDAC8542DF3}"/>
            </ac:spMkLst>
          </pc:spChg>
          <pc:spChg chg="add mod">
            <ac:chgData name="zh frank" userId="f416cd28ba4d9309" providerId="LiveId" clId="{6B099AEA-AA17-4056-82EA-0A2EBB9276ED}" dt="2020-02-10T10:56:18.199" v="10" actId="1076"/>
            <ac:spMkLst>
              <pc:docMk/>
              <pc:sldMasterMk cId="0" sldId="2147483649"/>
              <pc:sldLayoutMk cId="0" sldId="2147483669"/>
              <ac:spMk id="7" creationId="{B944CF63-DA67-46B4-8F87-CA4DEAD3C484}"/>
            </ac:spMkLst>
          </pc:spChg>
        </pc:sldLayoutChg>
        <pc:sldLayoutChg chg="modSp">
          <pc:chgData name="zh frank" userId="f416cd28ba4d9309" providerId="LiveId" clId="{6B099AEA-AA17-4056-82EA-0A2EBB9276ED}" dt="2020-02-10T10:54:53.027" v="5" actId="1076"/>
          <pc:sldLayoutMkLst>
            <pc:docMk/>
            <pc:sldMasterMk cId="0" sldId="2147483649"/>
            <pc:sldLayoutMk cId="0" sldId="2147483670"/>
          </pc:sldLayoutMkLst>
          <pc:spChg chg="mod">
            <ac:chgData name="zh frank" userId="f416cd28ba4d9309" providerId="LiveId" clId="{6B099AEA-AA17-4056-82EA-0A2EBB9276ED}" dt="2020-02-10T10:54:07.592" v="0" actId="1076"/>
            <ac:spMkLst>
              <pc:docMk/>
              <pc:sldMasterMk cId="0" sldId="2147483649"/>
              <pc:sldLayoutMk cId="0" sldId="2147483670"/>
              <ac:spMk id="3" creationId="{00000000-0000-0000-0000-000000000000}"/>
            </ac:spMkLst>
          </pc:spChg>
          <pc:spChg chg="mod">
            <ac:chgData name="zh frank" userId="f416cd28ba4d9309" providerId="LiveId" clId="{6B099AEA-AA17-4056-82EA-0A2EBB9276ED}" dt="2020-02-10T10:54:45.661" v="4" actId="1076"/>
            <ac:spMkLst>
              <pc:docMk/>
              <pc:sldMasterMk cId="0" sldId="2147483649"/>
              <pc:sldLayoutMk cId="0" sldId="2147483670"/>
              <ac:spMk id="4" creationId="{00000000-0000-0000-0000-000000000000}"/>
            </ac:spMkLst>
          </pc:spChg>
          <pc:spChg chg="mod">
            <ac:chgData name="zh frank" userId="f416cd28ba4d9309" providerId="LiveId" clId="{6B099AEA-AA17-4056-82EA-0A2EBB9276ED}" dt="2020-02-10T10:54:12.833" v="1" actId="1076"/>
            <ac:spMkLst>
              <pc:docMk/>
              <pc:sldMasterMk cId="0" sldId="2147483649"/>
              <pc:sldLayoutMk cId="0" sldId="2147483670"/>
              <ac:spMk id="5" creationId="{00000000-0000-0000-0000-000000000000}"/>
            </ac:spMkLst>
          </pc:spChg>
          <pc:spChg chg="mod">
            <ac:chgData name="zh frank" userId="f416cd28ba4d9309" providerId="LiveId" clId="{6B099AEA-AA17-4056-82EA-0A2EBB9276ED}" dt="2020-02-10T10:54:53.027" v="5" actId="1076"/>
            <ac:spMkLst>
              <pc:docMk/>
              <pc:sldMasterMk cId="0" sldId="2147483649"/>
              <pc:sldLayoutMk cId="0" sldId="2147483670"/>
              <ac:spMk id="6" creationId="{00000000-0000-0000-0000-000000000000}"/>
            </ac:spMkLst>
          </pc:spChg>
        </pc:sldLayoutChg>
      </pc:sldMasterChg>
    </pc:docChg>
  </pc:docChgLst>
  <pc:docChgLst>
    <pc:chgData name="zh frank" userId="f416cd28ba4d9309" providerId="LiveId" clId="{EC4EF74F-BB1A-4FD1-BE41-1D32105ACA92}"/>
    <pc:docChg chg="custSel modSld">
      <pc:chgData name="zh frank" userId="f416cd28ba4d9309" providerId="LiveId" clId="{EC4EF74F-BB1A-4FD1-BE41-1D32105ACA92}" dt="2020-03-16T04:32:23.357" v="15" actId="20577"/>
      <pc:docMkLst>
        <pc:docMk/>
      </pc:docMkLst>
      <pc:sldChg chg="modNotesTx">
        <pc:chgData name="zh frank" userId="f416cd28ba4d9309" providerId="LiveId" clId="{EC4EF74F-BB1A-4FD1-BE41-1D32105ACA92}" dt="2020-03-16T04:32:23.357" v="15" actId="20577"/>
        <pc:sldMkLst>
          <pc:docMk/>
          <pc:sldMk cId="0" sldId="629"/>
        </pc:sldMkLst>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1731"/>
          </a:xfrm>
          <a:prstGeom prst="rect">
            <a:avLst/>
          </a:prstGeom>
        </p:spPr>
        <p:txBody>
          <a:bodyPr vert="horz" lIns="99075" tIns="49538" rIns="99075" bIns="49538" rtlCol="0"/>
          <a:lstStyle>
            <a:lvl1pPr algn="l">
              <a:defRPr sz="1300"/>
            </a:lvl1pPr>
          </a:lstStyle>
          <a:p>
            <a:endParaRPr lang="en-US"/>
          </a:p>
        </p:txBody>
      </p:sp>
      <p:sp>
        <p:nvSpPr>
          <p:cNvPr id="3" name="Date Placeholder 2"/>
          <p:cNvSpPr>
            <a:spLocks noGrp="1"/>
          </p:cNvSpPr>
          <p:nvPr>
            <p:ph type="dt" sz="quarter" idx="1"/>
          </p:nvPr>
        </p:nvSpPr>
        <p:spPr>
          <a:xfrm>
            <a:off x="4023992" y="0"/>
            <a:ext cx="3078427" cy="511731"/>
          </a:xfrm>
          <a:prstGeom prst="rect">
            <a:avLst/>
          </a:prstGeom>
        </p:spPr>
        <p:txBody>
          <a:bodyPr vert="horz" lIns="99075" tIns="49538" rIns="99075" bIns="49538" rtlCol="0"/>
          <a:lstStyle>
            <a:lvl1pPr algn="r">
              <a:defRPr sz="1300"/>
            </a:lvl1pPr>
          </a:lstStyle>
          <a:p>
            <a:fld id="{C79C02A0-2CB8-F64C-87A7-A5563D28AA9B}" type="datetimeFigureOut">
              <a:rPr lang="en-US" smtClean="0"/>
              <a:pPr/>
              <a:t>2/19/2021</a:t>
            </a:fld>
            <a:endParaRPr lang="en-US"/>
          </a:p>
        </p:txBody>
      </p:sp>
      <p:sp>
        <p:nvSpPr>
          <p:cNvPr id="4" name="Footer Placeholder 3"/>
          <p:cNvSpPr>
            <a:spLocks noGrp="1"/>
          </p:cNvSpPr>
          <p:nvPr>
            <p:ph type="ftr" sz="quarter" idx="2"/>
          </p:nvPr>
        </p:nvSpPr>
        <p:spPr>
          <a:xfrm>
            <a:off x="0" y="9721106"/>
            <a:ext cx="3078427" cy="511731"/>
          </a:xfrm>
          <a:prstGeom prst="rect">
            <a:avLst/>
          </a:prstGeom>
        </p:spPr>
        <p:txBody>
          <a:bodyPr vert="horz" lIns="99075" tIns="49538" rIns="99075" bIns="49538" rtlCol="0" anchor="b"/>
          <a:lstStyle>
            <a:lvl1pPr algn="l">
              <a:defRPr sz="1300"/>
            </a:lvl1pPr>
          </a:lstStyle>
          <a:p>
            <a:endParaRPr lang="en-US"/>
          </a:p>
        </p:txBody>
      </p:sp>
      <p:sp>
        <p:nvSpPr>
          <p:cNvPr id="5" name="Slide Number Placeholder 4"/>
          <p:cNvSpPr>
            <a:spLocks noGrp="1"/>
          </p:cNvSpPr>
          <p:nvPr>
            <p:ph type="sldNum" sz="quarter" idx="3"/>
          </p:nvPr>
        </p:nvSpPr>
        <p:spPr>
          <a:xfrm>
            <a:off x="4023992" y="9721106"/>
            <a:ext cx="3078427" cy="511731"/>
          </a:xfrm>
          <a:prstGeom prst="rect">
            <a:avLst/>
          </a:prstGeom>
        </p:spPr>
        <p:txBody>
          <a:bodyPr vert="horz" lIns="99075" tIns="49538" rIns="99075" bIns="49538" rtlCol="0" anchor="b"/>
          <a:lstStyle>
            <a:lvl1pPr algn="r">
              <a:defRPr sz="1300"/>
            </a:lvl1pPr>
          </a:lstStyle>
          <a:p>
            <a:fld id="{D8885E4B-77DA-1E4C-9EDA-713D746B9077}" type="slidenum">
              <a:rPr lang="en-US" smtClean="0"/>
              <a:pPr/>
              <a:t>‹#›</a:t>
            </a:fld>
            <a:endParaRPr lang="en-US"/>
          </a:p>
        </p:txBody>
      </p:sp>
    </p:spTree>
    <p:extLst>
      <p:ext uri="{BB962C8B-B14F-4D97-AF65-F5344CB8AC3E}">
        <p14:creationId xmlns:p14="http://schemas.microsoft.com/office/powerpoint/2010/main" val="3437927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3" name="Rectangle 1"/>
          <p:cNvSpPr>
            <a:spLocks noGrp="1" noRot="1" noChangeAspect="1" noChangeArrowheads="1" noTextEdit="1"/>
          </p:cNvSpPr>
          <p:nvPr>
            <p:ph type="sldImg"/>
          </p:nvPr>
        </p:nvSpPr>
        <p:spPr bwMode="auto">
          <a:xfrm>
            <a:off x="995363" y="768350"/>
            <a:ext cx="5113337" cy="3836988"/>
          </a:xfrm>
          <a:prstGeom prst="rect">
            <a:avLst/>
          </a:prstGeom>
          <a:noFill/>
          <a:ln w="9525">
            <a:solidFill>
              <a:srgbClr val="000000"/>
            </a:solidFill>
            <a:miter lim="800000"/>
            <a:headEnd/>
            <a:tailEnd/>
          </a:ln>
          <a:effectLst/>
        </p:spPr>
      </p:sp>
      <p:sp>
        <p:nvSpPr>
          <p:cNvPr id="13314" name="Rectangle 2"/>
          <p:cNvSpPr>
            <a:spLocks noGrp="1" noChangeArrowheads="1"/>
          </p:cNvSpPr>
          <p:nvPr>
            <p:ph type="body" sz="quarter" idx="1"/>
          </p:nvPr>
        </p:nvSpPr>
        <p:spPr bwMode="auto">
          <a:xfrm>
            <a:off x="710407" y="4861441"/>
            <a:ext cx="5683250" cy="4605576"/>
          </a:xfrm>
          <a:prstGeom prst="rect">
            <a:avLst/>
          </a:prstGeom>
          <a:noFill/>
          <a:ln w="9525">
            <a:noFill/>
            <a:miter lim="800000"/>
            <a:headEnd/>
            <a:tailEnd/>
          </a:ln>
          <a:effectLst/>
        </p:spPr>
        <p:txBody>
          <a:bodyPr vert="horz" wrap="square" lIns="99075" tIns="49538" rIns="99075" bIns="495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41872219"/>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Gill Sans" charset="0"/>
        <a:ea typeface="+mn-ea"/>
        <a:cs typeface="+mn-cs"/>
      </a:defRPr>
    </a:lvl1pPr>
    <a:lvl2pPr marL="457200" algn="l" rtl="0" fontAlgn="base">
      <a:spcBef>
        <a:spcPct val="0"/>
      </a:spcBef>
      <a:spcAft>
        <a:spcPct val="0"/>
      </a:spcAft>
      <a:defRPr sz="1200" kern="1200">
        <a:solidFill>
          <a:schemeClr val="tx1"/>
        </a:solidFill>
        <a:latin typeface="Gill Sans" charset="0"/>
        <a:ea typeface="+mn-ea"/>
        <a:cs typeface="+mn-cs"/>
      </a:defRPr>
    </a:lvl2pPr>
    <a:lvl3pPr marL="914400" algn="l" rtl="0" fontAlgn="base">
      <a:spcBef>
        <a:spcPct val="0"/>
      </a:spcBef>
      <a:spcAft>
        <a:spcPct val="0"/>
      </a:spcAft>
      <a:defRPr sz="1200" kern="1200">
        <a:solidFill>
          <a:schemeClr val="tx1"/>
        </a:solidFill>
        <a:latin typeface="Gill Sans" charset="0"/>
        <a:ea typeface="+mn-ea"/>
        <a:cs typeface="+mn-cs"/>
      </a:defRPr>
    </a:lvl3pPr>
    <a:lvl4pPr marL="1371600" algn="l" rtl="0" fontAlgn="base">
      <a:spcBef>
        <a:spcPct val="0"/>
      </a:spcBef>
      <a:spcAft>
        <a:spcPct val="0"/>
      </a:spcAft>
      <a:defRPr sz="1200" kern="1200">
        <a:solidFill>
          <a:schemeClr val="tx1"/>
        </a:solidFill>
        <a:latin typeface="Gill Sans" charset="0"/>
        <a:ea typeface="+mn-ea"/>
        <a:cs typeface="+mn-cs"/>
      </a:defRPr>
    </a:lvl4pPr>
    <a:lvl5pPr marL="1828800" algn="l" rtl="0" fontAlgn="base">
      <a:spcBef>
        <a:spcPct val="0"/>
      </a:spcBef>
      <a:spcAft>
        <a:spcPct val="0"/>
      </a:spcAft>
      <a:defRPr sz="1200" kern="1200">
        <a:solidFill>
          <a:schemeClr val="tx1"/>
        </a:solidFill>
        <a:latin typeface="Gill Sans"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a:extLst>
              <a:ext uri="{FF2B5EF4-FFF2-40B4-BE49-F238E27FC236}">
                <a16:creationId xmlns:a16="http://schemas.microsoft.com/office/drawing/2014/main" id="{B00F7704-0F82-4584-9806-563D4000880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3D12FD2-DADF-4AAF-9E31-90B55BA446E1}" type="slidenum">
              <a:rPr lang="en-US" altLang="zh-CN" sz="1300" smtClean="0"/>
              <a:pPr>
                <a:spcBef>
                  <a:spcPct val="0"/>
                </a:spcBef>
              </a:pPr>
              <a:t>3</a:t>
            </a:fld>
            <a:endParaRPr lang="en-US" altLang="zh-CN" sz="1300"/>
          </a:p>
        </p:txBody>
      </p:sp>
      <p:sp>
        <p:nvSpPr>
          <p:cNvPr id="21506" name="Rectangle 2">
            <a:extLst>
              <a:ext uri="{FF2B5EF4-FFF2-40B4-BE49-F238E27FC236}">
                <a16:creationId xmlns:a16="http://schemas.microsoft.com/office/drawing/2014/main" id="{C20D79AA-CBDC-41B4-A14A-373CF9CD35EF}"/>
              </a:ext>
            </a:extLst>
          </p:cNvPr>
          <p:cNvSpPr>
            <a:spLocks noGrp="1" noRot="1" noChangeAspect="1" noChangeArrowheads="1" noTextEdit="1"/>
          </p:cNvSpPr>
          <p:nvPr>
            <p:ph type="sldImg"/>
          </p:nvPr>
        </p:nvSpPr>
        <p:spPr>
          <a:ln/>
        </p:spPr>
      </p:sp>
      <p:sp>
        <p:nvSpPr>
          <p:cNvPr id="21507" name="Rectangle 3">
            <a:extLst>
              <a:ext uri="{FF2B5EF4-FFF2-40B4-BE49-F238E27FC236}">
                <a16:creationId xmlns:a16="http://schemas.microsoft.com/office/drawing/2014/main" id="{FFCD53E4-104C-40AF-B732-066F1E968A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575F20EB-E046-4B7C-9EFD-E80952B470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C00DE6A-DA89-425F-A36F-B4002E69CA80}" type="slidenum">
              <a:rPr lang="en-US" altLang="zh-CN" sz="1300" smtClean="0"/>
              <a:pPr>
                <a:spcBef>
                  <a:spcPct val="0"/>
                </a:spcBef>
              </a:pPr>
              <a:t>4</a:t>
            </a:fld>
            <a:endParaRPr lang="en-US" altLang="zh-CN" sz="1300"/>
          </a:p>
        </p:txBody>
      </p:sp>
      <p:sp>
        <p:nvSpPr>
          <p:cNvPr id="23554" name="Rectangle 2">
            <a:extLst>
              <a:ext uri="{FF2B5EF4-FFF2-40B4-BE49-F238E27FC236}">
                <a16:creationId xmlns:a16="http://schemas.microsoft.com/office/drawing/2014/main" id="{4BE4FA4F-01C0-4868-9AD9-2D5C2DE62928}"/>
              </a:ext>
            </a:extLst>
          </p:cNvPr>
          <p:cNvSpPr>
            <a:spLocks noGrp="1" noRot="1" noChangeAspect="1" noChangeArrowheads="1" noTextEdit="1"/>
          </p:cNvSpPr>
          <p:nvPr>
            <p:ph type="sldImg"/>
          </p:nvPr>
        </p:nvSpPr>
        <p:spPr>
          <a:ln/>
        </p:spPr>
      </p:sp>
      <p:sp>
        <p:nvSpPr>
          <p:cNvPr id="23555" name="Rectangle 3">
            <a:extLst>
              <a:ext uri="{FF2B5EF4-FFF2-40B4-BE49-F238E27FC236}">
                <a16:creationId xmlns:a16="http://schemas.microsoft.com/office/drawing/2014/main" id="{1F4D6159-5639-4F0D-8C16-128323474B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0DC1E5D5-5A76-44C2-A880-C00B07CCCA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DAF8D4D-9FC2-4BEA-AF98-5CF0C0A7B9D3}" type="slidenum">
              <a:rPr lang="en-US" altLang="zh-CN" sz="1300" smtClean="0"/>
              <a:pPr>
                <a:spcBef>
                  <a:spcPct val="0"/>
                </a:spcBef>
              </a:pPr>
              <a:t>6</a:t>
            </a:fld>
            <a:endParaRPr lang="en-US" altLang="zh-CN" sz="1300"/>
          </a:p>
        </p:txBody>
      </p:sp>
      <p:sp>
        <p:nvSpPr>
          <p:cNvPr id="27650" name="Rectangle 2">
            <a:extLst>
              <a:ext uri="{FF2B5EF4-FFF2-40B4-BE49-F238E27FC236}">
                <a16:creationId xmlns:a16="http://schemas.microsoft.com/office/drawing/2014/main" id="{5B1999BA-FB66-4795-A852-DA219DAD53B1}"/>
              </a:ext>
            </a:extLst>
          </p:cNvPr>
          <p:cNvSpPr>
            <a:spLocks noGrp="1" noRot="1" noChangeAspect="1" noChangeArrowheads="1" noTextEdit="1"/>
          </p:cNvSpPr>
          <p:nvPr>
            <p:ph type="sldImg"/>
          </p:nvPr>
        </p:nvSpPr>
        <p:spPr>
          <a:ln/>
        </p:spPr>
      </p:sp>
      <p:sp>
        <p:nvSpPr>
          <p:cNvPr id="27651" name="Rectangle 3">
            <a:extLst>
              <a:ext uri="{FF2B5EF4-FFF2-40B4-BE49-F238E27FC236}">
                <a16:creationId xmlns:a16="http://schemas.microsoft.com/office/drawing/2014/main" id="{BD4C3558-B761-4F02-A30E-75D4F7824B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lnSpc>
                <a:spcPct val="70000"/>
              </a:lnSpc>
              <a:spcBef>
                <a:spcPct val="50000"/>
              </a:spcBef>
            </a:pP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EF048BAE-B05E-4258-AC5A-A3A404FD2F8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A8E65AB7-2E82-4BB3-8EE9-8098B998FAB3}" type="slidenum">
              <a:rPr lang="en-US" altLang="zh-CN" sz="1300" smtClean="0"/>
              <a:pPr>
                <a:spcBef>
                  <a:spcPct val="0"/>
                </a:spcBef>
              </a:pPr>
              <a:t>7</a:t>
            </a:fld>
            <a:endParaRPr lang="en-US" altLang="zh-CN" sz="1300"/>
          </a:p>
        </p:txBody>
      </p:sp>
      <p:sp>
        <p:nvSpPr>
          <p:cNvPr id="29698" name="Rectangle 2">
            <a:extLst>
              <a:ext uri="{FF2B5EF4-FFF2-40B4-BE49-F238E27FC236}">
                <a16:creationId xmlns:a16="http://schemas.microsoft.com/office/drawing/2014/main" id="{01668C91-BD34-42F1-BD4E-464739B2ACCD}"/>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BB4D5057-410C-4C22-ADA5-3C5869C79C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F56EC60D-1FE1-4708-82D5-B16975CB8D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1B3E0FD-498F-4AEE-8A0C-9B5A01A76C85}" type="slidenum">
              <a:rPr lang="en-US" altLang="zh-CN" sz="1300" smtClean="0"/>
              <a:pPr>
                <a:spcBef>
                  <a:spcPct val="0"/>
                </a:spcBef>
              </a:pPr>
              <a:t>8</a:t>
            </a:fld>
            <a:endParaRPr lang="en-US" altLang="zh-CN" sz="1300"/>
          </a:p>
        </p:txBody>
      </p:sp>
      <p:sp>
        <p:nvSpPr>
          <p:cNvPr id="31746" name="Rectangle 2">
            <a:extLst>
              <a:ext uri="{FF2B5EF4-FFF2-40B4-BE49-F238E27FC236}">
                <a16:creationId xmlns:a16="http://schemas.microsoft.com/office/drawing/2014/main" id="{8448940B-E0DA-49CC-80F2-271A792C115E}"/>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ABA070C4-E318-4F90-8B33-880653943A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a:extLst>
              <a:ext uri="{FF2B5EF4-FFF2-40B4-BE49-F238E27FC236}">
                <a16:creationId xmlns:a16="http://schemas.microsoft.com/office/drawing/2014/main" id="{FE13FC31-5275-457B-926D-88A5F4952F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D4350BB-5684-472A-9DF3-82F54321915E}" type="slidenum">
              <a:rPr lang="en-US" altLang="zh-CN" sz="1300" smtClean="0"/>
              <a:pPr>
                <a:spcBef>
                  <a:spcPct val="0"/>
                </a:spcBef>
              </a:pPr>
              <a:t>9</a:t>
            </a:fld>
            <a:endParaRPr lang="en-US" altLang="zh-CN" sz="1300"/>
          </a:p>
        </p:txBody>
      </p:sp>
      <p:sp>
        <p:nvSpPr>
          <p:cNvPr id="33794" name="Rectangle 2">
            <a:extLst>
              <a:ext uri="{FF2B5EF4-FFF2-40B4-BE49-F238E27FC236}">
                <a16:creationId xmlns:a16="http://schemas.microsoft.com/office/drawing/2014/main" id="{AD690A75-A7A8-4ED1-BE9D-7924594F8A52}"/>
              </a:ext>
            </a:extLst>
          </p:cNvPr>
          <p:cNvSpPr>
            <a:spLocks noGrp="1" noRot="1" noChangeAspect="1" noChangeArrowheads="1" noTextEdit="1"/>
          </p:cNvSpPr>
          <p:nvPr>
            <p:ph type="sldImg"/>
          </p:nvPr>
        </p:nvSpPr>
        <p:spPr>
          <a:ln/>
        </p:spPr>
      </p:sp>
      <p:sp>
        <p:nvSpPr>
          <p:cNvPr id="33795" name="Rectangle 3">
            <a:extLst>
              <a:ext uri="{FF2B5EF4-FFF2-40B4-BE49-F238E27FC236}">
                <a16:creationId xmlns:a16="http://schemas.microsoft.com/office/drawing/2014/main" id="{7018D54A-5C87-4917-BDB7-1780C1B372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a:extLst>
              <a:ext uri="{FF2B5EF4-FFF2-40B4-BE49-F238E27FC236}">
                <a16:creationId xmlns:a16="http://schemas.microsoft.com/office/drawing/2014/main" id="{FA5EAEEF-F1C7-4082-A746-EC22746C6C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B452A3F-2732-4A09-BC97-762F2EE4C942}" type="slidenum">
              <a:rPr lang="en-US" altLang="zh-CN" sz="1300" smtClean="0"/>
              <a:pPr>
                <a:spcBef>
                  <a:spcPct val="0"/>
                </a:spcBef>
              </a:pPr>
              <a:t>10</a:t>
            </a:fld>
            <a:endParaRPr lang="en-US" altLang="zh-CN" sz="1300"/>
          </a:p>
        </p:txBody>
      </p:sp>
      <p:sp>
        <p:nvSpPr>
          <p:cNvPr id="35842" name="Rectangle 2">
            <a:extLst>
              <a:ext uri="{FF2B5EF4-FFF2-40B4-BE49-F238E27FC236}">
                <a16:creationId xmlns:a16="http://schemas.microsoft.com/office/drawing/2014/main" id="{047C5977-E6DB-457A-8CD4-594D6C4F247D}"/>
              </a:ext>
            </a:extLst>
          </p:cNvPr>
          <p:cNvSpPr>
            <a:spLocks noGrp="1" noRot="1" noChangeAspect="1" noChangeArrowheads="1" noTextEdit="1"/>
          </p:cNvSpPr>
          <p:nvPr>
            <p:ph type="sldImg"/>
          </p:nvPr>
        </p:nvSpPr>
        <p:spPr>
          <a:ln/>
        </p:spPr>
      </p:sp>
      <p:sp>
        <p:nvSpPr>
          <p:cNvPr id="35843" name="Rectangle 3">
            <a:extLst>
              <a:ext uri="{FF2B5EF4-FFF2-40B4-BE49-F238E27FC236}">
                <a16:creationId xmlns:a16="http://schemas.microsoft.com/office/drawing/2014/main" id="{E89D186E-C38B-48B0-AC22-B91B98C4A6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幻灯片图像占位符 1">
            <a:extLst>
              <a:ext uri="{FF2B5EF4-FFF2-40B4-BE49-F238E27FC236}">
                <a16:creationId xmlns:a16="http://schemas.microsoft.com/office/drawing/2014/main" id="{217572C4-0A19-4469-A082-6C8ADD2D4883}"/>
              </a:ext>
            </a:extLst>
          </p:cNvPr>
          <p:cNvSpPr>
            <a:spLocks noGrp="1" noRot="1" noChangeAspect="1" noChangeArrowheads="1" noTextEdit="1"/>
          </p:cNvSpPr>
          <p:nvPr>
            <p:ph type="sldImg"/>
          </p:nvPr>
        </p:nvSpPr>
        <p:spPr>
          <a:ln/>
        </p:spPr>
      </p:sp>
      <p:sp>
        <p:nvSpPr>
          <p:cNvPr id="39938" name="备注占位符 2">
            <a:extLst>
              <a:ext uri="{FF2B5EF4-FFF2-40B4-BE49-F238E27FC236}">
                <a16:creationId xmlns:a16="http://schemas.microsoft.com/office/drawing/2014/main" id="{23A1FF75-3AEA-4462-825A-EABB642557C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9939" name="灯片编号占位符 3">
            <a:extLst>
              <a:ext uri="{FF2B5EF4-FFF2-40B4-BE49-F238E27FC236}">
                <a16:creationId xmlns:a16="http://schemas.microsoft.com/office/drawing/2014/main" id="{F304B9CD-5BF1-40DC-977A-6454ACC7A9A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9F61A94A-22FD-4762-BBE2-9F66BAA22A78}" type="slidenum">
              <a:rPr lang="en-US" altLang="zh-CN" sz="1300" smtClean="0">
                <a:ea typeface="宋体" panose="02010600030101010101" pitchFamily="2" charset="-122"/>
              </a:rPr>
              <a:pPr/>
              <a:t>13</a:t>
            </a:fld>
            <a:endParaRPr lang="en-US" altLang="zh-CN" sz="130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8748C7B1-F540-44B1-8548-92A7A81D58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306B2DA-F93E-4D3E-8DDB-10B58F53134B}" type="slidenum">
              <a:rPr lang="en-US" altLang="zh-CN" sz="1300" smtClean="0"/>
              <a:pPr>
                <a:spcBef>
                  <a:spcPct val="0"/>
                </a:spcBef>
              </a:pPr>
              <a:t>21</a:t>
            </a:fld>
            <a:endParaRPr lang="en-US" altLang="zh-CN" sz="1300"/>
          </a:p>
        </p:txBody>
      </p:sp>
      <p:sp>
        <p:nvSpPr>
          <p:cNvPr id="50178" name="Rectangle 2">
            <a:extLst>
              <a:ext uri="{FF2B5EF4-FFF2-40B4-BE49-F238E27FC236}">
                <a16:creationId xmlns:a16="http://schemas.microsoft.com/office/drawing/2014/main" id="{18B3D4E0-2774-43C8-802E-4172F15BF24B}"/>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7C96878A-368F-4347-938A-4D9FAA638C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b="1" i="1">
              <a:solidFill>
                <a:srgbClr val="8080FF"/>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幻灯片图像占位符 1">
            <a:extLst>
              <a:ext uri="{FF2B5EF4-FFF2-40B4-BE49-F238E27FC236}">
                <a16:creationId xmlns:a16="http://schemas.microsoft.com/office/drawing/2014/main" id="{C97611FF-A8BC-41FE-B0D1-C5F42C73E6D5}"/>
              </a:ext>
            </a:extLst>
          </p:cNvPr>
          <p:cNvSpPr>
            <a:spLocks noGrp="1" noRot="1" noChangeAspect="1" noChangeArrowheads="1" noTextEdit="1"/>
          </p:cNvSpPr>
          <p:nvPr>
            <p:ph type="sldImg"/>
          </p:nvPr>
        </p:nvSpPr>
        <p:spPr>
          <a:ln/>
        </p:spPr>
      </p:sp>
      <p:sp>
        <p:nvSpPr>
          <p:cNvPr id="53250" name="备注占位符 2">
            <a:extLst>
              <a:ext uri="{FF2B5EF4-FFF2-40B4-BE49-F238E27FC236}">
                <a16:creationId xmlns:a16="http://schemas.microsoft.com/office/drawing/2014/main" id="{CB54DE27-3D60-4E36-A051-0779102D9C4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3251" name="灯片编号占位符 3">
            <a:extLst>
              <a:ext uri="{FF2B5EF4-FFF2-40B4-BE49-F238E27FC236}">
                <a16:creationId xmlns:a16="http://schemas.microsoft.com/office/drawing/2014/main" id="{3F42DED0-B1B2-4324-88E5-96718866952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2D141BE4-1505-4232-99AD-8ECE1EC06A78}" type="slidenum">
              <a:rPr lang="en-US" altLang="zh-CN" sz="1300" smtClean="0">
                <a:ea typeface="宋体" panose="02010600030101010101" pitchFamily="2" charset="-122"/>
              </a:rPr>
              <a:pPr/>
              <a:t>23</a:t>
            </a:fld>
            <a:endParaRPr lang="en-US" altLang="zh-CN" sz="130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7A2AFECE-3B7E-478A-B3E3-2AE6AC5223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008D18A-DCFB-46D9-B16C-08808CB0BA0E}" type="slidenum">
              <a:rPr lang="en-US" altLang="zh-CN" sz="1300" smtClean="0"/>
              <a:pPr>
                <a:spcBef>
                  <a:spcPct val="0"/>
                </a:spcBef>
              </a:pPr>
              <a:t>24</a:t>
            </a:fld>
            <a:endParaRPr lang="en-US" altLang="zh-CN" sz="1300"/>
          </a:p>
        </p:txBody>
      </p:sp>
      <p:sp>
        <p:nvSpPr>
          <p:cNvPr id="55298" name="Rectangle 2">
            <a:extLst>
              <a:ext uri="{FF2B5EF4-FFF2-40B4-BE49-F238E27FC236}">
                <a16:creationId xmlns:a16="http://schemas.microsoft.com/office/drawing/2014/main" id="{9275DE71-E2F1-4E37-82BE-F3E9954009F8}"/>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1A748B2B-54B5-469C-861F-6685E161259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幻灯片图像占位符 1">
            <a:extLst>
              <a:ext uri="{FF2B5EF4-FFF2-40B4-BE49-F238E27FC236}">
                <a16:creationId xmlns:a16="http://schemas.microsoft.com/office/drawing/2014/main" id="{A3665428-4718-47E0-847B-BD1A7586AE7E}"/>
              </a:ext>
            </a:extLst>
          </p:cNvPr>
          <p:cNvSpPr>
            <a:spLocks noGrp="1" noRot="1" noChangeAspect="1" noChangeArrowheads="1" noTextEdit="1"/>
          </p:cNvSpPr>
          <p:nvPr>
            <p:ph type="sldImg"/>
          </p:nvPr>
        </p:nvSpPr>
        <p:spPr>
          <a:ln/>
        </p:spPr>
      </p:sp>
      <p:sp>
        <p:nvSpPr>
          <p:cNvPr id="57346" name="备注占位符 2">
            <a:extLst>
              <a:ext uri="{FF2B5EF4-FFF2-40B4-BE49-F238E27FC236}">
                <a16:creationId xmlns:a16="http://schemas.microsoft.com/office/drawing/2014/main" id="{172F1337-A7CB-4AE8-90BA-48EDCD80FEE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7347" name="灯片编号占位符 3">
            <a:extLst>
              <a:ext uri="{FF2B5EF4-FFF2-40B4-BE49-F238E27FC236}">
                <a16:creationId xmlns:a16="http://schemas.microsoft.com/office/drawing/2014/main" id="{6CD3C83D-ADEB-4EF7-A86C-C627FCDFD89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A367CAE4-C732-49F9-9337-A775C8A5A19F}" type="slidenum">
              <a:rPr lang="en-US" altLang="zh-CN" sz="1300" smtClean="0">
                <a:ea typeface="宋体" panose="02010600030101010101" pitchFamily="2" charset="-122"/>
              </a:rPr>
              <a:pPr/>
              <a:t>25</a:t>
            </a:fld>
            <a:endParaRPr lang="en-US" altLang="zh-CN" sz="130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幻灯片图像占位符 1">
            <a:extLst>
              <a:ext uri="{FF2B5EF4-FFF2-40B4-BE49-F238E27FC236}">
                <a16:creationId xmlns:a16="http://schemas.microsoft.com/office/drawing/2014/main" id="{E4FD6B5A-161F-4C55-AC4D-1D47A2499C0D}"/>
              </a:ext>
            </a:extLst>
          </p:cNvPr>
          <p:cNvSpPr>
            <a:spLocks noGrp="1" noRot="1" noChangeAspect="1" noChangeArrowheads="1" noTextEdit="1"/>
          </p:cNvSpPr>
          <p:nvPr>
            <p:ph type="sldImg"/>
          </p:nvPr>
        </p:nvSpPr>
        <p:spPr>
          <a:ln/>
        </p:spPr>
      </p:sp>
      <p:sp>
        <p:nvSpPr>
          <p:cNvPr id="60418" name="备注占位符 2">
            <a:extLst>
              <a:ext uri="{FF2B5EF4-FFF2-40B4-BE49-F238E27FC236}">
                <a16:creationId xmlns:a16="http://schemas.microsoft.com/office/drawing/2014/main" id="{703FBA5B-3851-4A6B-B44F-314DFE320CB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0419" name="灯片编号占位符 3">
            <a:extLst>
              <a:ext uri="{FF2B5EF4-FFF2-40B4-BE49-F238E27FC236}">
                <a16:creationId xmlns:a16="http://schemas.microsoft.com/office/drawing/2014/main" id="{2C45A387-4249-4FA2-81CA-6486EA773CD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4D2E8C88-9494-47AA-9760-1D0209280456}" type="slidenum">
              <a:rPr lang="en-US" altLang="zh-CN" sz="1300" smtClean="0">
                <a:ea typeface="宋体" panose="02010600030101010101" pitchFamily="2" charset="-122"/>
              </a:rPr>
              <a:pPr/>
              <a:t>27</a:t>
            </a:fld>
            <a:endParaRPr lang="en-US" altLang="zh-CN" sz="130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幻灯片图像占位符 1">
            <a:extLst>
              <a:ext uri="{FF2B5EF4-FFF2-40B4-BE49-F238E27FC236}">
                <a16:creationId xmlns:a16="http://schemas.microsoft.com/office/drawing/2014/main" id="{C9010A70-007A-435B-892A-08DAF97FEBA7}"/>
              </a:ext>
            </a:extLst>
          </p:cNvPr>
          <p:cNvSpPr>
            <a:spLocks noGrp="1" noRot="1" noChangeAspect="1" noChangeArrowheads="1" noTextEdit="1"/>
          </p:cNvSpPr>
          <p:nvPr>
            <p:ph type="sldImg"/>
          </p:nvPr>
        </p:nvSpPr>
        <p:spPr>
          <a:ln/>
        </p:spPr>
      </p:sp>
      <p:sp>
        <p:nvSpPr>
          <p:cNvPr id="70658" name="备注占位符 2">
            <a:extLst>
              <a:ext uri="{FF2B5EF4-FFF2-40B4-BE49-F238E27FC236}">
                <a16:creationId xmlns:a16="http://schemas.microsoft.com/office/drawing/2014/main" id="{274BD5B8-242C-4F87-B720-E7E5269E8B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659" name="灯片编号占位符 3">
            <a:extLst>
              <a:ext uri="{FF2B5EF4-FFF2-40B4-BE49-F238E27FC236}">
                <a16:creationId xmlns:a16="http://schemas.microsoft.com/office/drawing/2014/main" id="{CB074B39-3319-4529-B2BD-C92BC04CCA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16387A6B-CBC0-48A5-B09A-0A0CD616A974}" type="slidenum">
              <a:rPr lang="en-US" altLang="zh-CN" sz="1300" smtClean="0">
                <a:ea typeface="宋体" panose="02010600030101010101" pitchFamily="2" charset="-122"/>
              </a:rPr>
              <a:pPr/>
              <a:t>35</a:t>
            </a:fld>
            <a:endParaRPr lang="en-US" altLang="zh-CN" sz="130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幻灯片图像占位符 1">
            <a:extLst>
              <a:ext uri="{FF2B5EF4-FFF2-40B4-BE49-F238E27FC236}">
                <a16:creationId xmlns:a16="http://schemas.microsoft.com/office/drawing/2014/main" id="{5C96A82F-8927-48DB-9571-FCC39DCA3A79}"/>
              </a:ext>
            </a:extLst>
          </p:cNvPr>
          <p:cNvSpPr>
            <a:spLocks noGrp="1" noRot="1" noChangeAspect="1" noChangeArrowheads="1" noTextEdit="1"/>
          </p:cNvSpPr>
          <p:nvPr>
            <p:ph type="sldImg"/>
          </p:nvPr>
        </p:nvSpPr>
        <p:spPr>
          <a:ln/>
        </p:spPr>
      </p:sp>
      <p:sp>
        <p:nvSpPr>
          <p:cNvPr id="78850" name="备注占位符 2">
            <a:extLst>
              <a:ext uri="{FF2B5EF4-FFF2-40B4-BE49-F238E27FC236}">
                <a16:creationId xmlns:a16="http://schemas.microsoft.com/office/drawing/2014/main" id="{A4D6CE60-3535-4CFB-A2D8-1C44A282DF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8851" name="灯片编号占位符 3">
            <a:extLst>
              <a:ext uri="{FF2B5EF4-FFF2-40B4-BE49-F238E27FC236}">
                <a16:creationId xmlns:a16="http://schemas.microsoft.com/office/drawing/2014/main" id="{9F1A01C8-B665-4F94-B62E-ECCCC1E54A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29BA4F9F-E69D-48F5-A5A7-37600CE59863}" type="slidenum">
              <a:rPr lang="en-US" altLang="zh-CN" sz="1300" smtClean="0">
                <a:ea typeface="宋体" panose="02010600030101010101" pitchFamily="2" charset="-122"/>
              </a:rPr>
              <a:pPr/>
              <a:t>42</a:t>
            </a:fld>
            <a:endParaRPr lang="en-US" altLang="zh-CN" sz="130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幻灯片图像占位符 1">
            <a:extLst>
              <a:ext uri="{FF2B5EF4-FFF2-40B4-BE49-F238E27FC236}">
                <a16:creationId xmlns:a16="http://schemas.microsoft.com/office/drawing/2014/main" id="{DE56D54D-12F6-4759-B6D8-65355F7012DD}"/>
              </a:ext>
            </a:extLst>
          </p:cNvPr>
          <p:cNvSpPr>
            <a:spLocks noGrp="1" noRot="1" noChangeAspect="1" noChangeArrowheads="1" noTextEdit="1"/>
          </p:cNvSpPr>
          <p:nvPr>
            <p:ph type="sldImg"/>
          </p:nvPr>
        </p:nvSpPr>
        <p:spPr>
          <a:ln/>
        </p:spPr>
      </p:sp>
      <p:sp>
        <p:nvSpPr>
          <p:cNvPr id="81922" name="备注占位符 2">
            <a:extLst>
              <a:ext uri="{FF2B5EF4-FFF2-40B4-BE49-F238E27FC236}">
                <a16:creationId xmlns:a16="http://schemas.microsoft.com/office/drawing/2014/main" id="{9A99C252-B34F-404F-B931-EDF8F0A71D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1923" name="灯片编号占位符 3">
            <a:extLst>
              <a:ext uri="{FF2B5EF4-FFF2-40B4-BE49-F238E27FC236}">
                <a16:creationId xmlns:a16="http://schemas.microsoft.com/office/drawing/2014/main" id="{9AF41CB5-558A-4716-BAA9-02662C3231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7BD0868A-4BAE-47B7-A387-F976808C1D67}" type="slidenum">
              <a:rPr lang="en-US" altLang="zh-CN" sz="1300" smtClean="0">
                <a:ea typeface="宋体" panose="02010600030101010101" pitchFamily="2" charset="-122"/>
              </a:rPr>
              <a:pPr/>
              <a:t>44</a:t>
            </a:fld>
            <a:endParaRPr lang="en-US" altLang="zh-CN" sz="130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幻灯片图像占位符 1">
            <a:extLst>
              <a:ext uri="{FF2B5EF4-FFF2-40B4-BE49-F238E27FC236}">
                <a16:creationId xmlns:a16="http://schemas.microsoft.com/office/drawing/2014/main" id="{DDD5DA06-2552-4E34-A15A-F16131DDE1C7}"/>
              </a:ext>
            </a:extLst>
          </p:cNvPr>
          <p:cNvSpPr>
            <a:spLocks noGrp="1" noRot="1" noChangeAspect="1" noChangeArrowheads="1" noTextEdit="1"/>
          </p:cNvSpPr>
          <p:nvPr>
            <p:ph type="sldImg"/>
          </p:nvPr>
        </p:nvSpPr>
        <p:spPr>
          <a:ln/>
        </p:spPr>
      </p:sp>
      <p:sp>
        <p:nvSpPr>
          <p:cNvPr id="91138" name="备注占位符 2">
            <a:extLst>
              <a:ext uri="{FF2B5EF4-FFF2-40B4-BE49-F238E27FC236}">
                <a16:creationId xmlns:a16="http://schemas.microsoft.com/office/drawing/2014/main" id="{8CC1CB4A-54D2-4D41-9585-AF983C109D8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1139" name="灯片编号占位符 3">
            <a:extLst>
              <a:ext uri="{FF2B5EF4-FFF2-40B4-BE49-F238E27FC236}">
                <a16:creationId xmlns:a16="http://schemas.microsoft.com/office/drawing/2014/main" id="{9BA3ECEA-59F8-4415-9CD7-EDFEA15D8C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1F8A3503-9F03-47A4-91CA-F66491B129CB}" type="slidenum">
              <a:rPr lang="en-US" altLang="zh-CN" sz="1300" smtClean="0">
                <a:ea typeface="宋体" panose="02010600030101010101" pitchFamily="2" charset="-122"/>
              </a:rPr>
              <a:pPr/>
              <a:t>52</a:t>
            </a:fld>
            <a:endParaRPr lang="en-US" altLang="zh-CN" sz="130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450444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幻灯片图像占位符 1">
            <a:extLst>
              <a:ext uri="{FF2B5EF4-FFF2-40B4-BE49-F238E27FC236}">
                <a16:creationId xmlns:a16="http://schemas.microsoft.com/office/drawing/2014/main" id="{A1E97462-8D6F-4395-9082-52316A2E2680}"/>
              </a:ext>
            </a:extLst>
          </p:cNvPr>
          <p:cNvSpPr>
            <a:spLocks noGrp="1" noRot="1" noChangeAspect="1" noChangeArrowheads="1" noTextEdit="1"/>
          </p:cNvSpPr>
          <p:nvPr>
            <p:ph type="sldImg"/>
          </p:nvPr>
        </p:nvSpPr>
        <p:spPr>
          <a:ln/>
        </p:spPr>
      </p:sp>
      <p:sp>
        <p:nvSpPr>
          <p:cNvPr id="106498" name="备注占位符 2">
            <a:extLst>
              <a:ext uri="{FF2B5EF4-FFF2-40B4-BE49-F238E27FC236}">
                <a16:creationId xmlns:a16="http://schemas.microsoft.com/office/drawing/2014/main" id="{683E5685-7041-435D-A9D4-A3D20B3ABB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6499" name="灯片编号占位符 3">
            <a:extLst>
              <a:ext uri="{FF2B5EF4-FFF2-40B4-BE49-F238E27FC236}">
                <a16:creationId xmlns:a16="http://schemas.microsoft.com/office/drawing/2014/main" id="{9F6F960F-742F-4715-A4AC-6C24B9C48D6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B316C369-6647-460E-93CC-2F989090C2C7}" type="slidenum">
              <a:rPr lang="en-US" altLang="zh-CN" sz="1300" smtClean="0">
                <a:ea typeface="宋体" panose="02010600030101010101" pitchFamily="2" charset="-122"/>
              </a:rPr>
              <a:pPr/>
              <a:t>65</a:t>
            </a:fld>
            <a:endParaRPr lang="en-US" altLang="zh-CN" sz="130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幻灯片图像占位符 1">
            <a:extLst>
              <a:ext uri="{FF2B5EF4-FFF2-40B4-BE49-F238E27FC236}">
                <a16:creationId xmlns:a16="http://schemas.microsoft.com/office/drawing/2014/main" id="{1EF8FF16-4C26-48BB-9609-41661A9F1921}"/>
              </a:ext>
            </a:extLst>
          </p:cNvPr>
          <p:cNvSpPr>
            <a:spLocks noGrp="1" noRot="1" noChangeAspect="1" noChangeArrowheads="1" noTextEdit="1"/>
          </p:cNvSpPr>
          <p:nvPr>
            <p:ph type="sldImg"/>
          </p:nvPr>
        </p:nvSpPr>
        <p:spPr>
          <a:ln/>
        </p:spPr>
      </p:sp>
      <p:sp>
        <p:nvSpPr>
          <p:cNvPr id="115714" name="备注占位符 2">
            <a:extLst>
              <a:ext uri="{FF2B5EF4-FFF2-40B4-BE49-F238E27FC236}">
                <a16:creationId xmlns:a16="http://schemas.microsoft.com/office/drawing/2014/main" id="{2F616C22-A9A7-446E-8720-1AE29D1E082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5715" name="灯片编号占位符 3">
            <a:extLst>
              <a:ext uri="{FF2B5EF4-FFF2-40B4-BE49-F238E27FC236}">
                <a16:creationId xmlns:a16="http://schemas.microsoft.com/office/drawing/2014/main" id="{0C0DDD04-7F1C-459C-B80D-24A0CA7F627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E48D8B31-7FC5-4B17-9426-B24E39B54ADA}" type="slidenum">
              <a:rPr lang="en-US" altLang="zh-CN" sz="1300" smtClean="0">
                <a:ea typeface="宋体" panose="02010600030101010101" pitchFamily="2" charset="-122"/>
              </a:rPr>
              <a:pPr/>
              <a:t>73</a:t>
            </a:fld>
            <a:endParaRPr lang="en-US" altLang="zh-CN" sz="130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幻灯片图像占位符 1">
            <a:extLst>
              <a:ext uri="{FF2B5EF4-FFF2-40B4-BE49-F238E27FC236}">
                <a16:creationId xmlns:a16="http://schemas.microsoft.com/office/drawing/2014/main" id="{F4189D2D-ED5D-409E-B659-B59FF8361A0F}"/>
              </a:ext>
            </a:extLst>
          </p:cNvPr>
          <p:cNvSpPr>
            <a:spLocks noGrp="1" noRot="1" noChangeAspect="1" noChangeArrowheads="1" noTextEdit="1"/>
          </p:cNvSpPr>
          <p:nvPr>
            <p:ph type="sldImg"/>
          </p:nvPr>
        </p:nvSpPr>
        <p:spPr>
          <a:ln/>
        </p:spPr>
      </p:sp>
      <p:sp>
        <p:nvSpPr>
          <p:cNvPr id="117762" name="备注占位符 2">
            <a:extLst>
              <a:ext uri="{FF2B5EF4-FFF2-40B4-BE49-F238E27FC236}">
                <a16:creationId xmlns:a16="http://schemas.microsoft.com/office/drawing/2014/main" id="{EA5CF38A-9CD3-490B-84E1-BA84AFF0CB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763" name="灯片编号占位符 3">
            <a:extLst>
              <a:ext uri="{FF2B5EF4-FFF2-40B4-BE49-F238E27FC236}">
                <a16:creationId xmlns:a16="http://schemas.microsoft.com/office/drawing/2014/main" id="{45448433-E977-4B8D-A230-D88BC6B196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kumimoji="1" sz="3200">
                <a:solidFill>
                  <a:schemeClr val="tx1"/>
                </a:solidFill>
                <a:latin typeface="Times New Roman" panose="02020603050405020304" pitchFamily="18" charset="0"/>
                <a:ea typeface="黑体" panose="02010609060101010101" pitchFamily="49" charset="-122"/>
              </a:defRPr>
            </a:lvl1pPr>
            <a:lvl2pPr marL="742950" indent="-285750" defTabSz="9906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906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906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906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6628966E-0E66-43D4-B34F-55DD9142F918}" type="slidenum">
              <a:rPr lang="en-US" altLang="zh-CN" sz="1300" smtClean="0">
                <a:ea typeface="宋体" panose="02010600030101010101" pitchFamily="2" charset="-122"/>
              </a:rPr>
              <a:pPr/>
              <a:t>74</a:t>
            </a:fld>
            <a:endParaRPr lang="en-US" altLang="zh-CN" sz="130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95400" y="2819400"/>
            <a:ext cx="6400800" cy="2057400"/>
          </a:xfrm>
        </p:spPr>
        <p:txBody>
          <a:bodyPr/>
          <a:lstStyle>
            <a:lvl1pPr marL="0" indent="0" algn="l">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
        <p:nvSpPr>
          <p:cNvPr id="5" name="标题 4">
            <a:extLst>
              <a:ext uri="{FF2B5EF4-FFF2-40B4-BE49-F238E27FC236}">
                <a16:creationId xmlns:a16="http://schemas.microsoft.com/office/drawing/2014/main" id="{90F341F0-C5D0-4113-A763-7745C10E1D62}"/>
              </a:ext>
            </a:extLst>
          </p:cNvPr>
          <p:cNvSpPr>
            <a:spLocks noGrp="1"/>
          </p:cNvSpPr>
          <p:nvPr>
            <p:ph type="title"/>
          </p:nvPr>
        </p:nvSpPr>
        <p:spPr>
          <a:xfrm>
            <a:off x="1066800" y="1295400"/>
            <a:ext cx="7315200" cy="812800"/>
          </a:xfrm>
        </p:spPr>
        <p:txBody>
          <a:bodyPr/>
          <a:lstStyle>
            <a:lvl1pPr algn="l">
              <a:defRPr>
                <a:latin typeface="Times New Roman" panose="02020603050405020304" pitchFamily="18" charset="0"/>
                <a:cs typeface="Times New Roman" panose="02020603050405020304" pitchFamily="18" charset="0"/>
              </a:defRPr>
            </a:lvl1pPr>
          </a:lstStyle>
          <a:p>
            <a:r>
              <a:rPr lang="zh-CN" altLang="en-US" dirty="0"/>
              <a:t>单击此处编辑母版标题样式</a:t>
            </a: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176215"/>
            <a:ext cx="8382000" cy="5435600"/>
          </a:xfrm>
        </p:spPr>
        <p:txBody>
          <a:bodyPr/>
          <a:lstStyle>
            <a:lvl1pPr marL="254000" indent="-254000">
              <a:buClr>
                <a:srgbClr val="CC3300"/>
              </a:buClr>
              <a:buSzPct val="70000"/>
              <a:buFont typeface="Wingdings" panose="05000000000000000000" pitchFamily="2" charset="2"/>
              <a:buChar char="n"/>
              <a:defRPr sz="28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8000"/>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marL="800100" indent="-203200">
              <a:buClr>
                <a:srgbClr val="9900CC"/>
              </a:buClr>
              <a:buSzPct val="70000"/>
              <a:buFont typeface="Wingdings" panose="05000000000000000000" pitchFamily="2" charset="2"/>
              <a:buChar char="p"/>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标题 3">
            <a:extLst>
              <a:ext uri="{FF2B5EF4-FFF2-40B4-BE49-F238E27FC236}">
                <a16:creationId xmlns:a16="http://schemas.microsoft.com/office/drawing/2014/main" id="{7FEBFC5E-9E13-46F0-8633-BDB317132D79}"/>
              </a:ext>
            </a:extLst>
          </p:cNvPr>
          <p:cNvSpPr>
            <a:spLocks noGrp="1"/>
          </p:cNvSpPr>
          <p:nvPr>
            <p:ph type="title"/>
          </p:nvPr>
        </p:nvSpPr>
        <p:spPr>
          <a:xfrm>
            <a:off x="381000" y="254000"/>
            <a:ext cx="8382000" cy="812800"/>
          </a:xfrm>
        </p:spPr>
        <p:txBody>
          <a:bodyPr/>
          <a:lstStyle>
            <a:lvl1pPr>
              <a:defRPr sz="4400">
                <a:solidFill>
                  <a:srgbClr val="000066"/>
                </a:solidFill>
                <a:latin typeface="Times New Roman" panose="02020603050405020304" pitchFamily="18" charset="0"/>
                <a:cs typeface="Times New Roman" panose="02020603050405020304" pitchFamily="18" charset="0"/>
              </a:defRPr>
            </a:lvl1pPr>
          </a:lstStyle>
          <a:p>
            <a:r>
              <a:rPr lang="zh-CN" altLang="en-US" dirty="0"/>
              <a:t>单击此处编辑母版标题样式</a:t>
            </a: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24">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81000" y="1168400"/>
            <a:ext cx="4114800" cy="5435600"/>
          </a:xfrm>
        </p:spPr>
        <p:txBody>
          <a:bodyPr/>
          <a:lstStyle>
            <a:lvl1pPr marL="254000" indent="-254000">
              <a:buClr>
                <a:srgbClr val="CC3300"/>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8000"/>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标题 4">
            <a:extLst>
              <a:ext uri="{FF2B5EF4-FFF2-40B4-BE49-F238E27FC236}">
                <a16:creationId xmlns:a16="http://schemas.microsoft.com/office/drawing/2014/main" id="{9597F0C3-A318-4553-B8BD-ED7E6FB91E58}"/>
              </a:ext>
            </a:extLst>
          </p:cNvPr>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p>
        </p:txBody>
      </p:sp>
      <p:sp>
        <p:nvSpPr>
          <p:cNvPr id="7" name="Content Placeholder 2">
            <a:extLst>
              <a:ext uri="{FF2B5EF4-FFF2-40B4-BE49-F238E27FC236}">
                <a16:creationId xmlns:a16="http://schemas.microsoft.com/office/drawing/2014/main" id="{B944CF63-DA67-46B4-8F87-CA4DEAD3C484}"/>
              </a:ext>
            </a:extLst>
          </p:cNvPr>
          <p:cNvSpPr>
            <a:spLocks noGrp="1"/>
          </p:cNvSpPr>
          <p:nvPr>
            <p:ph sz="half" idx="10" hasCustomPrompt="1"/>
          </p:nvPr>
        </p:nvSpPr>
        <p:spPr>
          <a:xfrm>
            <a:off x="4648202" y="1168400"/>
            <a:ext cx="4114800" cy="5435600"/>
          </a:xfrm>
        </p:spPr>
        <p:txBody>
          <a:bodyPr/>
          <a:lstStyle>
            <a:lvl1pPr marL="254000" indent="-254000">
              <a:buClr>
                <a:srgbClr val="CC3300"/>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8000"/>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141016"/>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hasCustomPrompt="1"/>
          </p:nvPr>
        </p:nvSpPr>
        <p:spPr>
          <a:xfrm>
            <a:off x="457200" y="1814961"/>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p:cNvSpPr>
            <a:spLocks noGrp="1"/>
          </p:cNvSpPr>
          <p:nvPr>
            <p:ph type="body" sz="quarter" idx="3"/>
          </p:nvPr>
        </p:nvSpPr>
        <p:spPr>
          <a:xfrm>
            <a:off x="4645025" y="1141016"/>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hasCustomPrompt="1"/>
          </p:nvPr>
        </p:nvSpPr>
        <p:spPr>
          <a:xfrm>
            <a:off x="4645025" y="1814961"/>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标题 6">
            <a:extLst>
              <a:ext uri="{FF2B5EF4-FFF2-40B4-BE49-F238E27FC236}">
                <a16:creationId xmlns:a16="http://schemas.microsoft.com/office/drawing/2014/main" id="{DB40FF33-5231-42C5-90B8-C122EBA1E486}"/>
              </a:ext>
            </a:extLst>
          </p:cNvPr>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DEF578A-1D69-45F6-BF33-CD682E4B9B08}"/>
              </a:ext>
            </a:extLst>
          </p:cNvPr>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zh-CN" altLang="en-US" dirty="0"/>
              <a:t>单击此处编辑母版标题样式</a:t>
            </a:r>
          </a:p>
        </p:txBody>
      </p:sp>
      <p:sp>
        <p:nvSpPr>
          <p:cNvPr id="3" name="内容占位符 2"/>
          <p:cNvSpPr>
            <a:spLocks noGrp="1"/>
          </p:cNvSpPr>
          <p:nvPr>
            <p:ph idx="1"/>
          </p:nvPr>
        </p:nvSpPr>
        <p:spPr>
          <a:noFill/>
        </p:spPr>
        <p:txBody>
          <a:bodyPr/>
          <a:lstStyle>
            <a:lvl1pPr>
              <a:defRPr>
                <a:latin typeface="Times New Roman" panose="02020603050405020304" pitchFamily="18" charset="0"/>
                <a:cs typeface="Times New Roman" panose="02020603050405020304" pitchFamily="18" charset="0"/>
              </a:defRPr>
            </a:lvl1pPr>
            <a:lvl2pPr>
              <a:spcBef>
                <a:spcPts val="600"/>
              </a:spcBef>
              <a:defRPr>
                <a:latin typeface="Times New Roman" panose="02020603050405020304" pitchFamily="18" charset="0"/>
                <a:cs typeface="Times New Roman" panose="02020603050405020304" pitchFamily="18" charset="0"/>
              </a:defRPr>
            </a:lvl2pPr>
            <a:lvl3pPr>
              <a:spcBef>
                <a:spcPts val="600"/>
              </a:spcBef>
              <a:defRPr>
                <a:latin typeface="Times New Roman" panose="02020603050405020304" pitchFamily="18" charset="0"/>
                <a:cs typeface="Times New Roman" panose="02020603050405020304" pitchFamily="18" charset="0"/>
              </a:defRPr>
            </a:lvl3pPr>
            <a:lvl5pPr marL="1971675" indent="-269875">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106799473"/>
      </p:ext>
    </p:extLst>
  </p:cSld>
  <p:clrMapOvr>
    <a:masterClrMapping/>
  </p:clrMapOvr>
  <p:transition spd="med">
    <p:pull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chart">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34925" y="3175"/>
            <a:ext cx="9109075" cy="762000"/>
          </a:xfrm>
        </p:spPr>
        <p:txBody>
          <a:bodyPr/>
          <a:lstStyle/>
          <a:p>
            <a:r>
              <a:rPr lang="zh-CN" altLang="en-US"/>
              <a:t>单击此处编辑母版标题样式</a:t>
            </a:r>
          </a:p>
        </p:txBody>
      </p:sp>
      <p:sp>
        <p:nvSpPr>
          <p:cNvPr id="3" name="图表占位符 2"/>
          <p:cNvSpPr>
            <a:spLocks noGrp="1"/>
          </p:cNvSpPr>
          <p:nvPr>
            <p:ph type="chart" idx="1"/>
          </p:nvPr>
        </p:nvSpPr>
        <p:spPr>
          <a:xfrm>
            <a:off x="179388" y="981075"/>
            <a:ext cx="8785225" cy="5400675"/>
          </a:xfrm>
        </p:spPr>
        <p:txBody>
          <a:bodyPr/>
          <a:lstStyle/>
          <a:p>
            <a:pPr lvl="0"/>
            <a:r>
              <a:rPr lang="zh-CN" altLang="en-US" noProof="0"/>
              <a:t>单击图标添加图表</a:t>
            </a:r>
          </a:p>
        </p:txBody>
      </p:sp>
      <p:sp>
        <p:nvSpPr>
          <p:cNvPr id="4" name="页脚占位符 9">
            <a:extLst>
              <a:ext uri="{FF2B5EF4-FFF2-40B4-BE49-F238E27FC236}">
                <a16:creationId xmlns:a16="http://schemas.microsoft.com/office/drawing/2014/main" id="{7323BA15-E5D7-4A5B-9B12-CEE47DEE2FD7}"/>
              </a:ext>
            </a:extLst>
          </p:cNvPr>
          <p:cNvSpPr>
            <a:spLocks noGrp="1"/>
          </p:cNvSpPr>
          <p:nvPr>
            <p:ph type="ftr" sz="quarter" idx="10"/>
          </p:nvPr>
        </p:nvSpPr>
        <p:spPr>
          <a:xfrm>
            <a:off x="3028950" y="6356350"/>
            <a:ext cx="3086100" cy="365125"/>
          </a:xfrm>
          <a:prstGeom prst="rect">
            <a:avLst/>
          </a:prstGeom>
          <a:ln/>
        </p:spPr>
        <p:txBody>
          <a:bodyPr/>
          <a:lstStyle>
            <a:lvl1pPr>
              <a:defRPr/>
            </a:lvl1pPr>
          </a:lstStyle>
          <a:p>
            <a:r>
              <a:rPr lang="zh-CN" altLang="en-US"/>
              <a:t>计算机学院体系结构中心</a:t>
            </a:r>
          </a:p>
        </p:txBody>
      </p:sp>
    </p:spTree>
    <p:extLst>
      <p:ext uri="{BB962C8B-B14F-4D97-AF65-F5344CB8AC3E}">
        <p14:creationId xmlns:p14="http://schemas.microsoft.com/office/powerpoint/2010/main" val="706257341"/>
      </p:ext>
    </p:extLst>
  </p:cSld>
  <p:clrMapOvr>
    <a:masterClrMapping/>
  </p:clrMapOvr>
  <p:transition spd="med">
    <p:pull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4925" y="3175"/>
            <a:ext cx="9109075" cy="762000"/>
          </a:xfrm>
        </p:spPr>
        <p:txBody>
          <a:bodyPr/>
          <a:lstStyle/>
          <a:p>
            <a:r>
              <a:rPr lang="zh-CN" altLang="en-US"/>
              <a:t>单击此处编辑母版标题样式</a:t>
            </a:r>
          </a:p>
        </p:txBody>
      </p:sp>
      <p:sp>
        <p:nvSpPr>
          <p:cNvPr id="3" name="文本占位符 2"/>
          <p:cNvSpPr>
            <a:spLocks noGrp="1"/>
          </p:cNvSpPr>
          <p:nvPr>
            <p:ph type="body" sz="half" idx="1"/>
          </p:nvPr>
        </p:nvSpPr>
        <p:spPr>
          <a:xfrm>
            <a:off x="179388" y="981075"/>
            <a:ext cx="4316412" cy="5400675"/>
          </a:xfrm>
        </p:spPr>
        <p:txBody>
          <a:bodyPr/>
          <a:lstStyle>
            <a:lvl2pPr>
              <a:spcBef>
                <a:spcPts val="600"/>
              </a:spcBef>
              <a:defRPr/>
            </a:lvl2pPr>
            <a:lvl3pPr>
              <a:spcBef>
                <a:spcPts val="600"/>
              </a:spcBef>
              <a:defRPr/>
            </a:lvl3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981075"/>
            <a:ext cx="4316413" cy="54006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a:extLst>
              <a:ext uri="{FF2B5EF4-FFF2-40B4-BE49-F238E27FC236}">
                <a16:creationId xmlns:a16="http://schemas.microsoft.com/office/drawing/2014/main" id="{3465DD4E-E7AB-4E8A-8970-C46BCF4D7730}"/>
              </a:ext>
            </a:extLst>
          </p:cNvPr>
          <p:cNvSpPr>
            <a:spLocks noGrp="1"/>
          </p:cNvSpPr>
          <p:nvPr>
            <p:ph type="ftr" sz="quarter" idx="10"/>
          </p:nvPr>
        </p:nvSpPr>
        <p:spPr>
          <a:xfrm>
            <a:off x="2209800" y="6453188"/>
            <a:ext cx="4724400" cy="346075"/>
          </a:xfrm>
          <a:prstGeom prst="rect">
            <a:avLst/>
          </a:prstGeom>
        </p:spPr>
        <p:txBody>
          <a:bodyPr/>
          <a:lstStyle>
            <a:lvl1pPr>
              <a:defRPr/>
            </a:lvl1pPr>
          </a:lstStyle>
          <a:p>
            <a:r>
              <a:rPr lang="zh-CN" altLang="en-US"/>
              <a:t>计算机学院体系结构中心</a:t>
            </a:r>
          </a:p>
        </p:txBody>
      </p:sp>
    </p:spTree>
    <p:extLst>
      <p:ext uri="{BB962C8B-B14F-4D97-AF65-F5344CB8AC3E}">
        <p14:creationId xmlns:p14="http://schemas.microsoft.com/office/powerpoint/2010/main" val="4125923288"/>
      </p:ext>
    </p:extLst>
  </p:cSld>
  <p:clrMapOvr>
    <a:masterClrMapping/>
  </p:clrMapOvr>
  <p:transition spd="med">
    <p:pull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95400" y="2819400"/>
            <a:ext cx="6400800" cy="2057400"/>
          </a:xfrm>
        </p:spPr>
        <p:txBody>
          <a:bodyPr/>
          <a:lstStyle>
            <a:lvl1pPr marL="0" indent="0" algn="l">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
        <p:nvSpPr>
          <p:cNvPr id="5" name="标题 4">
            <a:extLst>
              <a:ext uri="{FF2B5EF4-FFF2-40B4-BE49-F238E27FC236}">
                <a16:creationId xmlns:a16="http://schemas.microsoft.com/office/drawing/2014/main" id="{90F341F0-C5D0-4113-A763-7745C10E1D62}"/>
              </a:ext>
            </a:extLst>
          </p:cNvPr>
          <p:cNvSpPr>
            <a:spLocks noGrp="1"/>
          </p:cNvSpPr>
          <p:nvPr>
            <p:ph type="title"/>
          </p:nvPr>
        </p:nvSpPr>
        <p:spPr>
          <a:xfrm>
            <a:off x="1066800" y="1295400"/>
            <a:ext cx="7315200" cy="812800"/>
          </a:xfrm>
        </p:spPr>
        <p:txBody>
          <a:bodyPr/>
          <a:lstStyle>
            <a:lvl1pPr algn="l">
              <a:defRPr>
                <a:latin typeface="Times New Roman" panose="02020603050405020304" pitchFamily="18" charset="0"/>
                <a:cs typeface="Times New Roman" panose="02020603050405020304" pitchFamily="18" charset="0"/>
              </a:defRPr>
            </a:lvl1pPr>
          </a:lstStyle>
          <a:p>
            <a:r>
              <a:rPr lang="zh-CN" altLang="en-US" dirty="0"/>
              <a:t>单击此处编辑母版标题样式</a:t>
            </a:r>
          </a:p>
        </p:txBody>
      </p:sp>
    </p:spTree>
    <p:extLst>
      <p:ext uri="{BB962C8B-B14F-4D97-AF65-F5344CB8AC3E}">
        <p14:creationId xmlns:p14="http://schemas.microsoft.com/office/powerpoint/2010/main" val="3359619884"/>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176215"/>
            <a:ext cx="8382000" cy="5435600"/>
          </a:xfrm>
        </p:spPr>
        <p:txBody>
          <a:bodyPr/>
          <a:lstStyle>
            <a:lvl1pPr marL="254000" indent="-254000">
              <a:buClr>
                <a:srgbClr val="003399"/>
              </a:buClr>
              <a:buSzPct val="70000"/>
              <a:buFont typeface="Wingdings" panose="05000000000000000000" pitchFamily="2" charset="2"/>
              <a:buChar char="n"/>
              <a:defRPr sz="28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3399"/>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marL="800100" indent="-203200">
              <a:buClr>
                <a:srgbClr val="003399"/>
              </a:buClr>
              <a:buSzPct val="70000"/>
              <a:buFont typeface="Wingdings" panose="05000000000000000000" pitchFamily="2" charset="2"/>
              <a:buChar char="p"/>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标题 3">
            <a:extLst>
              <a:ext uri="{FF2B5EF4-FFF2-40B4-BE49-F238E27FC236}">
                <a16:creationId xmlns:a16="http://schemas.microsoft.com/office/drawing/2014/main" id="{7FEBFC5E-9E13-46F0-8633-BDB317132D79}"/>
              </a:ext>
            </a:extLst>
          </p:cNvPr>
          <p:cNvSpPr>
            <a:spLocks noGrp="1"/>
          </p:cNvSpPr>
          <p:nvPr>
            <p:ph type="title"/>
          </p:nvPr>
        </p:nvSpPr>
        <p:spPr>
          <a:xfrm>
            <a:off x="381000" y="254000"/>
            <a:ext cx="8382000" cy="812800"/>
          </a:xfrm>
        </p:spPr>
        <p:txBody>
          <a:bodyPr/>
          <a:lstStyle>
            <a:lvl1pPr>
              <a:defRPr sz="4400">
                <a:solidFill>
                  <a:srgbClr val="000066"/>
                </a:solidFill>
                <a:latin typeface="Times New Roman" panose="02020603050405020304" pitchFamily="18" charset="0"/>
                <a:cs typeface="Times New Roman" panose="02020603050405020304" pitchFamily="18" charset="0"/>
              </a:defRPr>
            </a:lvl1pPr>
          </a:lstStyle>
          <a:p>
            <a:r>
              <a:rPr lang="zh-CN" altLang="en-US" dirty="0"/>
              <a:t>单击此处编辑母版标题样式</a:t>
            </a:r>
          </a:p>
        </p:txBody>
      </p:sp>
    </p:spTree>
    <p:extLst>
      <p:ext uri="{BB962C8B-B14F-4D97-AF65-F5344CB8AC3E}">
        <p14:creationId xmlns:p14="http://schemas.microsoft.com/office/powerpoint/2010/main" val="2122783396"/>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430090334"/>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24">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81000" y="1168400"/>
            <a:ext cx="4114800" cy="5435600"/>
          </a:xfrm>
        </p:spPr>
        <p:txBody>
          <a:bodyPr/>
          <a:lstStyle>
            <a:lvl1pPr marL="254000" indent="-254000">
              <a:buClr>
                <a:srgbClr val="003399"/>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3399"/>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标题 4">
            <a:extLst>
              <a:ext uri="{FF2B5EF4-FFF2-40B4-BE49-F238E27FC236}">
                <a16:creationId xmlns:a16="http://schemas.microsoft.com/office/drawing/2014/main" id="{9597F0C3-A318-4553-B8BD-ED7E6FB91E58}"/>
              </a:ext>
            </a:extLst>
          </p:cNvPr>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p>
        </p:txBody>
      </p:sp>
      <p:sp>
        <p:nvSpPr>
          <p:cNvPr id="6" name="Content Placeholder 2">
            <a:extLst>
              <a:ext uri="{FF2B5EF4-FFF2-40B4-BE49-F238E27FC236}">
                <a16:creationId xmlns:a16="http://schemas.microsoft.com/office/drawing/2014/main" id="{902AEB10-BE87-4EE6-8A34-2BDAC8542DF3}"/>
              </a:ext>
            </a:extLst>
          </p:cNvPr>
          <p:cNvSpPr>
            <a:spLocks noGrp="1"/>
          </p:cNvSpPr>
          <p:nvPr>
            <p:ph sz="half" idx="10" hasCustomPrompt="1"/>
          </p:nvPr>
        </p:nvSpPr>
        <p:spPr>
          <a:xfrm>
            <a:off x="4648202" y="1168400"/>
            <a:ext cx="4114800" cy="5435600"/>
          </a:xfrm>
        </p:spPr>
        <p:txBody>
          <a:bodyPr/>
          <a:lstStyle>
            <a:lvl1pPr marL="254000" indent="-254000">
              <a:buClr>
                <a:srgbClr val="003399"/>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3399"/>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467698716"/>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15232"/>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hasCustomPrompt="1"/>
          </p:nvPr>
        </p:nvSpPr>
        <p:spPr>
          <a:xfrm>
            <a:off x="457200" y="1854994"/>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p:cNvSpPr>
            <a:spLocks noGrp="1"/>
          </p:cNvSpPr>
          <p:nvPr>
            <p:ph type="body" sz="quarter" idx="3"/>
          </p:nvPr>
        </p:nvSpPr>
        <p:spPr>
          <a:xfrm>
            <a:off x="4645025" y="1215232"/>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hasCustomPrompt="1"/>
          </p:nvPr>
        </p:nvSpPr>
        <p:spPr>
          <a:xfrm>
            <a:off x="4645025" y="1854994"/>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标题 6">
            <a:extLst>
              <a:ext uri="{FF2B5EF4-FFF2-40B4-BE49-F238E27FC236}">
                <a16:creationId xmlns:a16="http://schemas.microsoft.com/office/drawing/2014/main" id="{DB40FF33-5231-42C5-90B8-C122EBA1E486}"/>
              </a:ext>
            </a:extLst>
          </p:cNvPr>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p>
        </p:txBody>
      </p:sp>
    </p:spTree>
    <p:extLst>
      <p:ext uri="{BB962C8B-B14F-4D97-AF65-F5344CB8AC3E}">
        <p14:creationId xmlns:p14="http://schemas.microsoft.com/office/powerpoint/2010/main" val="2088415079"/>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DEF578A-1D69-45F6-BF33-CD682E4B9B08}"/>
              </a:ext>
            </a:extLst>
          </p:cNvPr>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p>
        </p:txBody>
      </p:sp>
    </p:spTree>
    <p:extLst>
      <p:ext uri="{BB962C8B-B14F-4D97-AF65-F5344CB8AC3E}">
        <p14:creationId xmlns:p14="http://schemas.microsoft.com/office/powerpoint/2010/main" val="3505069052"/>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0916848"/>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849851029"/>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3727328165"/>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zh-CN" altLang="en-US" dirty="0"/>
              <a:t>单击此处编辑母版标题样式</a:t>
            </a:r>
          </a:p>
        </p:txBody>
      </p:sp>
      <p:sp>
        <p:nvSpPr>
          <p:cNvPr id="3" name="内容占位符 2"/>
          <p:cNvSpPr>
            <a:spLocks noGrp="1"/>
          </p:cNvSpPr>
          <p:nvPr>
            <p:ph idx="1"/>
          </p:nvPr>
        </p:nvSpPr>
        <p:spPr>
          <a:noFill/>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5pPr marL="1971675" indent="-269875">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173490032"/>
      </p:ext>
    </p:extLst>
  </p:cSld>
  <p:clrMapOvr>
    <a:masterClrMapping/>
  </p:clrMapOvr>
  <p:transition spd="med">
    <p:pull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10" Type="http://schemas.openxmlformats.org/officeDocument/2006/relationships/theme" Target="../theme/theme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image" Target="../media/image1.jpeg"/><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theme" Target="../theme/theme3.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49" name="Rectangle 1"/>
          <p:cNvSpPr>
            <a:spLocks noGrp="1" noChangeArrowheads="1"/>
          </p:cNvSpPr>
          <p:nvPr>
            <p:ph type="title"/>
          </p:nvPr>
        </p:nvSpPr>
        <p:spPr bwMode="auto">
          <a:xfrm>
            <a:off x="381000" y="254000"/>
            <a:ext cx="8382000" cy="812800"/>
          </a:xfrm>
          <a:prstGeom prst="rect">
            <a:avLst/>
          </a:prstGeom>
          <a:noFill/>
          <a:ln w="9525">
            <a:noFill/>
            <a:miter lim="800000"/>
            <a:headEnd/>
            <a:tailEnd/>
          </a:ln>
          <a:effectLst/>
        </p:spPr>
        <p:txBody>
          <a:bodyPr vert="horz" wrap="square" lIns="38100" tIns="38100" rIns="38100" bIns="38100" numCol="1" anchor="ctr" anchorCtr="0" compatLnSpc="1">
            <a:prstTxWarp prst="textNoShape">
              <a:avLst/>
            </a:prstTxWarp>
          </a:bodyPr>
          <a:lstStyle/>
          <a:p>
            <a:pPr lvl="0"/>
            <a:r>
              <a:rPr lang="en-US" dirty="0">
                <a:sym typeface="Calibri Bold" charset="0"/>
              </a:rPr>
              <a:t>Click to edit title style</a:t>
            </a:r>
          </a:p>
        </p:txBody>
      </p:sp>
      <p:sp>
        <p:nvSpPr>
          <p:cNvPr id="2050" name="Rectangle 2"/>
          <p:cNvSpPr>
            <a:spLocks noGrp="1" noChangeArrowheads="1"/>
          </p:cNvSpPr>
          <p:nvPr>
            <p:ph type="body" idx="1"/>
          </p:nvPr>
        </p:nvSpPr>
        <p:spPr bwMode="auto">
          <a:xfrm>
            <a:off x="381000" y="1097614"/>
            <a:ext cx="8382000" cy="5232400"/>
          </a:xfrm>
          <a:prstGeom prst="rect">
            <a:avLst/>
          </a:prstGeom>
          <a:noFill/>
          <a:ln w="9525">
            <a:noFill/>
            <a:miter lim="800000"/>
            <a:headEnd/>
            <a:tailEnd/>
          </a:ln>
          <a:effectLst/>
        </p:spPr>
        <p:txBody>
          <a:bodyPr vert="horz" wrap="square" lIns="38100" tIns="38100" rIns="38100" bIns="38100" numCol="1" anchor="t" anchorCtr="0" compatLnSpc="1">
            <a:prstTxWarp prst="textNoShape">
              <a:avLst/>
            </a:prstTxWarp>
          </a:bodyPr>
          <a:lstStyle/>
          <a:p>
            <a:pPr lvl="0"/>
            <a:r>
              <a:rPr lang="en-US" dirty="0">
                <a:sym typeface="Calibri Bold" charset="0"/>
              </a:rPr>
              <a:t>Click to edit Master text styles</a:t>
            </a:r>
          </a:p>
          <a:p>
            <a:pPr lvl="1"/>
            <a:r>
              <a:rPr lang="en-US" dirty="0">
                <a:sym typeface="Calibri" charset="0"/>
              </a:rPr>
              <a:t>Second level</a:t>
            </a:r>
          </a:p>
          <a:p>
            <a:pPr lvl="2"/>
            <a:r>
              <a:rPr lang="en-US" dirty="0">
                <a:sym typeface="Calibri" charset="0"/>
              </a:rPr>
              <a:t>Third level</a:t>
            </a:r>
          </a:p>
          <a:p>
            <a:pPr lvl="3"/>
            <a:r>
              <a:rPr lang="en-US" dirty="0">
                <a:sym typeface="Calibri" charset="0"/>
              </a:rPr>
              <a:t>Fourth level</a:t>
            </a:r>
          </a:p>
        </p:txBody>
      </p:sp>
      <p:sp>
        <p:nvSpPr>
          <p:cNvPr id="4" name="Rectangle 3"/>
          <p:cNvSpPr/>
          <p:nvPr userDrawn="1"/>
        </p:nvSpPr>
        <p:spPr>
          <a:xfrm>
            <a:off x="8818144" y="6611779"/>
            <a:ext cx="338555" cy="246221"/>
          </a:xfrm>
          <a:prstGeom prst="rect">
            <a:avLst/>
          </a:prstGeom>
        </p:spPr>
        <p:txBody>
          <a:bodyPr wrap="none">
            <a:spAutoFit/>
          </a:bodyPr>
          <a:lstStyle/>
          <a:p>
            <a:fld id="{F5551B27-49BC-4291-80C6-707CDCF1D651}" type="slidenum">
              <a:rPr kumimoji="0" lang="en-US" sz="1000" b="1" i="0" u="none" strike="noStrike" kern="1200" cap="none" spc="0" normalizeH="0" baseline="0" noProof="0" smtClean="0">
                <a:ln>
                  <a:noFill/>
                </a:ln>
                <a:solidFill>
                  <a:srgbClr val="000000"/>
                </a:solidFill>
                <a:effectLst/>
                <a:uLnTx/>
                <a:uFillTx/>
                <a:latin typeface="+mj-lt"/>
                <a:ea typeface="ＭＳ Ｐゴシック" pitchFamily="-96" charset="-128"/>
                <a:cs typeface="ＭＳ Ｐゴシック" pitchFamily="-96" charset="-128"/>
              </a:rPr>
              <a:pPr/>
              <a:t>‹#›</a:t>
            </a:fld>
            <a:endParaRPr lang="en-US" sz="1000" dirty="0">
              <a:latin typeface="+mj-lt"/>
            </a:endParaRPr>
          </a:p>
        </p:txBody>
      </p:sp>
      <p:sp>
        <p:nvSpPr>
          <p:cNvPr id="6" name="Rectangle 1"/>
          <p:cNvSpPr>
            <a:spLocks/>
          </p:cNvSpPr>
          <p:nvPr userDrawn="1"/>
        </p:nvSpPr>
        <p:spPr bwMode="auto">
          <a:xfrm>
            <a:off x="0" y="0"/>
            <a:ext cx="9156700" cy="228600"/>
          </a:xfrm>
          <a:prstGeom prst="rect">
            <a:avLst/>
          </a:prstGeom>
          <a:solidFill>
            <a:srgbClr val="003399"/>
          </a:solidFill>
          <a:ln w="9525" cap="flat">
            <a:noFill/>
            <a:miter lim="800000"/>
            <a:headEnd type="none" w="med" len="med"/>
            <a:tailEnd type="none" w="med" len="med"/>
          </a:ln>
        </p:spPr>
        <p:txBody>
          <a:bodyPr wrap="none" lIns="0" tIns="0" rIns="0" bIns="0">
            <a:prstTxWarp prst="textNoShape">
              <a:avLst/>
            </a:prstTxWarp>
          </a:bodyPr>
          <a:lstStyle/>
          <a:p>
            <a:endParaRPr lang="en-US"/>
          </a:p>
        </p:txBody>
      </p:sp>
      <p:sp>
        <p:nvSpPr>
          <p:cNvPr id="7" name="Text Box 32"/>
          <p:cNvSpPr txBox="1">
            <a:spLocks noChangeArrowheads="1"/>
          </p:cNvSpPr>
          <p:nvPr userDrawn="1"/>
        </p:nvSpPr>
        <p:spPr bwMode="auto">
          <a:xfrm>
            <a:off x="7111399" y="-22999"/>
            <a:ext cx="2025363" cy="276999"/>
          </a:xfrm>
          <a:prstGeom prst="rect">
            <a:avLst/>
          </a:prstGeom>
          <a:noFill/>
          <a:ln>
            <a:noFill/>
          </a:ln>
          <a:effectLst/>
          <a:extLst>
            <a:ext uri="{909E8E84-426E-40dd-AFC4-6F175D3DCCD1}">
              <a14:hiddenFill xmlns:a14="http://schemas.microsoft.com/office/drawing/2010/main" xmlns="">
                <a:solidFill>
                  <a:schemeClr val="tx1"/>
                </a:solidFill>
              </a14:hiddenFill>
            </a:ext>
            <a:ext uri="{91240B29-F687-4f45-9708-019B960494DF}">
              <a14:hiddenLine xmlns:a14="http://schemas.microsoft.com/office/drawing/2010/main" xmlns="" w="25400">
                <a:solidFill>
                  <a:srgbClr val="CC0000"/>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lgn="l" eaLnBrk="0" hangingPunct="0"/>
            <a:r>
              <a:rPr lang="en-US" altLang="en-US" sz="1200" b="1" dirty="0">
                <a:solidFill>
                  <a:srgbClr val="FFFFFF"/>
                </a:solidFill>
                <a:latin typeface="Times New Roman" pitchFamily="18" charset="0"/>
                <a:ea typeface="+mn-ea"/>
                <a:cs typeface="+mn-cs"/>
              </a:rPr>
              <a:t>School of Computer Science</a:t>
            </a:r>
          </a:p>
        </p:txBody>
      </p:sp>
      <p:pic>
        <p:nvPicPr>
          <p:cNvPr id="3" name="图片 2">
            <a:extLst>
              <a:ext uri="{FF2B5EF4-FFF2-40B4-BE49-F238E27FC236}">
                <a16:creationId xmlns:a16="http://schemas.microsoft.com/office/drawing/2014/main" id="{46C066EF-FA58-4E12-8EDB-8814C5AA69E9}"/>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8325640" y="277976"/>
            <a:ext cx="716790" cy="716790"/>
          </a:xfrm>
          <a:prstGeom prst="rect">
            <a:avLst/>
          </a:prstGeom>
        </p:spPr>
      </p:pic>
      <p:pic>
        <p:nvPicPr>
          <p:cNvPr id="9" name="图片 8">
            <a:extLst>
              <a:ext uri="{FF2B5EF4-FFF2-40B4-BE49-F238E27FC236}">
                <a16:creationId xmlns:a16="http://schemas.microsoft.com/office/drawing/2014/main" id="{1B3B2342-1FE3-4F59-8CA3-7F4B24967CD7}"/>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0" y="6330014"/>
            <a:ext cx="503426" cy="520207"/>
          </a:xfrm>
          <a:prstGeom prst="rect">
            <a:avLst/>
          </a:prstGeom>
        </p:spPr>
      </p:pic>
      <p:sp>
        <p:nvSpPr>
          <p:cNvPr id="10" name="TextBox 4">
            <a:extLst>
              <a:ext uri="{FF2B5EF4-FFF2-40B4-BE49-F238E27FC236}">
                <a16:creationId xmlns:a16="http://schemas.microsoft.com/office/drawing/2014/main" id="{C9EFAE65-0CCB-4027-B00E-28603B0872C4}"/>
              </a:ext>
            </a:extLst>
          </p:cNvPr>
          <p:cNvSpPr txBox="1"/>
          <p:nvPr userDrawn="1"/>
        </p:nvSpPr>
        <p:spPr>
          <a:xfrm>
            <a:off x="503426" y="6585945"/>
            <a:ext cx="2340705" cy="261610"/>
          </a:xfrm>
          <a:prstGeom prst="rect">
            <a:avLst/>
          </a:prstGeom>
          <a:noFill/>
        </p:spPr>
        <p:txBody>
          <a:bodyPr wrap="none" rtlCol="0">
            <a:spAutoFit/>
          </a:bodyPr>
          <a:lstStyle/>
          <a:p>
            <a:r>
              <a:rPr lang="en-US" sz="1100" b="1" i="0" dirty="0">
                <a:solidFill>
                  <a:srgbClr val="326AC6"/>
                </a:solidFill>
                <a:effectLst/>
                <a:latin typeface="Calibri" pitchFamily="34" charset="0"/>
              </a:rPr>
              <a:t>Principles of Computer Organization </a:t>
            </a:r>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98" r:id="rId10"/>
    <p:sldLayoutId id="2147483711" r:id="rId11"/>
    <p:sldLayoutId id="2147483712" r:id="rId12"/>
  </p:sldLayoutIdLst>
  <p:transition/>
  <p:txStyles>
    <p:titleStyle>
      <a:lvl1pPr algn="l" rtl="0" fontAlgn="base">
        <a:spcBef>
          <a:spcPct val="0"/>
        </a:spcBef>
        <a:spcAft>
          <a:spcPct val="0"/>
        </a:spcAft>
        <a:defRPr sz="4400" b="1">
          <a:solidFill>
            <a:srgbClr val="000066"/>
          </a:solidFill>
          <a:latin typeface="Times New Roman" panose="02020603050405020304" pitchFamily="18" charset="0"/>
          <a:ea typeface="黑体" panose="02010609060101010101" pitchFamily="49" charset="-122"/>
          <a:cs typeface="Times New Roman" panose="02020603050405020304" pitchFamily="18" charset="0"/>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p:titleStyle>
    <p:bodyStyle>
      <a:lvl1pPr marL="254000" indent="-254000" algn="l" rtl="0" fontAlgn="base">
        <a:spcBef>
          <a:spcPts val="600"/>
        </a:spcBef>
        <a:spcAft>
          <a:spcPct val="0"/>
        </a:spcAft>
        <a:buClr>
          <a:srgbClr val="CC3300"/>
        </a:buClr>
        <a:buSzPct val="70000"/>
        <a:buFont typeface="Wingdings" panose="05000000000000000000" pitchFamily="2" charset="2"/>
        <a:buChar char="n"/>
        <a:defRPr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Bold" charset="0"/>
        </a:defRPr>
      </a:lvl1pPr>
      <a:lvl2pPr marL="514350" indent="-234950" algn="l" rtl="0" fontAlgn="base">
        <a:spcBef>
          <a:spcPts val="500"/>
        </a:spcBef>
        <a:spcAft>
          <a:spcPct val="0"/>
        </a:spcAft>
        <a:buClr>
          <a:srgbClr val="008000"/>
        </a:buClr>
        <a:buSzPct val="70000"/>
        <a:buFont typeface="Wingdings" panose="05000000000000000000" pitchFamily="2" charset="2"/>
        <a:buChar char="u"/>
        <a:defRPr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charset="0"/>
        </a:defRPr>
      </a:lvl2pPr>
      <a:lvl3pPr marL="800100" indent="-203200" algn="l" rtl="0" fontAlgn="base">
        <a:spcBef>
          <a:spcPts val="500"/>
        </a:spcBef>
        <a:spcAft>
          <a:spcPct val="0"/>
        </a:spcAft>
        <a:buClr>
          <a:srgbClr val="9900CC"/>
        </a:buClr>
        <a:buSzPct val="70000"/>
        <a:buFont typeface="Wingdings" panose="05000000000000000000" pitchFamily="2" charset="2"/>
        <a:buChar char="p"/>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charset="0"/>
        </a:defRPr>
      </a:lvl3pPr>
      <a:lvl4pPr marL="11430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4pPr>
      <a:lvl5pPr marL="1231900" indent="0" algn="l" rtl="0" fontAlgn="base">
        <a:spcBef>
          <a:spcPts val="500"/>
        </a:spcBef>
        <a:spcAft>
          <a:spcPct val="0"/>
        </a:spcAft>
        <a:buClr>
          <a:srgbClr val="000000"/>
        </a:buClr>
        <a:buSzPct val="100000"/>
        <a:buFont typeface="Calibri" charset="0"/>
        <a:buNone/>
        <a:defRPr sz="2000">
          <a:solidFill>
            <a:schemeClr val="tx1"/>
          </a:solidFill>
          <a:latin typeface="Calibri" charset="0"/>
          <a:ea typeface="ヒラギノ角ゴ ProN W3" charset="0"/>
          <a:cs typeface="ヒラギノ角ゴ ProN W3" charset="0"/>
          <a:sym typeface="Calibri" charset="0"/>
        </a:defRPr>
      </a:lvl5pPr>
      <a:lvl6pPr marL="19177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6pPr>
      <a:lvl7pPr marL="23749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7pPr>
      <a:lvl8pPr marL="28321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8pPr>
      <a:lvl9pPr marL="32893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381000" y="254000"/>
            <a:ext cx="8382000" cy="1143000"/>
          </a:xfrm>
          <a:prstGeom prst="rect">
            <a:avLst/>
          </a:prstGeom>
          <a:noFill/>
          <a:ln w="9525">
            <a:noFill/>
            <a:miter lim="800000"/>
            <a:headEnd/>
            <a:tailEnd/>
          </a:ln>
          <a:effectLst/>
        </p:spPr>
        <p:txBody>
          <a:bodyPr vert="horz" wrap="square" lIns="38100" tIns="38100" rIns="38100" bIns="38100" numCol="1" anchor="ctr" anchorCtr="0" compatLnSpc="1">
            <a:prstTxWarp prst="textNoShape">
              <a:avLst/>
            </a:prstTxWarp>
          </a:bodyPr>
          <a:lstStyle/>
          <a:p>
            <a:pPr lvl="0"/>
            <a:r>
              <a:rPr lang="en-US">
                <a:sym typeface="Calibri Bold" charset="0"/>
              </a:rPr>
              <a:t>Click to edit Master title style</a:t>
            </a:r>
          </a:p>
        </p:txBody>
      </p:sp>
      <p:sp>
        <p:nvSpPr>
          <p:cNvPr id="5" name="TextBox 4"/>
          <p:cNvSpPr txBox="1"/>
          <p:nvPr userDrawn="1"/>
        </p:nvSpPr>
        <p:spPr>
          <a:xfrm>
            <a:off x="0" y="6611779"/>
            <a:ext cx="2959464" cy="246221"/>
          </a:xfrm>
          <a:prstGeom prst="rect">
            <a:avLst/>
          </a:prstGeom>
          <a:noFill/>
        </p:spPr>
        <p:txBody>
          <a:bodyPr wrap="none" rtlCol="0">
            <a:spAutoFit/>
          </a:bodyPr>
          <a:lstStyle/>
          <a:p>
            <a:r>
              <a:rPr lang="en-US" sz="1000" b="0" i="0" dirty="0">
                <a:latin typeface="Calibri" pitchFamily="34" charset="0"/>
              </a:rPr>
              <a:t>Principles and Interface Technique of Microcomputer</a:t>
            </a:r>
          </a:p>
        </p:txBody>
      </p:sp>
      <p:sp>
        <p:nvSpPr>
          <p:cNvPr id="6" name="Rectangle 1"/>
          <p:cNvSpPr>
            <a:spLocks/>
          </p:cNvSpPr>
          <p:nvPr userDrawn="1"/>
        </p:nvSpPr>
        <p:spPr bwMode="auto">
          <a:xfrm>
            <a:off x="0" y="0"/>
            <a:ext cx="9156700" cy="228600"/>
          </a:xfrm>
          <a:prstGeom prst="rect">
            <a:avLst/>
          </a:prstGeom>
          <a:solidFill>
            <a:srgbClr val="003399"/>
          </a:solidFill>
          <a:ln w="9525" cap="flat">
            <a:noFill/>
            <a:miter lim="800000"/>
            <a:headEnd type="none" w="med" len="med"/>
            <a:tailEnd type="none" w="med" len="med"/>
          </a:ln>
        </p:spPr>
        <p:txBody>
          <a:bodyPr wrap="none" lIns="0" tIns="0" rIns="0" bIns="0">
            <a:prstTxWarp prst="textNoShape">
              <a:avLst/>
            </a:prstTxWarp>
          </a:bodyPr>
          <a:lstStyle/>
          <a:p>
            <a:endParaRPr lang="en-US"/>
          </a:p>
        </p:txBody>
      </p:sp>
      <p:sp>
        <p:nvSpPr>
          <p:cNvPr id="7" name="Text Box 32"/>
          <p:cNvSpPr txBox="1">
            <a:spLocks noChangeArrowheads="1"/>
          </p:cNvSpPr>
          <p:nvPr userDrawn="1"/>
        </p:nvSpPr>
        <p:spPr bwMode="auto">
          <a:xfrm>
            <a:off x="7163575" y="-39607"/>
            <a:ext cx="2025363" cy="276999"/>
          </a:xfrm>
          <a:prstGeom prst="rect">
            <a:avLst/>
          </a:prstGeom>
          <a:noFill/>
          <a:ln>
            <a:noFill/>
          </a:ln>
          <a:effectLst/>
          <a:extLst>
            <a:ext uri="{909E8E84-426E-40dd-AFC4-6F175D3DCCD1}">
              <a14:hiddenFill xmlns:a14="http://schemas.microsoft.com/office/drawing/2010/main" xmlns="">
                <a:solidFill>
                  <a:schemeClr val="tx1"/>
                </a:solidFill>
              </a14:hiddenFill>
            </a:ext>
            <a:ext uri="{91240B29-F687-4f45-9708-019B960494DF}">
              <a14:hiddenLine xmlns:a14="http://schemas.microsoft.com/office/drawing/2010/main" xmlns="" w="25400">
                <a:solidFill>
                  <a:srgbClr val="CC0000"/>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lgn="l" eaLnBrk="0" hangingPunct="0"/>
            <a:r>
              <a:rPr lang="en-US" altLang="zh-CN" sz="1200" b="1" dirty="0">
                <a:solidFill>
                  <a:srgbClr val="FFFFFF"/>
                </a:solidFill>
                <a:latin typeface="Times New Roman" pitchFamily="18" charset="0"/>
                <a:ea typeface="+mn-ea"/>
                <a:cs typeface="+mn-cs"/>
              </a:rPr>
              <a:t>School of Computer Science</a:t>
            </a:r>
            <a:endParaRPr lang="en-US" altLang="en-US" sz="1200" b="1" dirty="0">
              <a:solidFill>
                <a:srgbClr val="FFFFFF"/>
              </a:solidFill>
              <a:latin typeface="Times New Roman" pitchFamily="18" charset="0"/>
              <a:ea typeface="+mn-ea"/>
              <a:cs typeface="+mn-cs"/>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Lst>
  <p:transition/>
  <p:txStyles>
    <p:titleStyle>
      <a:lvl1pPr algn="l" rtl="0" fontAlgn="base">
        <a:spcBef>
          <a:spcPct val="0"/>
        </a:spcBef>
        <a:spcAft>
          <a:spcPct val="0"/>
        </a:spcAft>
        <a:defRPr sz="3600">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p:titleStyle>
    <p:bodyStyle>
      <a:lvl1pPr marL="342900" indent="-342900" algn="l" rtl="0" fontAlgn="base">
        <a:spcBef>
          <a:spcPts val="600"/>
        </a:spcBef>
        <a:spcAft>
          <a:spcPct val="0"/>
        </a:spcAft>
        <a:buClr>
          <a:srgbClr val="990000"/>
        </a:buClr>
        <a:buSzPct val="60000"/>
        <a:buFont typeface="Wingdings 2" charset="2"/>
        <a:buChar char="¢"/>
        <a:defRPr sz="2400">
          <a:solidFill>
            <a:schemeClr val="tx1"/>
          </a:solidFill>
          <a:latin typeface="+mn-lt"/>
          <a:ea typeface="+mn-ea"/>
          <a:cs typeface="+mn-cs"/>
          <a:sym typeface="Calibri Bold" charset="0"/>
        </a:defRPr>
      </a:lvl1pPr>
      <a:lvl2pPr marL="742950" indent="-285750" algn="l" rtl="0" fontAlgn="base">
        <a:spcBef>
          <a:spcPts val="500"/>
        </a:spcBef>
        <a:spcAft>
          <a:spcPct val="0"/>
        </a:spcAft>
        <a:buClr>
          <a:srgbClr val="990000"/>
        </a:buClr>
        <a:buSzPct val="110000"/>
        <a:buFont typeface="Wingdings" charset="2"/>
        <a:buChar char="§"/>
        <a:defRPr sz="2000">
          <a:solidFill>
            <a:schemeClr val="tx1"/>
          </a:solidFill>
          <a:latin typeface="Calibri" charset="0"/>
          <a:ea typeface="ヒラギノ角ゴ ProN W3" charset="0"/>
          <a:cs typeface="ヒラギノ角ゴ ProN W3" charset="0"/>
          <a:sym typeface="Calibri" charset="0"/>
        </a:defRPr>
      </a:lvl2pPr>
      <a:lvl3pPr marL="1143000" indent="-228600" algn="l" rtl="0" fontAlgn="base">
        <a:spcBef>
          <a:spcPts val="500"/>
        </a:spcBef>
        <a:spcAft>
          <a:spcPct val="0"/>
        </a:spcAft>
        <a:buClr>
          <a:srgbClr val="000000"/>
        </a:buClr>
        <a:buSzPct val="80000"/>
        <a:buFont typeface="Wingdings" charset="2"/>
        <a:buChar char="§"/>
        <a:defRPr sz="2000">
          <a:solidFill>
            <a:schemeClr val="tx1"/>
          </a:solidFill>
          <a:latin typeface="Calibri" charset="0"/>
          <a:ea typeface="ヒラギノ角ゴ ProN W3" charset="0"/>
          <a:cs typeface="ヒラギノ角ゴ ProN W3" charset="0"/>
          <a:sym typeface="Calibri" charset="0"/>
        </a:defRPr>
      </a:lvl3pPr>
      <a:lvl4pPr marL="16002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4pPr>
      <a:lvl5pPr marL="20574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5pPr>
      <a:lvl6pPr marL="25146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6pPr>
      <a:lvl7pPr marL="29718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7pPr>
      <a:lvl8pPr marL="34290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8pPr>
      <a:lvl9pPr marL="38862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49" name="Rectangle 1"/>
          <p:cNvSpPr>
            <a:spLocks noGrp="1" noChangeArrowheads="1"/>
          </p:cNvSpPr>
          <p:nvPr>
            <p:ph type="title"/>
          </p:nvPr>
        </p:nvSpPr>
        <p:spPr bwMode="auto">
          <a:xfrm>
            <a:off x="381000" y="254000"/>
            <a:ext cx="8382000" cy="812800"/>
          </a:xfrm>
          <a:prstGeom prst="rect">
            <a:avLst/>
          </a:prstGeom>
          <a:noFill/>
          <a:ln w="9525">
            <a:noFill/>
            <a:miter lim="800000"/>
            <a:headEnd/>
            <a:tailEnd/>
          </a:ln>
          <a:effectLst/>
        </p:spPr>
        <p:txBody>
          <a:bodyPr vert="horz" wrap="square" lIns="38100" tIns="38100" rIns="38100" bIns="38100" numCol="1" anchor="ctr" anchorCtr="0" compatLnSpc="1">
            <a:prstTxWarp prst="textNoShape">
              <a:avLst/>
            </a:prstTxWarp>
          </a:bodyPr>
          <a:lstStyle/>
          <a:p>
            <a:pPr lvl="0"/>
            <a:r>
              <a:rPr lang="en-US" dirty="0">
                <a:sym typeface="Calibri Bold" charset="0"/>
              </a:rPr>
              <a:t>Click to edit title style</a:t>
            </a:r>
          </a:p>
        </p:txBody>
      </p:sp>
      <p:sp>
        <p:nvSpPr>
          <p:cNvPr id="2050" name="Rectangle 2"/>
          <p:cNvSpPr>
            <a:spLocks noGrp="1" noChangeArrowheads="1"/>
          </p:cNvSpPr>
          <p:nvPr>
            <p:ph type="body" idx="1"/>
          </p:nvPr>
        </p:nvSpPr>
        <p:spPr bwMode="auto">
          <a:xfrm>
            <a:off x="381000" y="1097614"/>
            <a:ext cx="8382000" cy="5232400"/>
          </a:xfrm>
          <a:prstGeom prst="rect">
            <a:avLst/>
          </a:prstGeom>
          <a:noFill/>
          <a:ln w="9525">
            <a:noFill/>
            <a:miter lim="800000"/>
            <a:headEnd/>
            <a:tailEnd/>
          </a:ln>
          <a:effectLst/>
        </p:spPr>
        <p:txBody>
          <a:bodyPr vert="horz" wrap="square" lIns="38100" tIns="38100" rIns="38100" bIns="38100" numCol="1" anchor="t" anchorCtr="0" compatLnSpc="1">
            <a:prstTxWarp prst="textNoShape">
              <a:avLst/>
            </a:prstTxWarp>
          </a:bodyPr>
          <a:lstStyle/>
          <a:p>
            <a:pPr lvl="0"/>
            <a:r>
              <a:rPr lang="en-US" dirty="0">
                <a:sym typeface="Calibri Bold" charset="0"/>
              </a:rPr>
              <a:t>Click to edit Master text styles</a:t>
            </a:r>
          </a:p>
          <a:p>
            <a:pPr lvl="1"/>
            <a:r>
              <a:rPr lang="en-US" dirty="0">
                <a:sym typeface="Calibri" charset="0"/>
              </a:rPr>
              <a:t>Second level</a:t>
            </a:r>
          </a:p>
          <a:p>
            <a:pPr lvl="2"/>
            <a:r>
              <a:rPr lang="en-US" dirty="0">
                <a:sym typeface="Calibri" charset="0"/>
              </a:rPr>
              <a:t>Third level</a:t>
            </a:r>
          </a:p>
          <a:p>
            <a:pPr lvl="3"/>
            <a:r>
              <a:rPr lang="en-US" dirty="0">
                <a:sym typeface="Calibri" charset="0"/>
              </a:rPr>
              <a:t>Fourth level</a:t>
            </a:r>
          </a:p>
        </p:txBody>
      </p:sp>
      <p:sp>
        <p:nvSpPr>
          <p:cNvPr id="4" name="Rectangle 3"/>
          <p:cNvSpPr/>
          <p:nvPr userDrawn="1"/>
        </p:nvSpPr>
        <p:spPr>
          <a:xfrm>
            <a:off x="8818144" y="6611779"/>
            <a:ext cx="338555" cy="246221"/>
          </a:xfrm>
          <a:prstGeom prst="rect">
            <a:avLst/>
          </a:prstGeom>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F5551B27-49BC-4291-80C6-707CDCF1D651}" type="slidenum">
              <a:rPr kumimoji="0" lang="en-US" sz="1000" b="1" i="0" u="none" strike="noStrike" kern="1200" cap="none" spc="0" normalizeH="0" baseline="0" noProof="0" smtClean="0">
                <a:ln>
                  <a:noFill/>
                </a:ln>
                <a:solidFill>
                  <a:srgbClr val="000000"/>
                </a:solidFill>
                <a:effectLst/>
                <a:uLnTx/>
                <a:uFillTx/>
                <a:latin typeface="Calibri Bold"/>
                <a:ea typeface="ＭＳ Ｐゴシック" pitchFamily="-96" charset="-128"/>
                <a:cs typeface="ＭＳ Ｐゴシック" pitchFamily="-96" charset="-128"/>
                <a:sym typeface="Gill Sans" charset="0"/>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srgbClr val="000000"/>
              </a:solidFill>
              <a:effectLst/>
              <a:uLnTx/>
              <a:uFillTx/>
              <a:latin typeface="Calibri Bold"/>
              <a:sym typeface="Gill Sans" charset="0"/>
            </a:endParaRPr>
          </a:p>
        </p:txBody>
      </p:sp>
      <p:sp>
        <p:nvSpPr>
          <p:cNvPr id="5" name="TextBox 4"/>
          <p:cNvSpPr txBox="1"/>
          <p:nvPr userDrawn="1"/>
        </p:nvSpPr>
        <p:spPr>
          <a:xfrm>
            <a:off x="0" y="6604000"/>
            <a:ext cx="2959464" cy="246221"/>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pitchFamily="34" charset="0"/>
                <a:sym typeface="Gill Sans" charset="0"/>
              </a:rPr>
              <a:t>Principles and Interface Technique of Microcomputer</a:t>
            </a:r>
          </a:p>
        </p:txBody>
      </p:sp>
      <p:sp>
        <p:nvSpPr>
          <p:cNvPr id="6" name="Rectangle 1"/>
          <p:cNvSpPr>
            <a:spLocks/>
          </p:cNvSpPr>
          <p:nvPr userDrawn="1"/>
        </p:nvSpPr>
        <p:spPr bwMode="auto">
          <a:xfrm>
            <a:off x="0" y="0"/>
            <a:ext cx="9156700" cy="228600"/>
          </a:xfrm>
          <a:prstGeom prst="rect">
            <a:avLst/>
          </a:prstGeom>
          <a:solidFill>
            <a:srgbClr val="003399"/>
          </a:solidFill>
          <a:ln w="9525" cap="flat">
            <a:noFill/>
            <a:miter lim="800000"/>
            <a:headEnd type="none" w="med" len="med"/>
            <a:tailEnd type="none" w="med" len="med"/>
          </a:ln>
        </p:spPr>
        <p:txBody>
          <a:bodyPr wrap="none"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srgbClr val="000000"/>
              </a:solidFill>
              <a:effectLst/>
              <a:uLnTx/>
              <a:uFillTx/>
              <a:latin typeface="Gill Sans" charset="0"/>
              <a:sym typeface="Gill Sans" charset="0"/>
            </a:endParaRPr>
          </a:p>
        </p:txBody>
      </p:sp>
      <p:sp>
        <p:nvSpPr>
          <p:cNvPr id="7" name="Text Box 32"/>
          <p:cNvSpPr txBox="1">
            <a:spLocks noChangeArrowheads="1"/>
          </p:cNvSpPr>
          <p:nvPr userDrawn="1"/>
        </p:nvSpPr>
        <p:spPr bwMode="auto">
          <a:xfrm>
            <a:off x="7111399" y="-22999"/>
            <a:ext cx="2025363" cy="276999"/>
          </a:xfrm>
          <a:prstGeom prst="rect">
            <a:avLst/>
          </a:prstGeom>
          <a:noFill/>
          <a:ln>
            <a:noFill/>
          </a:ln>
          <a:effectLst/>
          <a:extLst>
            <a:ext uri="{909E8E84-426E-40dd-AFC4-6F175D3DCCD1}">
              <a14:hiddenFill xmlns="" xmlns:a14="http://schemas.microsoft.com/office/drawing/2010/main">
                <a:solidFill>
                  <a:schemeClr val="tx1"/>
                </a:solidFill>
              </a14:hiddenFill>
            </a:ext>
            <a:ext uri="{91240B29-F687-4f45-9708-019B960494DF}">
              <a14:hiddenLine xmlns="" xmlns:a14="http://schemas.microsoft.com/office/drawing/2010/main" w="25400">
                <a:solidFill>
                  <a:srgbClr val="CC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1" i="0" u="none" strike="noStrike" kern="1200" cap="none" spc="0" normalizeH="0" baseline="0" noProof="0" dirty="0">
                <a:ln>
                  <a:noFill/>
                </a:ln>
                <a:solidFill>
                  <a:srgbClr val="FFFFFF"/>
                </a:solidFill>
                <a:effectLst/>
                <a:uLnTx/>
                <a:uFillTx/>
                <a:latin typeface="Times New Roman" pitchFamily="18" charset="0"/>
                <a:ea typeface="+mn-ea"/>
                <a:cs typeface="+mn-cs"/>
                <a:sym typeface="Gill Sans" charset="0"/>
              </a:rPr>
              <a:t>School of Computer Science</a:t>
            </a:r>
          </a:p>
        </p:txBody>
      </p:sp>
      <p:pic>
        <p:nvPicPr>
          <p:cNvPr id="3" name="图片 2">
            <a:extLst>
              <a:ext uri="{FF2B5EF4-FFF2-40B4-BE49-F238E27FC236}">
                <a16:creationId xmlns:a16="http://schemas.microsoft.com/office/drawing/2014/main" id="{46C066EF-FA58-4E12-8EDB-8814C5AA69E9}"/>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8325640" y="277976"/>
            <a:ext cx="716790" cy="716790"/>
          </a:xfrm>
          <a:prstGeom prst="rect">
            <a:avLst/>
          </a:prstGeom>
        </p:spPr>
      </p:pic>
    </p:spTree>
    <p:extLst>
      <p:ext uri="{BB962C8B-B14F-4D97-AF65-F5344CB8AC3E}">
        <p14:creationId xmlns:p14="http://schemas.microsoft.com/office/powerpoint/2010/main" val="2017775224"/>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Lst>
  <p:transition/>
  <p:txStyles>
    <p:titleStyle>
      <a:lvl1pPr algn="l" rtl="0" fontAlgn="base">
        <a:spcBef>
          <a:spcPct val="0"/>
        </a:spcBef>
        <a:spcAft>
          <a:spcPct val="0"/>
        </a:spcAft>
        <a:defRPr sz="4400" b="1">
          <a:solidFill>
            <a:srgbClr val="000066"/>
          </a:solidFill>
          <a:latin typeface="Times New Roman" panose="02020603050405020304" pitchFamily="18" charset="0"/>
          <a:ea typeface="黑体" panose="02010609060101010101" pitchFamily="49" charset="-122"/>
          <a:cs typeface="Times New Roman" panose="02020603050405020304" pitchFamily="18" charset="0"/>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p:titleStyle>
    <p:bodyStyle>
      <a:lvl1pPr marL="254000" indent="-254000" algn="l" rtl="0" fontAlgn="base">
        <a:spcBef>
          <a:spcPts val="600"/>
        </a:spcBef>
        <a:spcAft>
          <a:spcPct val="0"/>
        </a:spcAft>
        <a:buClr>
          <a:srgbClr val="003399"/>
        </a:buClr>
        <a:buSzPct val="70000"/>
        <a:buFont typeface="Wingdings" panose="05000000000000000000" pitchFamily="2" charset="2"/>
        <a:buChar char="n"/>
        <a:defRPr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Bold" charset="0"/>
        </a:defRPr>
      </a:lvl1pPr>
      <a:lvl2pPr marL="514350" indent="-234950" algn="l" rtl="0" fontAlgn="base">
        <a:spcBef>
          <a:spcPts val="500"/>
        </a:spcBef>
        <a:spcAft>
          <a:spcPct val="0"/>
        </a:spcAft>
        <a:buClr>
          <a:srgbClr val="003399"/>
        </a:buClr>
        <a:buSzPct val="70000"/>
        <a:buFont typeface="Wingdings" panose="05000000000000000000" pitchFamily="2" charset="2"/>
        <a:buChar char="u"/>
        <a:defRPr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charset="0"/>
        </a:defRPr>
      </a:lvl2pPr>
      <a:lvl3pPr marL="800100" indent="-203200" algn="l" rtl="0" fontAlgn="base">
        <a:spcBef>
          <a:spcPts val="500"/>
        </a:spcBef>
        <a:spcAft>
          <a:spcPct val="0"/>
        </a:spcAft>
        <a:buClr>
          <a:srgbClr val="003399"/>
        </a:buClr>
        <a:buSzPct val="70000"/>
        <a:buFont typeface="Wingdings" panose="05000000000000000000" pitchFamily="2" charset="2"/>
        <a:buChar char="p"/>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charset="0"/>
        </a:defRPr>
      </a:lvl3pPr>
      <a:lvl4pPr marL="11430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4pPr>
      <a:lvl5pPr marL="1231900" indent="0" algn="l" rtl="0" fontAlgn="base">
        <a:spcBef>
          <a:spcPts val="500"/>
        </a:spcBef>
        <a:spcAft>
          <a:spcPct val="0"/>
        </a:spcAft>
        <a:buClr>
          <a:srgbClr val="000000"/>
        </a:buClr>
        <a:buSzPct val="100000"/>
        <a:buFont typeface="Calibri" charset="0"/>
        <a:buNone/>
        <a:defRPr sz="2000">
          <a:solidFill>
            <a:schemeClr val="tx1"/>
          </a:solidFill>
          <a:latin typeface="Calibri" charset="0"/>
          <a:ea typeface="ヒラギノ角ゴ ProN W3" charset="0"/>
          <a:cs typeface="ヒラギノ角ゴ ProN W3" charset="0"/>
          <a:sym typeface="Calibri" charset="0"/>
        </a:defRPr>
      </a:lvl5pPr>
      <a:lvl6pPr marL="19177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6pPr>
      <a:lvl7pPr marL="23749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7pPr>
      <a:lvl8pPr marL="28321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8pPr>
      <a:lvl9pPr marL="32893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file:///D:\jinerwork\&#32452;&#25104;\&#30333;&#20013;&#33521;&#29256;&#25913;&#32534;\visio\2.5_4.jpg" TargetMode="External"/><Relationship Id="rId2" Type="http://schemas.openxmlformats.org/officeDocument/2006/relationships/image" Target="../media/image18.jpeg"/><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image" Target="../media/image21.png"/><Relationship Id="rId5" Type="http://schemas.openxmlformats.org/officeDocument/2006/relationships/image" Target="../media/image23.emf"/><Relationship Id="rId4" Type="http://schemas.openxmlformats.org/officeDocument/2006/relationships/oleObject" Target="../embeddings/oleObject2.bin"/></Relationships>
</file>

<file path=ppt/slides/_rels/slide43.xml.rels><?xml version="1.0" encoding="UTF-8" standalone="yes"?>
<Relationships xmlns="http://schemas.openxmlformats.org/package/2006/relationships"><Relationship Id="rId3" Type="http://schemas.openxmlformats.org/officeDocument/2006/relationships/image" Target="/D:/jinerwork/&#32452;&#25104;/&#30333;&#20013;&#33521;&#29256;&#25913;&#32534;/visio/2.5_1.jpg" TargetMode="External"/><Relationship Id="rId2" Type="http://schemas.openxmlformats.org/officeDocument/2006/relationships/image" Target="../media/image24.jpeg"/><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3" Type="http://schemas.openxmlformats.org/officeDocument/2006/relationships/image" Target="/D:/jinerwork/&#32452;&#25104;/&#30333;&#20013;&#33521;&#29256;&#25913;&#32534;/visio/2.5_2.jpg" TargetMode="External"/><Relationship Id="rId2" Type="http://schemas.openxmlformats.org/officeDocument/2006/relationships/image" Target="../media/image27.jpeg"/><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0.xml"/><Relationship Id="rId1" Type="http://schemas.openxmlformats.org/officeDocument/2006/relationships/vmlDrawing" Target="../drawings/vmlDrawing3.vml"/><Relationship Id="rId5" Type="http://schemas.openxmlformats.org/officeDocument/2006/relationships/image" Target="../media/image42.jpeg"/><Relationship Id="rId4" Type="http://schemas.openxmlformats.org/officeDocument/2006/relationships/image" Target="../media/image41.emf"/></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id="{ABAAD32B-BC5C-4789-9566-2169593B5856}"/>
              </a:ext>
            </a:extLst>
          </p:cNvPr>
          <p:cNvSpPr>
            <a:spLocks noGrp="1"/>
          </p:cNvSpPr>
          <p:nvPr>
            <p:ph type="subTitle" idx="1"/>
          </p:nvPr>
        </p:nvSpPr>
        <p:spPr/>
        <p:txBody>
          <a:bodyPr/>
          <a:lstStyle/>
          <a:p>
            <a:endParaRPr lang="zh-CN" altLang="en-US"/>
          </a:p>
        </p:txBody>
      </p:sp>
      <p:sp>
        <p:nvSpPr>
          <p:cNvPr id="3" name="标题 2">
            <a:extLst>
              <a:ext uri="{FF2B5EF4-FFF2-40B4-BE49-F238E27FC236}">
                <a16:creationId xmlns:a16="http://schemas.microsoft.com/office/drawing/2014/main" id="{D1D9BE91-EFF0-4860-AA3F-CFA1A85EBDE0}"/>
              </a:ext>
            </a:extLst>
          </p:cNvPr>
          <p:cNvSpPr>
            <a:spLocks noGrp="1"/>
          </p:cNvSpPr>
          <p:nvPr>
            <p:ph type="title"/>
          </p:nvPr>
        </p:nvSpPr>
        <p:spPr/>
        <p:txBody>
          <a:bodyPr/>
          <a:lstStyle/>
          <a:p>
            <a:r>
              <a:rPr lang="zh-CN" altLang="en-US" dirty="0"/>
              <a:t>第</a:t>
            </a:r>
            <a:r>
              <a:rPr lang="en-US" altLang="zh-CN" dirty="0"/>
              <a:t>2</a:t>
            </a:r>
            <a:r>
              <a:rPr lang="zh-CN" altLang="en-US" dirty="0"/>
              <a:t>章  运算方法和运算器</a:t>
            </a:r>
            <a:r>
              <a:rPr lang="en-US" altLang="zh-CN" dirty="0"/>
              <a:t>b</a:t>
            </a:r>
            <a:endParaRPr lang="zh-CN" altLang="en-US" dirty="0"/>
          </a:p>
        </p:txBody>
      </p:sp>
    </p:spTree>
    <p:extLst>
      <p:ext uri="{BB962C8B-B14F-4D97-AF65-F5344CB8AC3E}">
        <p14:creationId xmlns:p14="http://schemas.microsoft.com/office/powerpoint/2010/main" val="2487653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id="{ABAAD32B-BC5C-4789-9566-2169593B5856}"/>
              </a:ext>
            </a:extLst>
          </p:cNvPr>
          <p:cNvSpPr>
            <a:spLocks noGrp="1"/>
          </p:cNvSpPr>
          <p:nvPr>
            <p:ph type="subTitle" idx="1"/>
          </p:nvPr>
        </p:nvSpPr>
        <p:spPr/>
        <p:txBody>
          <a:bodyPr/>
          <a:lstStyle/>
          <a:p>
            <a:endParaRPr lang="zh-CN" altLang="en-US"/>
          </a:p>
        </p:txBody>
      </p:sp>
      <p:sp>
        <p:nvSpPr>
          <p:cNvPr id="3" name="标题 2">
            <a:extLst>
              <a:ext uri="{FF2B5EF4-FFF2-40B4-BE49-F238E27FC236}">
                <a16:creationId xmlns:a16="http://schemas.microsoft.com/office/drawing/2014/main" id="{D1D9BE91-EFF0-4860-AA3F-CFA1A85EBDE0}"/>
              </a:ext>
            </a:extLst>
          </p:cNvPr>
          <p:cNvSpPr>
            <a:spLocks noGrp="1"/>
          </p:cNvSpPr>
          <p:nvPr>
            <p:ph type="title"/>
          </p:nvPr>
        </p:nvSpPr>
        <p:spPr/>
        <p:txBody>
          <a:bodyPr/>
          <a:lstStyle/>
          <a:p>
            <a:r>
              <a:rPr lang="en-US" altLang="zh-CN" dirty="0"/>
              <a:t>2.3 </a:t>
            </a:r>
            <a:r>
              <a:rPr lang="zh-CN" altLang="en-US" dirty="0"/>
              <a:t>定点乘法运算</a:t>
            </a:r>
          </a:p>
        </p:txBody>
      </p:sp>
    </p:spTree>
    <p:extLst>
      <p:ext uri="{BB962C8B-B14F-4D97-AF65-F5344CB8AC3E}">
        <p14:creationId xmlns:p14="http://schemas.microsoft.com/office/powerpoint/2010/main" val="291160818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2578" name="Rectangle 2">
            <a:extLst>
              <a:ext uri="{FF2B5EF4-FFF2-40B4-BE49-F238E27FC236}">
                <a16:creationId xmlns:a16="http://schemas.microsoft.com/office/drawing/2014/main" id="{F6D04256-3F26-4916-937C-8A918223FEC6}"/>
              </a:ext>
            </a:extLst>
          </p:cNvPr>
          <p:cNvSpPr>
            <a:spLocks noGrp="1" noChangeArrowheads="1"/>
          </p:cNvSpPr>
          <p:nvPr>
            <p:ph type="title"/>
          </p:nvPr>
        </p:nvSpPr>
        <p:spPr/>
        <p:txBody>
          <a:bodyPr/>
          <a:lstStyle/>
          <a:p>
            <a:pPr eaLnBrk="1" hangingPunct="1"/>
            <a:r>
              <a:rPr lang="zh-CN" altLang="en-US"/>
              <a:t>乘除法运算的机器实现方法</a:t>
            </a:r>
          </a:p>
        </p:txBody>
      </p:sp>
      <p:sp>
        <p:nvSpPr>
          <p:cNvPr id="20482" name="Rectangle 3">
            <a:extLst>
              <a:ext uri="{FF2B5EF4-FFF2-40B4-BE49-F238E27FC236}">
                <a16:creationId xmlns:a16="http://schemas.microsoft.com/office/drawing/2014/main" id="{A7D5542C-E59A-4846-94A3-66FCE63A0054}"/>
              </a:ext>
            </a:extLst>
          </p:cNvPr>
          <p:cNvSpPr>
            <a:spLocks noGrp="1" noChangeArrowheads="1"/>
          </p:cNvSpPr>
          <p:nvPr>
            <p:ph idx="1"/>
          </p:nvPr>
        </p:nvSpPr>
        <p:spPr/>
        <p:txBody>
          <a:bodyPr/>
          <a:lstStyle/>
          <a:p>
            <a:pPr marL="361950" indent="-361950" eaLnBrk="1" hangingPunct="1">
              <a:lnSpc>
                <a:spcPct val="90000"/>
              </a:lnSpc>
              <a:buFont typeface="Wingdings 2" panose="05020102010507070707" pitchFamily="18" charset="2"/>
              <a:buNone/>
            </a:pPr>
            <a:r>
              <a:rPr lang="en-US" altLang="zh-CN" dirty="0">
                <a:solidFill>
                  <a:srgbClr val="CC3300"/>
                </a:solidFill>
                <a:latin typeface="Arial" panose="020B0604020202020204" pitchFamily="34" charset="0"/>
              </a:rPr>
              <a:t>1.</a:t>
            </a:r>
            <a:r>
              <a:rPr lang="zh-CN" altLang="en-US" dirty="0">
                <a:latin typeface="Arial" panose="020B0604020202020204" pitchFamily="34" charset="0"/>
              </a:rPr>
              <a:t>完全软件实现</a:t>
            </a:r>
          </a:p>
          <a:p>
            <a:pPr marL="361950" indent="-361950" eaLnBrk="1" hangingPunct="1">
              <a:lnSpc>
                <a:spcPct val="90000"/>
              </a:lnSpc>
              <a:buFont typeface="Wingdings 2" panose="05020102010507070707" pitchFamily="18" charset="2"/>
              <a:buNone/>
            </a:pPr>
            <a:r>
              <a:rPr lang="zh-CN" altLang="en-US" sz="2800" dirty="0">
                <a:latin typeface="Arial" panose="020B0604020202020204" pitchFamily="34" charset="0"/>
              </a:rPr>
              <a:t>    不设乘除法运算的硬件电路，而是由软件利用运算器中的加法器和移位寄存器实现乘、除法运算</a:t>
            </a:r>
          </a:p>
          <a:p>
            <a:pPr marL="361950" indent="-361950" eaLnBrk="1" hangingPunct="1">
              <a:lnSpc>
                <a:spcPct val="90000"/>
              </a:lnSpc>
              <a:buFont typeface="Wingdings 2" panose="05020102010507070707" pitchFamily="18" charset="2"/>
              <a:buNone/>
            </a:pPr>
            <a:r>
              <a:rPr lang="en-US" altLang="zh-CN" dirty="0">
                <a:solidFill>
                  <a:srgbClr val="CC3300"/>
                </a:solidFill>
                <a:latin typeface="Arial" panose="020B0604020202020204" pitchFamily="34" charset="0"/>
              </a:rPr>
              <a:t>2.</a:t>
            </a:r>
            <a:r>
              <a:rPr lang="zh-CN" altLang="en-US" dirty="0">
                <a:latin typeface="Arial" panose="020B0604020202020204" pitchFamily="34" charset="0"/>
              </a:rPr>
              <a:t>加法器加上硬件辅助电路实现</a:t>
            </a:r>
          </a:p>
          <a:p>
            <a:pPr marL="361950" indent="-361950" eaLnBrk="1" hangingPunct="1">
              <a:lnSpc>
                <a:spcPct val="90000"/>
              </a:lnSpc>
              <a:buFont typeface="Wingdings 2" panose="05020102010507070707" pitchFamily="18" charset="2"/>
              <a:buNone/>
            </a:pPr>
            <a:r>
              <a:rPr lang="zh-CN" altLang="en-US" sz="2800" dirty="0">
                <a:latin typeface="Arial" panose="020B0604020202020204" pitchFamily="34" charset="0"/>
              </a:rPr>
              <a:t>    利用运算器中的加法器硬件电路和移位寄存器，再设计必要的扩展电路，可以用硬件通过加法和移位操作实现乘、除法运算</a:t>
            </a:r>
          </a:p>
          <a:p>
            <a:pPr marL="361950" indent="-361950" eaLnBrk="1" hangingPunct="1">
              <a:lnSpc>
                <a:spcPct val="90000"/>
              </a:lnSpc>
              <a:buFont typeface="Wingdings 2" panose="05020102010507070707" pitchFamily="18" charset="2"/>
              <a:buNone/>
            </a:pPr>
            <a:r>
              <a:rPr lang="en-US" altLang="zh-CN" dirty="0">
                <a:solidFill>
                  <a:srgbClr val="CC3300"/>
                </a:solidFill>
                <a:latin typeface="Arial" panose="020B0604020202020204" pitchFamily="34" charset="0"/>
              </a:rPr>
              <a:t>3.</a:t>
            </a:r>
            <a:r>
              <a:rPr lang="zh-CN" altLang="en-US" dirty="0">
                <a:latin typeface="Arial" panose="020B0604020202020204" pitchFamily="34" charset="0"/>
              </a:rPr>
              <a:t>专用乘、除法器实现</a:t>
            </a:r>
          </a:p>
          <a:p>
            <a:pPr marL="361950" indent="-361950" eaLnBrk="1" hangingPunct="1">
              <a:lnSpc>
                <a:spcPct val="90000"/>
              </a:lnSpc>
              <a:buFont typeface="Wingdings 2" panose="05020102010507070707" pitchFamily="18" charset="2"/>
              <a:buNone/>
            </a:pPr>
            <a:r>
              <a:rPr lang="zh-CN" altLang="en-US" sz="2800" dirty="0">
                <a:latin typeface="Arial" panose="020B0604020202020204" pitchFamily="34" charset="0"/>
              </a:rPr>
              <a:t>    在运算器中除了设置加法器之外，采用专用硬件电路实现高速乘、除法部件，直接完成乘、除法运算</a:t>
            </a:r>
          </a:p>
        </p:txBody>
      </p:sp>
    </p:spTree>
  </p:cSld>
  <p:clrMapOvr>
    <a:masterClrMapping/>
  </p:clrMapOvr>
  <p:transition spd="med">
    <p:pull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4626" name="Rectangle 2">
            <a:extLst>
              <a:ext uri="{FF2B5EF4-FFF2-40B4-BE49-F238E27FC236}">
                <a16:creationId xmlns:a16="http://schemas.microsoft.com/office/drawing/2014/main" id="{FED0600C-283F-4725-81CF-254C0F679BF1}"/>
              </a:ext>
            </a:extLst>
          </p:cNvPr>
          <p:cNvSpPr>
            <a:spLocks noGrp="1" noChangeArrowheads="1"/>
          </p:cNvSpPr>
          <p:nvPr>
            <p:ph type="title"/>
          </p:nvPr>
        </p:nvSpPr>
        <p:spPr/>
        <p:txBody>
          <a:bodyPr/>
          <a:lstStyle/>
          <a:p>
            <a:pPr eaLnBrk="1" hangingPunct="1"/>
            <a:r>
              <a:rPr lang="zh-CN" altLang="en-US">
                <a:latin typeface="Arial" panose="020B0604020202020204" pitchFamily="34" charset="0"/>
              </a:rPr>
              <a:t>定点乘法运算算法</a:t>
            </a:r>
          </a:p>
        </p:txBody>
      </p:sp>
      <p:sp>
        <p:nvSpPr>
          <p:cNvPr id="22530" name="Rectangle 3">
            <a:extLst>
              <a:ext uri="{FF2B5EF4-FFF2-40B4-BE49-F238E27FC236}">
                <a16:creationId xmlns:a16="http://schemas.microsoft.com/office/drawing/2014/main" id="{02D09A65-98DF-4EE7-BE8E-70B7584A964A}"/>
              </a:ext>
            </a:extLst>
          </p:cNvPr>
          <p:cNvSpPr>
            <a:spLocks noGrp="1" noChangeArrowheads="1"/>
          </p:cNvSpPr>
          <p:nvPr>
            <p:ph idx="1"/>
          </p:nvPr>
        </p:nvSpPr>
        <p:spPr/>
        <p:txBody>
          <a:bodyPr/>
          <a:lstStyle/>
          <a:p>
            <a:pPr eaLnBrk="1" hangingPunct="1"/>
            <a:r>
              <a:rPr lang="zh-CN" altLang="en-US" dirty="0">
                <a:latin typeface="Arial" panose="020B0604020202020204" pitchFamily="34" charset="0"/>
              </a:rPr>
              <a:t>原码一位乘法运算</a:t>
            </a:r>
            <a:endParaRPr lang="zh-CN" altLang="en-US" dirty="0">
              <a:latin typeface="Arial Unicode MS" pitchFamily="34" charset="-128"/>
              <a:ea typeface="Arial Unicode MS" pitchFamily="34" charset="-128"/>
            </a:endParaRPr>
          </a:p>
          <a:p>
            <a:pPr eaLnBrk="1" hangingPunct="1"/>
            <a:r>
              <a:rPr lang="zh-CN" altLang="en-US" dirty="0">
                <a:latin typeface="Arial" panose="020B0604020202020204" pitchFamily="34" charset="0"/>
              </a:rPr>
              <a:t>补码一位乘法运算（不要求）</a:t>
            </a:r>
            <a:endParaRPr lang="zh-CN" altLang="en-US" dirty="0">
              <a:latin typeface="Arial Unicode MS" pitchFamily="34" charset="-128"/>
              <a:ea typeface="Arial Unicode MS" pitchFamily="34" charset="-128"/>
            </a:endParaRPr>
          </a:p>
          <a:p>
            <a:pPr eaLnBrk="1" hangingPunct="1"/>
            <a:r>
              <a:rPr lang="zh-CN" altLang="en-US" dirty="0">
                <a:latin typeface="Arial" panose="020B0604020202020204" pitchFamily="34" charset="0"/>
              </a:rPr>
              <a:t>原码两位乘法运算（不要求）</a:t>
            </a:r>
            <a:endParaRPr lang="zh-CN" altLang="en-US" dirty="0">
              <a:latin typeface="Arial Unicode MS" pitchFamily="34" charset="-128"/>
              <a:ea typeface="Arial Unicode MS" pitchFamily="34" charset="-128"/>
            </a:endParaRPr>
          </a:p>
          <a:p>
            <a:pPr eaLnBrk="1" hangingPunct="1"/>
            <a:r>
              <a:rPr lang="zh-CN" altLang="en-US" dirty="0">
                <a:latin typeface="Arial" panose="020B0604020202020204" pitchFamily="34" charset="0"/>
              </a:rPr>
              <a:t>无符号的阵列乘法</a:t>
            </a:r>
          </a:p>
          <a:p>
            <a:pPr eaLnBrk="1" hangingPunct="1"/>
            <a:r>
              <a:rPr lang="zh-CN" altLang="en-US" dirty="0">
                <a:latin typeface="Arial" panose="020B0604020202020204" pitchFamily="34" charset="0"/>
              </a:rPr>
              <a:t>有符号的阵列乘法</a:t>
            </a:r>
            <a:endParaRPr lang="zh-CN" altLang="en-US" dirty="0">
              <a:latin typeface="Arial Unicode MS" pitchFamily="34" charset="-128"/>
              <a:ea typeface="Arial Unicode MS" pitchFamily="34" charset="-128"/>
            </a:endParaRPr>
          </a:p>
          <a:p>
            <a:pPr eaLnBrk="1" hangingPunct="1"/>
            <a:r>
              <a:rPr lang="zh-CN" altLang="en-US" dirty="0">
                <a:latin typeface="Arial" panose="020B0604020202020204" pitchFamily="34" charset="0"/>
              </a:rPr>
              <a:t>直接补码并行乘法（不要求）</a:t>
            </a:r>
          </a:p>
        </p:txBody>
      </p:sp>
    </p:spTree>
  </p:cSld>
  <p:clrMapOvr>
    <a:masterClrMapping/>
  </p:clrMapOvr>
  <p:transition spd="med">
    <p:pull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F73905A-6B3C-4F65-B703-AFB8073D9BEA}"/>
              </a:ext>
            </a:extLst>
          </p:cNvPr>
          <p:cNvSpPr>
            <a:spLocks noGrp="1"/>
          </p:cNvSpPr>
          <p:nvPr>
            <p:ph idx="1"/>
          </p:nvPr>
        </p:nvSpPr>
        <p:spPr/>
        <p:txBody>
          <a:bodyPr/>
          <a:lstStyle/>
          <a:p>
            <a:pPr eaLnBrk="1" hangingPunct="1">
              <a:buFont typeface="Wingdings 2" panose="05020102010507070707" pitchFamily="18" charset="2"/>
              <a:buNone/>
            </a:pPr>
            <a:r>
              <a:rPr lang="zh-CN" altLang="en-US" dirty="0"/>
              <a:t>令：</a:t>
            </a:r>
            <a:r>
              <a:rPr lang="en-US" altLang="zh-CN" dirty="0"/>
              <a:t>[X]</a:t>
            </a:r>
            <a:r>
              <a:rPr lang="zh-CN" altLang="en-US" baseline="-30000" dirty="0"/>
              <a:t>原</a:t>
            </a:r>
            <a:r>
              <a:rPr lang="zh-CN" altLang="en-US" dirty="0"/>
              <a:t> </a:t>
            </a:r>
            <a:r>
              <a:rPr lang="en-US" altLang="zh-CN" dirty="0"/>
              <a:t>= X</a:t>
            </a:r>
            <a:r>
              <a:rPr lang="en-US" altLang="zh-CN" baseline="-30000" dirty="0"/>
              <a:t>f</a:t>
            </a:r>
            <a:r>
              <a:rPr lang="en-US" altLang="zh-CN" dirty="0"/>
              <a:t>.X</a:t>
            </a:r>
            <a:r>
              <a:rPr lang="en-US" altLang="zh-CN" baseline="-30000" dirty="0"/>
              <a:t>1</a:t>
            </a:r>
            <a:r>
              <a:rPr lang="en-US" altLang="zh-CN" dirty="0"/>
              <a:t> X</a:t>
            </a:r>
            <a:r>
              <a:rPr lang="en-US" altLang="zh-CN" baseline="-30000" dirty="0"/>
              <a:t>2</a:t>
            </a:r>
            <a:r>
              <a:rPr lang="en-US" altLang="zh-CN" dirty="0"/>
              <a:t> X</a:t>
            </a:r>
            <a:r>
              <a:rPr lang="en-US" altLang="zh-CN" baseline="-30000" dirty="0"/>
              <a:t>3</a:t>
            </a:r>
            <a:r>
              <a:rPr lang="en-US" altLang="zh-CN" dirty="0"/>
              <a:t>……</a:t>
            </a:r>
            <a:r>
              <a:rPr lang="en-US" altLang="zh-CN" dirty="0" err="1"/>
              <a:t>X</a:t>
            </a:r>
            <a:r>
              <a:rPr lang="en-US" altLang="zh-CN" baseline="-30000" dirty="0" err="1"/>
              <a:t>n</a:t>
            </a:r>
            <a:r>
              <a:rPr lang="en-US" altLang="zh-CN" dirty="0"/>
              <a:t> </a:t>
            </a:r>
          </a:p>
          <a:p>
            <a:pPr eaLnBrk="1" hangingPunct="1">
              <a:buFont typeface="Wingdings 2" panose="05020102010507070707" pitchFamily="18" charset="2"/>
              <a:buNone/>
            </a:pPr>
            <a:r>
              <a:rPr lang="en-US" altLang="zh-CN" dirty="0"/>
              <a:t>        [Y]</a:t>
            </a:r>
            <a:r>
              <a:rPr lang="zh-CN" altLang="en-US" baseline="-30000" dirty="0"/>
              <a:t>原</a:t>
            </a:r>
            <a:r>
              <a:rPr lang="zh-CN" altLang="en-US" dirty="0"/>
              <a:t> </a:t>
            </a:r>
            <a:r>
              <a:rPr lang="en-US" altLang="zh-CN" dirty="0"/>
              <a:t>= </a:t>
            </a:r>
            <a:r>
              <a:rPr lang="en-US" altLang="zh-CN" dirty="0" err="1"/>
              <a:t>Y</a:t>
            </a:r>
            <a:r>
              <a:rPr lang="en-US" altLang="zh-CN" baseline="-30000" dirty="0" err="1"/>
              <a:t>f</a:t>
            </a:r>
            <a:r>
              <a:rPr lang="en-US" altLang="zh-CN" baseline="-30000" dirty="0"/>
              <a:t> </a:t>
            </a:r>
            <a:r>
              <a:rPr lang="en-US" altLang="zh-CN" dirty="0"/>
              <a:t>.Y</a:t>
            </a:r>
            <a:r>
              <a:rPr lang="en-US" altLang="zh-CN" baseline="-30000" dirty="0"/>
              <a:t>1</a:t>
            </a:r>
            <a:r>
              <a:rPr lang="en-US" altLang="zh-CN" dirty="0"/>
              <a:t> Y</a:t>
            </a:r>
            <a:r>
              <a:rPr lang="en-US" altLang="zh-CN" baseline="-30000" dirty="0"/>
              <a:t>2</a:t>
            </a:r>
            <a:r>
              <a:rPr lang="en-US" altLang="zh-CN" dirty="0"/>
              <a:t> Y</a:t>
            </a:r>
            <a:r>
              <a:rPr lang="en-US" altLang="zh-CN" baseline="-30000" dirty="0"/>
              <a:t>3</a:t>
            </a:r>
            <a:r>
              <a:rPr lang="en-US" altLang="zh-CN" dirty="0"/>
              <a:t>……</a:t>
            </a:r>
            <a:r>
              <a:rPr lang="en-US" altLang="zh-CN" dirty="0" err="1"/>
              <a:t>Y</a:t>
            </a:r>
            <a:r>
              <a:rPr lang="en-US" altLang="zh-CN" baseline="-30000" dirty="0" err="1"/>
              <a:t>n</a:t>
            </a:r>
            <a:endParaRPr lang="en-US" altLang="zh-CN" dirty="0"/>
          </a:p>
          <a:p>
            <a:pPr eaLnBrk="1" hangingPunct="1">
              <a:buFont typeface="Wingdings 2" panose="05020102010507070707" pitchFamily="18" charset="2"/>
              <a:buNone/>
            </a:pPr>
            <a:r>
              <a:rPr lang="zh-CN" altLang="en-US" dirty="0"/>
              <a:t>则 </a:t>
            </a:r>
          </a:p>
          <a:p>
            <a:pPr eaLnBrk="1" hangingPunct="1">
              <a:buFont typeface="Wingdings 2" panose="05020102010507070707" pitchFamily="18" charset="2"/>
              <a:buNone/>
            </a:pPr>
            <a:endParaRPr lang="zh-CN" altLang="en-US" dirty="0"/>
          </a:p>
          <a:p>
            <a:pPr eaLnBrk="1" hangingPunct="1">
              <a:buFont typeface="Wingdings 2" panose="05020102010507070707" pitchFamily="18" charset="2"/>
              <a:buNone/>
            </a:pPr>
            <a:endParaRPr lang="zh-CN" altLang="en-US" dirty="0">
              <a:solidFill>
                <a:srgbClr val="000000"/>
              </a:solidFill>
            </a:endParaRPr>
          </a:p>
          <a:p>
            <a:pPr eaLnBrk="1" hangingPunct="1">
              <a:buFont typeface="Wingdings 2" panose="05020102010507070707" pitchFamily="18" charset="2"/>
              <a:buNone/>
            </a:pPr>
            <a:endParaRPr lang="zh-CN" altLang="en-US" dirty="0">
              <a:solidFill>
                <a:srgbClr val="000000"/>
              </a:solidFill>
            </a:endParaRPr>
          </a:p>
          <a:p>
            <a:pPr eaLnBrk="1" hangingPunct="1">
              <a:buFont typeface="Wingdings 2" panose="05020102010507070707" pitchFamily="18" charset="2"/>
              <a:buNone/>
            </a:pPr>
            <a:r>
              <a:rPr lang="zh-CN" altLang="en-US" dirty="0"/>
              <a:t>积的符号：被乘数与乘数两符号的异或值</a:t>
            </a:r>
          </a:p>
          <a:p>
            <a:pPr eaLnBrk="1" hangingPunct="1">
              <a:buFont typeface="Wingdings 2" panose="05020102010507070707" pitchFamily="18" charset="2"/>
              <a:buNone/>
            </a:pPr>
            <a:r>
              <a:rPr lang="zh-CN" altLang="en-US" dirty="0"/>
              <a:t>积的数值：被乘数与乘数两数的绝对值之积</a:t>
            </a:r>
            <a:endParaRPr lang="zh-CN" altLang="en-US" baseline="-30000" dirty="0"/>
          </a:p>
          <a:p>
            <a:endParaRPr lang="zh-CN" altLang="en-US" dirty="0"/>
          </a:p>
        </p:txBody>
      </p:sp>
      <p:sp>
        <p:nvSpPr>
          <p:cNvPr id="3" name="标题 2">
            <a:extLst>
              <a:ext uri="{FF2B5EF4-FFF2-40B4-BE49-F238E27FC236}">
                <a16:creationId xmlns:a16="http://schemas.microsoft.com/office/drawing/2014/main" id="{F67063C9-855B-4B88-965C-3ACE1814FC5A}"/>
              </a:ext>
            </a:extLst>
          </p:cNvPr>
          <p:cNvSpPr>
            <a:spLocks noGrp="1"/>
          </p:cNvSpPr>
          <p:nvPr>
            <p:ph type="title"/>
          </p:nvPr>
        </p:nvSpPr>
        <p:spPr/>
        <p:txBody>
          <a:bodyPr/>
          <a:lstStyle/>
          <a:p>
            <a:r>
              <a:rPr lang="zh-CN" altLang="en-US" dirty="0"/>
              <a:t>原码一位乘法运算 </a:t>
            </a:r>
          </a:p>
        </p:txBody>
      </p:sp>
      <p:graphicFrame>
        <p:nvGraphicFramePr>
          <p:cNvPr id="4" name="Object 4">
            <a:extLst>
              <a:ext uri="{FF2B5EF4-FFF2-40B4-BE49-F238E27FC236}">
                <a16:creationId xmlns:a16="http://schemas.microsoft.com/office/drawing/2014/main" id="{0236DBC4-AECD-41DA-ABEB-F22D02B5D2C8}"/>
              </a:ext>
            </a:extLst>
          </p:cNvPr>
          <p:cNvGraphicFramePr>
            <a:graphicFrameLocks noChangeAspect="1"/>
          </p:cNvGraphicFramePr>
          <p:nvPr>
            <p:extLst>
              <p:ext uri="{D42A27DB-BD31-4B8C-83A1-F6EECF244321}">
                <p14:modId xmlns:p14="http://schemas.microsoft.com/office/powerpoint/2010/main" val="1537402228"/>
              </p:ext>
            </p:extLst>
          </p:nvPr>
        </p:nvGraphicFramePr>
        <p:xfrm>
          <a:off x="914400" y="2667000"/>
          <a:ext cx="6881811" cy="1244890"/>
        </p:xfrm>
        <a:graphic>
          <a:graphicData uri="http://schemas.openxmlformats.org/presentationml/2006/ole">
            <mc:AlternateContent xmlns:mc="http://schemas.openxmlformats.org/markup-compatibility/2006">
              <mc:Choice xmlns:v="urn:schemas-microsoft-com:vml" Requires="v">
                <p:oleObj spid="_x0000_s1027" name="Equation" r:id="rId3" imgW="2495382" imgH="323707" progId="Equation.DSMT4">
                  <p:embed/>
                </p:oleObj>
              </mc:Choice>
              <mc:Fallback>
                <p:oleObj name="Equation" r:id="rId3" imgW="2495382" imgH="323707" progId="Equation.DSMT4">
                  <p:embed/>
                  <p:pic>
                    <p:nvPicPr>
                      <p:cNvPr id="4" name="Object 4">
                        <a:extLst>
                          <a:ext uri="{FF2B5EF4-FFF2-40B4-BE49-F238E27FC236}">
                            <a16:creationId xmlns:a16="http://schemas.microsoft.com/office/drawing/2014/main" id="{0236DBC4-AECD-41DA-ABEB-F22D02B5D2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2667000"/>
                        <a:ext cx="6881811" cy="124489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967838778"/>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22" name="Rectangle 2">
            <a:extLst>
              <a:ext uri="{FF2B5EF4-FFF2-40B4-BE49-F238E27FC236}">
                <a16:creationId xmlns:a16="http://schemas.microsoft.com/office/drawing/2014/main" id="{6A06713E-EBEE-4DB7-A365-2459F510C0C5}"/>
              </a:ext>
            </a:extLst>
          </p:cNvPr>
          <p:cNvSpPr>
            <a:spLocks noGrp="1" noChangeArrowheads="1"/>
          </p:cNvSpPr>
          <p:nvPr>
            <p:ph type="title"/>
          </p:nvPr>
        </p:nvSpPr>
        <p:spPr>
          <a:xfrm>
            <a:off x="304800" y="227012"/>
            <a:ext cx="8839200" cy="765175"/>
          </a:xfrm>
        </p:spPr>
        <p:txBody>
          <a:bodyPr/>
          <a:lstStyle/>
          <a:p>
            <a:pPr eaLnBrk="1" hangingPunct="1"/>
            <a:r>
              <a:rPr lang="zh-CN" altLang="en-US" dirty="0"/>
              <a:t>二进制乘法</a:t>
            </a:r>
          </a:p>
        </p:txBody>
      </p:sp>
      <p:sp>
        <p:nvSpPr>
          <p:cNvPr id="798731" name="Rectangle 11">
            <a:extLst>
              <a:ext uri="{FF2B5EF4-FFF2-40B4-BE49-F238E27FC236}">
                <a16:creationId xmlns:a16="http://schemas.microsoft.com/office/drawing/2014/main" id="{C88C1EA7-BED8-4A72-A9AA-96E7039F8794}"/>
              </a:ext>
            </a:extLst>
          </p:cNvPr>
          <p:cNvSpPr>
            <a:spLocks noGrp="1" noChangeArrowheads="1"/>
          </p:cNvSpPr>
          <p:nvPr>
            <p:ph idx="1"/>
          </p:nvPr>
        </p:nvSpPr>
        <p:spPr>
          <a:xfrm>
            <a:off x="4408954" y="1143000"/>
            <a:ext cx="4679950" cy="5334000"/>
          </a:xfrm>
          <a:ln w="19050">
            <a:solidFill>
              <a:schemeClr val="accent2"/>
            </a:solidFill>
            <a:miter lim="800000"/>
            <a:headEnd/>
            <a:tailEnd/>
          </a:ln>
        </p:spPr>
        <p:txBody>
          <a:bodyPr/>
          <a:lstStyle/>
          <a:p>
            <a:pPr marL="361950" indent="-361950" eaLnBrk="1" hangingPunct="1">
              <a:lnSpc>
                <a:spcPct val="90000"/>
              </a:lnSpc>
            </a:pPr>
            <a:r>
              <a:rPr lang="zh-CN" altLang="en-US" sz="2800"/>
              <a:t>基本算法描述：</a:t>
            </a:r>
          </a:p>
          <a:p>
            <a:pPr marL="896938" lvl="1" indent="-355600" eaLnBrk="1" hangingPunct="1">
              <a:lnSpc>
                <a:spcPct val="90000"/>
              </a:lnSpc>
            </a:pPr>
            <a:r>
              <a:rPr lang="zh-CN" altLang="en-US" sz="2400"/>
              <a:t>若乘数的当前位为</a:t>
            </a:r>
            <a:r>
              <a:rPr lang="en-US" altLang="zh-CN" sz="2400"/>
              <a:t>1</a:t>
            </a:r>
            <a:r>
              <a:rPr lang="zh-CN" altLang="en-US" sz="2400"/>
              <a:t>， 则将被乘数和部分积求和。</a:t>
            </a:r>
          </a:p>
          <a:p>
            <a:pPr marL="896938" lvl="1" indent="-355600" eaLnBrk="1" hangingPunct="1">
              <a:lnSpc>
                <a:spcPct val="90000"/>
              </a:lnSpc>
            </a:pPr>
            <a:r>
              <a:rPr lang="zh-CN" altLang="en-US" sz="2400"/>
              <a:t>若乘数的当前位为</a:t>
            </a:r>
            <a:r>
              <a:rPr lang="en-US" altLang="zh-CN" sz="2400"/>
              <a:t>0</a:t>
            </a:r>
            <a:r>
              <a:rPr lang="zh-CN" altLang="en-US" sz="2400"/>
              <a:t>，则跳过。</a:t>
            </a:r>
          </a:p>
          <a:p>
            <a:pPr marL="896938" lvl="1" indent="-355600" eaLnBrk="1" hangingPunct="1">
              <a:lnSpc>
                <a:spcPct val="90000"/>
              </a:lnSpc>
            </a:pPr>
            <a:r>
              <a:rPr lang="zh-CN" altLang="en-US" sz="2400"/>
              <a:t>将部分积移位。</a:t>
            </a:r>
          </a:p>
          <a:p>
            <a:pPr marL="896938" lvl="1" indent="-355600" eaLnBrk="1" hangingPunct="1">
              <a:lnSpc>
                <a:spcPct val="90000"/>
              </a:lnSpc>
            </a:pPr>
            <a:endParaRPr lang="zh-CN" altLang="en-US" sz="2400"/>
          </a:p>
          <a:p>
            <a:pPr marL="896938" lvl="1" indent="-355600" eaLnBrk="1" hangingPunct="1">
              <a:lnSpc>
                <a:spcPct val="90000"/>
              </a:lnSpc>
            </a:pPr>
            <a:r>
              <a:rPr lang="zh-CN" altLang="en-US" sz="2400"/>
              <a:t>所有位都完成后，部分积即为最终结果。</a:t>
            </a:r>
          </a:p>
          <a:p>
            <a:pPr marL="361950" indent="-361950" eaLnBrk="1" hangingPunct="1">
              <a:lnSpc>
                <a:spcPct val="90000"/>
              </a:lnSpc>
            </a:pPr>
            <a:r>
              <a:rPr lang="en-US" altLang="zh-CN" sz="2800"/>
              <a:t>N </a:t>
            </a:r>
            <a:r>
              <a:rPr lang="zh-CN" altLang="en-US" sz="2800"/>
              <a:t>位乘数 </a:t>
            </a:r>
            <a:r>
              <a:rPr lang="en-US" altLang="zh-CN" sz="2800">
                <a:latin typeface="仿宋" panose="02010609060101010101" pitchFamily="49" charset="-122"/>
                <a:ea typeface="仿宋" panose="02010609060101010101" pitchFamily="49" charset="-122"/>
              </a:rPr>
              <a:t>×</a:t>
            </a:r>
            <a:r>
              <a:rPr lang="zh-CN" altLang="en-US" sz="2800"/>
              <a:t> </a:t>
            </a:r>
            <a:r>
              <a:rPr lang="en-US" altLang="zh-CN" sz="2800"/>
              <a:t>M </a:t>
            </a:r>
            <a:r>
              <a:rPr lang="zh-CN" altLang="en-US" sz="2800"/>
              <a:t>位被乘数 </a:t>
            </a:r>
            <a:r>
              <a:rPr lang="en-US" altLang="zh-CN" sz="2800"/>
              <a:t>=&gt; N+M </a:t>
            </a:r>
            <a:r>
              <a:rPr lang="zh-CN" altLang="en-US" sz="2800"/>
              <a:t>位的积 </a:t>
            </a:r>
          </a:p>
          <a:p>
            <a:pPr marL="361950" indent="-361950" eaLnBrk="1" hangingPunct="1">
              <a:lnSpc>
                <a:spcPct val="90000"/>
              </a:lnSpc>
            </a:pPr>
            <a:r>
              <a:rPr lang="zh-CN" altLang="en-US" sz="2800"/>
              <a:t>乘法显然比加法更复杂</a:t>
            </a:r>
            <a:r>
              <a:rPr lang="en-US" altLang="zh-CN" sz="2800"/>
              <a:t>…</a:t>
            </a:r>
          </a:p>
          <a:p>
            <a:pPr marL="896938" lvl="1" indent="-355600" eaLnBrk="1" hangingPunct="1">
              <a:lnSpc>
                <a:spcPct val="90000"/>
              </a:lnSpc>
            </a:pPr>
            <a:r>
              <a:rPr lang="zh-CN" altLang="en-US" sz="2400"/>
              <a:t>但比十进制乘法要简单</a:t>
            </a:r>
          </a:p>
        </p:txBody>
      </p:sp>
      <p:sp>
        <p:nvSpPr>
          <p:cNvPr id="798723" name="Text Box 3">
            <a:extLst>
              <a:ext uri="{FF2B5EF4-FFF2-40B4-BE49-F238E27FC236}">
                <a16:creationId xmlns:a16="http://schemas.microsoft.com/office/drawing/2014/main" id="{313F773E-F773-4A04-AC44-BE862C2EA995}"/>
              </a:ext>
            </a:extLst>
          </p:cNvPr>
          <p:cNvSpPr txBox="1">
            <a:spLocks noChangeArrowheads="1"/>
          </p:cNvSpPr>
          <p:nvPr/>
        </p:nvSpPr>
        <p:spPr bwMode="auto">
          <a:xfrm>
            <a:off x="1884363" y="1903412"/>
            <a:ext cx="2160587" cy="911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lnSpc>
                <a:spcPct val="70000"/>
              </a:lnSpc>
              <a:spcBef>
                <a:spcPct val="50000"/>
              </a:spcBef>
              <a:buClrTx/>
              <a:buFontTx/>
              <a:buNone/>
            </a:pPr>
            <a:r>
              <a:rPr lang="en-US" altLang="zh-CN" sz="2800" dirty="0">
                <a:ea typeface="黑体" panose="02010609060101010101" pitchFamily="49" charset="-122"/>
                <a:cs typeface="Times New Roman" panose="02020603050405020304" pitchFamily="18" charset="0"/>
              </a:rPr>
              <a:t>    0.1101</a:t>
            </a:r>
          </a:p>
          <a:p>
            <a:pPr eaLnBrk="1" hangingPunct="1">
              <a:lnSpc>
                <a:spcPct val="70000"/>
              </a:lnSpc>
              <a:spcBef>
                <a:spcPct val="50000"/>
              </a:spcBef>
              <a:buClrTx/>
              <a:buFontTx/>
              <a:buNone/>
            </a:pPr>
            <a:r>
              <a:rPr lang="en-US" altLang="zh-CN" sz="2800" dirty="0">
                <a:ea typeface="黑体" panose="02010609060101010101" pitchFamily="49" charset="-122"/>
                <a:cs typeface="Times New Roman" panose="02020603050405020304" pitchFamily="18" charset="0"/>
              </a:rPr>
              <a:t>×0.1011</a:t>
            </a:r>
          </a:p>
        </p:txBody>
      </p:sp>
      <p:sp>
        <p:nvSpPr>
          <p:cNvPr id="798724" name="Text Box 4">
            <a:extLst>
              <a:ext uri="{FF2B5EF4-FFF2-40B4-BE49-F238E27FC236}">
                <a16:creationId xmlns:a16="http://schemas.microsoft.com/office/drawing/2014/main" id="{75194CC2-C9A0-4BE5-8B44-32A018F9AA94}"/>
              </a:ext>
            </a:extLst>
          </p:cNvPr>
          <p:cNvSpPr txBox="1">
            <a:spLocks noChangeArrowheads="1"/>
          </p:cNvSpPr>
          <p:nvPr/>
        </p:nvSpPr>
        <p:spPr bwMode="auto">
          <a:xfrm>
            <a:off x="-180975" y="3198812"/>
            <a:ext cx="4419600" cy="1630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lnSpc>
                <a:spcPct val="50000"/>
              </a:lnSpc>
              <a:spcBef>
                <a:spcPct val="50000"/>
              </a:spcBef>
              <a:buClrTx/>
              <a:buFontTx/>
              <a:buNone/>
            </a:pPr>
            <a:r>
              <a:rPr lang="en-US" altLang="zh-CN" sz="2800" dirty="0">
                <a:ea typeface="黑体" panose="02010609060101010101" pitchFamily="49" charset="-122"/>
                <a:cs typeface="Times New Roman" panose="02020603050405020304" pitchFamily="18" charset="0"/>
              </a:rPr>
              <a:t>             1101</a:t>
            </a:r>
          </a:p>
          <a:p>
            <a:pPr eaLnBrk="1" hangingPunct="1">
              <a:lnSpc>
                <a:spcPct val="50000"/>
              </a:lnSpc>
              <a:spcBef>
                <a:spcPct val="50000"/>
              </a:spcBef>
              <a:buClrTx/>
              <a:buFontTx/>
              <a:buNone/>
            </a:pPr>
            <a:r>
              <a:rPr lang="en-US" altLang="zh-CN" sz="2800" dirty="0">
                <a:ea typeface="黑体" panose="02010609060101010101" pitchFamily="49" charset="-122"/>
                <a:cs typeface="Times New Roman" panose="02020603050405020304" pitchFamily="18" charset="0"/>
              </a:rPr>
              <a:t>         1101</a:t>
            </a:r>
          </a:p>
          <a:p>
            <a:pPr eaLnBrk="1" hangingPunct="1">
              <a:lnSpc>
                <a:spcPct val="50000"/>
              </a:lnSpc>
              <a:spcBef>
                <a:spcPct val="50000"/>
              </a:spcBef>
              <a:buClrTx/>
              <a:buFontTx/>
              <a:buNone/>
            </a:pPr>
            <a:r>
              <a:rPr lang="en-US" altLang="zh-CN" sz="2800" dirty="0">
                <a:ea typeface="黑体" panose="02010609060101010101" pitchFamily="49" charset="-122"/>
                <a:cs typeface="Times New Roman" panose="02020603050405020304" pitchFamily="18" charset="0"/>
              </a:rPr>
              <a:t>     0000</a:t>
            </a:r>
          </a:p>
          <a:p>
            <a:pPr eaLnBrk="1" hangingPunct="1">
              <a:lnSpc>
                <a:spcPct val="50000"/>
              </a:lnSpc>
              <a:spcBef>
                <a:spcPct val="50000"/>
              </a:spcBef>
              <a:buClrTx/>
              <a:buFontTx/>
              <a:buNone/>
            </a:pPr>
            <a:r>
              <a:rPr lang="en-US" altLang="zh-CN" sz="2800" dirty="0">
                <a:ea typeface="黑体" panose="02010609060101010101" pitchFamily="49" charset="-122"/>
                <a:cs typeface="Times New Roman" panose="02020603050405020304" pitchFamily="18" charset="0"/>
              </a:rPr>
              <a:t> 1101</a:t>
            </a:r>
          </a:p>
        </p:txBody>
      </p:sp>
      <p:sp>
        <p:nvSpPr>
          <p:cNvPr id="798725" name="Line 5">
            <a:extLst>
              <a:ext uri="{FF2B5EF4-FFF2-40B4-BE49-F238E27FC236}">
                <a16:creationId xmlns:a16="http://schemas.microsoft.com/office/drawing/2014/main" id="{CA87D799-EA56-4D0C-AD3A-75CF656D90A4}"/>
              </a:ext>
            </a:extLst>
          </p:cNvPr>
          <p:cNvSpPr>
            <a:spLocks noChangeShapeType="1"/>
          </p:cNvSpPr>
          <p:nvPr/>
        </p:nvSpPr>
        <p:spPr bwMode="auto">
          <a:xfrm>
            <a:off x="1876425" y="3046412"/>
            <a:ext cx="2057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latin typeface="Times New Roman" panose="02020603050405020304" pitchFamily="18" charset="0"/>
              <a:cs typeface="Times New Roman" panose="02020603050405020304" pitchFamily="18" charset="0"/>
            </a:endParaRPr>
          </a:p>
        </p:txBody>
      </p:sp>
      <p:sp>
        <p:nvSpPr>
          <p:cNvPr id="798726" name="Line 6">
            <a:extLst>
              <a:ext uri="{FF2B5EF4-FFF2-40B4-BE49-F238E27FC236}">
                <a16:creationId xmlns:a16="http://schemas.microsoft.com/office/drawing/2014/main" id="{3DB46D9C-2D58-446F-A4E9-D2C7D32AE66A}"/>
              </a:ext>
            </a:extLst>
          </p:cNvPr>
          <p:cNvSpPr>
            <a:spLocks noChangeShapeType="1"/>
          </p:cNvSpPr>
          <p:nvPr/>
        </p:nvSpPr>
        <p:spPr bwMode="auto">
          <a:xfrm>
            <a:off x="1295400" y="4495800"/>
            <a:ext cx="3048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latin typeface="Times New Roman" panose="02020603050405020304" pitchFamily="18" charset="0"/>
              <a:cs typeface="Times New Roman" panose="02020603050405020304" pitchFamily="18" charset="0"/>
            </a:endParaRPr>
          </a:p>
        </p:txBody>
      </p:sp>
      <p:sp>
        <p:nvSpPr>
          <p:cNvPr id="798727" name="Line 7">
            <a:extLst>
              <a:ext uri="{FF2B5EF4-FFF2-40B4-BE49-F238E27FC236}">
                <a16:creationId xmlns:a16="http://schemas.microsoft.com/office/drawing/2014/main" id="{F4DC8D82-245A-443D-958B-F1B7374419F4}"/>
              </a:ext>
            </a:extLst>
          </p:cNvPr>
          <p:cNvSpPr>
            <a:spLocks noChangeShapeType="1"/>
          </p:cNvSpPr>
          <p:nvPr/>
        </p:nvSpPr>
        <p:spPr bwMode="auto">
          <a:xfrm flipH="1">
            <a:off x="1447800" y="4343400"/>
            <a:ext cx="0" cy="304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latin typeface="Times New Roman" panose="02020603050405020304" pitchFamily="18" charset="0"/>
              <a:cs typeface="Times New Roman" panose="02020603050405020304" pitchFamily="18" charset="0"/>
            </a:endParaRPr>
          </a:p>
        </p:txBody>
      </p:sp>
      <p:sp>
        <p:nvSpPr>
          <p:cNvPr id="798728" name="Line 8">
            <a:extLst>
              <a:ext uri="{FF2B5EF4-FFF2-40B4-BE49-F238E27FC236}">
                <a16:creationId xmlns:a16="http://schemas.microsoft.com/office/drawing/2014/main" id="{684F3C23-079F-4FC6-BA16-DD268DDC1541}"/>
              </a:ext>
            </a:extLst>
          </p:cNvPr>
          <p:cNvSpPr>
            <a:spLocks noChangeShapeType="1"/>
          </p:cNvSpPr>
          <p:nvPr/>
        </p:nvSpPr>
        <p:spPr bwMode="auto">
          <a:xfrm>
            <a:off x="1143794" y="4805515"/>
            <a:ext cx="2362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latin typeface="Times New Roman" panose="02020603050405020304" pitchFamily="18" charset="0"/>
              <a:cs typeface="Times New Roman" panose="02020603050405020304" pitchFamily="18" charset="0"/>
            </a:endParaRPr>
          </a:p>
        </p:txBody>
      </p:sp>
      <p:sp>
        <p:nvSpPr>
          <p:cNvPr id="798729" name="Text Box 9">
            <a:extLst>
              <a:ext uri="{FF2B5EF4-FFF2-40B4-BE49-F238E27FC236}">
                <a16:creationId xmlns:a16="http://schemas.microsoft.com/office/drawing/2014/main" id="{B5C600D4-1D3C-4FD8-9ACF-5F4438DA9627}"/>
              </a:ext>
            </a:extLst>
          </p:cNvPr>
          <p:cNvSpPr txBox="1">
            <a:spLocks noChangeArrowheads="1"/>
          </p:cNvSpPr>
          <p:nvPr/>
        </p:nvSpPr>
        <p:spPr bwMode="auto">
          <a:xfrm>
            <a:off x="-210110" y="4981914"/>
            <a:ext cx="4419600" cy="76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lnSpc>
                <a:spcPct val="50000"/>
              </a:lnSpc>
              <a:spcBef>
                <a:spcPct val="50000"/>
              </a:spcBef>
              <a:buClrTx/>
              <a:buFontTx/>
              <a:buNone/>
            </a:pPr>
            <a:r>
              <a:rPr lang="en-US" altLang="zh-CN" sz="2800" dirty="0">
                <a:ea typeface="黑体" panose="02010609060101010101" pitchFamily="49" charset="-122"/>
                <a:cs typeface="Times New Roman" panose="02020603050405020304" pitchFamily="18" charset="0"/>
              </a:rPr>
              <a:t>      0.10001111</a:t>
            </a:r>
          </a:p>
          <a:p>
            <a:pPr algn="l" eaLnBrk="1" hangingPunct="1">
              <a:lnSpc>
                <a:spcPct val="50000"/>
              </a:lnSpc>
              <a:spcBef>
                <a:spcPct val="50000"/>
              </a:spcBef>
              <a:buClrTx/>
              <a:buFontTx/>
              <a:buNone/>
            </a:pPr>
            <a:r>
              <a:rPr lang="zh-CN" altLang="en-US" sz="2800" dirty="0">
                <a:latin typeface="楷体" panose="02010609060101010101" pitchFamily="49" charset="-122"/>
                <a:ea typeface="楷体" panose="02010609060101010101" pitchFamily="49" charset="-122"/>
                <a:cs typeface="Times New Roman" panose="02020603050405020304" pitchFamily="18" charset="0"/>
              </a:rPr>
              <a:t> 加符号</a:t>
            </a:r>
            <a:r>
              <a:rPr lang="zh-CN" altLang="en-US" sz="2800" dirty="0">
                <a:ea typeface="黑体" panose="02010609060101010101" pitchFamily="49" charset="-122"/>
                <a:cs typeface="Times New Roman" panose="02020603050405020304" pitchFamily="18" charset="0"/>
              </a:rPr>
              <a:t>：</a:t>
            </a:r>
            <a:r>
              <a:rPr lang="en-US" altLang="zh-CN" sz="2800" dirty="0">
                <a:ea typeface="黑体" panose="02010609060101010101" pitchFamily="49" charset="-122"/>
                <a:cs typeface="Times New Roman" panose="02020603050405020304" pitchFamily="18" charset="0"/>
              </a:rPr>
              <a:t>1.10001111</a:t>
            </a:r>
          </a:p>
        </p:txBody>
      </p:sp>
      <p:sp>
        <p:nvSpPr>
          <p:cNvPr id="26635" name="Rectangle 10">
            <a:extLst>
              <a:ext uri="{FF2B5EF4-FFF2-40B4-BE49-F238E27FC236}">
                <a16:creationId xmlns:a16="http://schemas.microsoft.com/office/drawing/2014/main" id="{EA64AB0B-3162-43D5-8A6D-F01DD6B832D1}"/>
              </a:ext>
            </a:extLst>
          </p:cNvPr>
          <p:cNvSpPr>
            <a:spLocks noChangeArrowheads="1"/>
          </p:cNvSpPr>
          <p:nvPr/>
        </p:nvSpPr>
        <p:spPr bwMode="auto">
          <a:xfrm>
            <a:off x="606015" y="1065212"/>
            <a:ext cx="322979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800" dirty="0">
                <a:ea typeface="宋体" panose="02010600030101010101" pitchFamily="2" charset="-122"/>
                <a:cs typeface="Times New Roman" panose="02020603050405020304" pitchFamily="18" charset="0"/>
              </a:rPr>
              <a:t>例</a:t>
            </a:r>
            <a:r>
              <a:rPr lang="en-US" altLang="zh-CN" sz="2800" dirty="0">
                <a:ea typeface="宋体" panose="02010600030101010101" pitchFamily="2" charset="-122"/>
                <a:cs typeface="Times New Roman" panose="02020603050405020304" pitchFamily="18" charset="0"/>
              </a:rPr>
              <a:t>.  0.1101×1.1011</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98723">
                                            <p:txEl>
                                              <p:pRg st="0" end="0"/>
                                            </p:txEl>
                                          </p:spTgt>
                                        </p:tgtEl>
                                        <p:attrNameLst>
                                          <p:attrName>style.visibility</p:attrName>
                                        </p:attrNameLst>
                                      </p:cBhvr>
                                      <p:to>
                                        <p:strVal val="visible"/>
                                      </p:to>
                                    </p:set>
                                    <p:animEffect transition="in" filter="wipe(left)">
                                      <p:cBhvr>
                                        <p:cTn id="7" dur="500"/>
                                        <p:tgtEl>
                                          <p:spTgt spid="7987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98723">
                                            <p:txEl>
                                              <p:pRg st="1" end="1"/>
                                            </p:txEl>
                                          </p:spTgt>
                                        </p:tgtEl>
                                        <p:attrNameLst>
                                          <p:attrName>style.visibility</p:attrName>
                                        </p:attrNameLst>
                                      </p:cBhvr>
                                      <p:to>
                                        <p:strVal val="visible"/>
                                      </p:to>
                                    </p:set>
                                    <p:animEffect transition="in" filter="wipe(left)">
                                      <p:cBhvr>
                                        <p:cTn id="12" dur="500"/>
                                        <p:tgtEl>
                                          <p:spTgt spid="798723">
                                            <p:txEl>
                                              <p:pRg st="1" end="1"/>
                                            </p:txEl>
                                          </p:spTgt>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798725"/>
                                        </p:tgtEl>
                                        <p:attrNameLst>
                                          <p:attrName>style.visibility</p:attrName>
                                        </p:attrNameLst>
                                      </p:cBhvr>
                                      <p:to>
                                        <p:strVal val="visible"/>
                                      </p:to>
                                    </p:set>
                                    <p:animEffect transition="in" filter="wipe(left)">
                                      <p:cBhvr>
                                        <p:cTn id="16" dur="500"/>
                                        <p:tgtEl>
                                          <p:spTgt spid="79872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98724">
                                            <p:txEl>
                                              <p:pRg st="0" end="0"/>
                                            </p:txEl>
                                          </p:spTgt>
                                        </p:tgtEl>
                                        <p:attrNameLst>
                                          <p:attrName>style.visibility</p:attrName>
                                        </p:attrNameLst>
                                      </p:cBhvr>
                                      <p:to>
                                        <p:strVal val="visible"/>
                                      </p:to>
                                    </p:set>
                                    <p:animEffect transition="in" filter="wipe(left)">
                                      <p:cBhvr>
                                        <p:cTn id="21" dur="500"/>
                                        <p:tgtEl>
                                          <p:spTgt spid="798724">
                                            <p:txEl>
                                              <p:pRg st="0" end="0"/>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798724">
                                            <p:txEl>
                                              <p:pRg st="1" end="1"/>
                                            </p:txEl>
                                          </p:spTgt>
                                        </p:tgtEl>
                                        <p:attrNameLst>
                                          <p:attrName>style.visibility</p:attrName>
                                        </p:attrNameLst>
                                      </p:cBhvr>
                                      <p:to>
                                        <p:strVal val="visible"/>
                                      </p:to>
                                    </p:set>
                                    <p:animEffect transition="in" filter="wipe(left)">
                                      <p:cBhvr>
                                        <p:cTn id="26" dur="500"/>
                                        <p:tgtEl>
                                          <p:spTgt spid="798724">
                                            <p:txEl>
                                              <p:pRg st="1" end="1"/>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798724">
                                            <p:txEl>
                                              <p:pRg st="2" end="2"/>
                                            </p:txEl>
                                          </p:spTgt>
                                        </p:tgtEl>
                                        <p:attrNameLst>
                                          <p:attrName>style.visibility</p:attrName>
                                        </p:attrNameLst>
                                      </p:cBhvr>
                                      <p:to>
                                        <p:strVal val="visible"/>
                                      </p:to>
                                    </p:set>
                                    <p:animEffect transition="in" filter="wipe(left)">
                                      <p:cBhvr>
                                        <p:cTn id="31" dur="500"/>
                                        <p:tgtEl>
                                          <p:spTgt spid="798724">
                                            <p:txEl>
                                              <p:pRg st="2" end="2"/>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798724">
                                            <p:txEl>
                                              <p:pRg st="3" end="3"/>
                                            </p:txEl>
                                          </p:spTgt>
                                        </p:tgtEl>
                                        <p:attrNameLst>
                                          <p:attrName>style.visibility</p:attrName>
                                        </p:attrNameLst>
                                      </p:cBhvr>
                                      <p:to>
                                        <p:strVal val="visible"/>
                                      </p:to>
                                    </p:set>
                                    <p:animEffect transition="in" filter="wipe(left)">
                                      <p:cBhvr>
                                        <p:cTn id="36" dur="500"/>
                                        <p:tgtEl>
                                          <p:spTgt spid="798724">
                                            <p:txEl>
                                              <p:pRg st="3" end="3"/>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798726"/>
                                        </p:tgtEl>
                                        <p:attrNameLst>
                                          <p:attrName>style.visibility</p:attrName>
                                        </p:attrNameLst>
                                      </p:cBhvr>
                                      <p:to>
                                        <p:strVal val="visible"/>
                                      </p:to>
                                    </p:set>
                                    <p:animEffect transition="in" filter="wipe(left)">
                                      <p:cBhvr>
                                        <p:cTn id="41" dur="500"/>
                                        <p:tgtEl>
                                          <p:spTgt spid="798726"/>
                                        </p:tgtEl>
                                      </p:cBhvr>
                                    </p:animEffect>
                                  </p:childTnLst>
                                </p:cTn>
                              </p:par>
                            </p:childTnLst>
                          </p:cTn>
                        </p:par>
                        <p:par>
                          <p:cTn id="42" fill="hold" nodeType="afterGroup">
                            <p:stCondLst>
                              <p:cond delay="500"/>
                            </p:stCondLst>
                            <p:childTnLst>
                              <p:par>
                                <p:cTn id="43" presetID="22" presetClass="entr" presetSubtype="8" fill="hold" nodeType="afterEffect">
                                  <p:stCondLst>
                                    <p:cond delay="0"/>
                                  </p:stCondLst>
                                  <p:childTnLst>
                                    <p:set>
                                      <p:cBhvr>
                                        <p:cTn id="44" dur="1" fill="hold">
                                          <p:stCondLst>
                                            <p:cond delay="0"/>
                                          </p:stCondLst>
                                        </p:cTn>
                                        <p:tgtEl>
                                          <p:spTgt spid="798727"/>
                                        </p:tgtEl>
                                        <p:attrNameLst>
                                          <p:attrName>style.visibility</p:attrName>
                                        </p:attrNameLst>
                                      </p:cBhvr>
                                      <p:to>
                                        <p:strVal val="visible"/>
                                      </p:to>
                                    </p:set>
                                    <p:animEffect transition="in" filter="wipe(left)">
                                      <p:cBhvr>
                                        <p:cTn id="45" dur="500"/>
                                        <p:tgtEl>
                                          <p:spTgt spid="798727"/>
                                        </p:tgtEl>
                                      </p:cBhvr>
                                    </p:animEffect>
                                  </p:childTnLst>
                                </p:cTn>
                              </p:par>
                            </p:childTnLst>
                          </p:cTn>
                        </p:par>
                        <p:par>
                          <p:cTn id="46" fill="hold" nodeType="afterGroup">
                            <p:stCondLst>
                              <p:cond delay="1000"/>
                            </p:stCondLst>
                            <p:childTnLst>
                              <p:par>
                                <p:cTn id="47" presetID="22" presetClass="entr" presetSubtype="8" fill="hold" nodeType="afterEffect">
                                  <p:stCondLst>
                                    <p:cond delay="0"/>
                                  </p:stCondLst>
                                  <p:childTnLst>
                                    <p:set>
                                      <p:cBhvr>
                                        <p:cTn id="48" dur="1" fill="hold">
                                          <p:stCondLst>
                                            <p:cond delay="0"/>
                                          </p:stCondLst>
                                        </p:cTn>
                                        <p:tgtEl>
                                          <p:spTgt spid="798728"/>
                                        </p:tgtEl>
                                        <p:attrNameLst>
                                          <p:attrName>style.visibility</p:attrName>
                                        </p:attrNameLst>
                                      </p:cBhvr>
                                      <p:to>
                                        <p:strVal val="visible"/>
                                      </p:to>
                                    </p:set>
                                    <p:animEffect transition="in" filter="wipe(left)">
                                      <p:cBhvr>
                                        <p:cTn id="49" dur="500"/>
                                        <p:tgtEl>
                                          <p:spTgt spid="798728"/>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798729">
                                            <p:txEl>
                                              <p:pRg st="0" end="0"/>
                                            </p:txEl>
                                          </p:spTgt>
                                        </p:tgtEl>
                                        <p:attrNameLst>
                                          <p:attrName>style.visibility</p:attrName>
                                        </p:attrNameLst>
                                      </p:cBhvr>
                                      <p:to>
                                        <p:strVal val="visible"/>
                                      </p:to>
                                    </p:set>
                                    <p:animEffect transition="in" filter="wipe(left)">
                                      <p:cBhvr>
                                        <p:cTn id="54" dur="500"/>
                                        <p:tgtEl>
                                          <p:spTgt spid="798729">
                                            <p:txEl>
                                              <p:pRg st="0" end="0"/>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798729">
                                            <p:txEl>
                                              <p:pRg st="1" end="1"/>
                                            </p:txEl>
                                          </p:spTgt>
                                        </p:tgtEl>
                                        <p:attrNameLst>
                                          <p:attrName>style.visibility</p:attrName>
                                        </p:attrNameLst>
                                      </p:cBhvr>
                                      <p:to>
                                        <p:strVal val="visible"/>
                                      </p:to>
                                    </p:set>
                                    <p:animEffect transition="in" filter="wipe(left)">
                                      <p:cBhvr>
                                        <p:cTn id="59" dur="500"/>
                                        <p:tgtEl>
                                          <p:spTgt spid="798729">
                                            <p:txEl>
                                              <p:pRg st="1" end="1"/>
                                            </p:txEl>
                                          </p:spTgt>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 presetClass="entr" presetSubtype="2" fill="hold" grpId="0" nodeType="clickEffect">
                                  <p:stCondLst>
                                    <p:cond delay="0"/>
                                  </p:stCondLst>
                                  <p:childTnLst>
                                    <p:set>
                                      <p:cBhvr>
                                        <p:cTn id="63" dur="1" fill="hold">
                                          <p:stCondLst>
                                            <p:cond delay="0"/>
                                          </p:stCondLst>
                                        </p:cTn>
                                        <p:tgtEl>
                                          <p:spTgt spid="798731">
                                            <p:bg/>
                                          </p:spTgt>
                                        </p:tgtEl>
                                        <p:attrNameLst>
                                          <p:attrName>style.visibility</p:attrName>
                                        </p:attrNameLst>
                                      </p:cBhvr>
                                      <p:to>
                                        <p:strVal val="visible"/>
                                      </p:to>
                                    </p:set>
                                    <p:anim calcmode="lin" valueType="num">
                                      <p:cBhvr additive="base">
                                        <p:cTn id="64" dur="500" fill="hold"/>
                                        <p:tgtEl>
                                          <p:spTgt spid="798731">
                                            <p:bg/>
                                          </p:spTgt>
                                        </p:tgtEl>
                                        <p:attrNameLst>
                                          <p:attrName>ppt_x</p:attrName>
                                        </p:attrNameLst>
                                      </p:cBhvr>
                                      <p:tavLst>
                                        <p:tav tm="0">
                                          <p:val>
                                            <p:strVal val="1+#ppt_w/2"/>
                                          </p:val>
                                        </p:tav>
                                        <p:tav tm="100000">
                                          <p:val>
                                            <p:strVal val="#ppt_x"/>
                                          </p:val>
                                        </p:tav>
                                      </p:tavLst>
                                    </p:anim>
                                    <p:anim calcmode="lin" valueType="num">
                                      <p:cBhvr additive="base">
                                        <p:cTn id="65" dur="500" fill="hold"/>
                                        <p:tgtEl>
                                          <p:spTgt spid="798731">
                                            <p:bg/>
                                          </p:spTgt>
                                        </p:tgtEl>
                                        <p:attrNameLst>
                                          <p:attrName>ppt_y</p:attrName>
                                        </p:attrNameLst>
                                      </p:cBhvr>
                                      <p:tavLst>
                                        <p:tav tm="0">
                                          <p:val>
                                            <p:strVal val="#ppt_y"/>
                                          </p:val>
                                        </p:tav>
                                        <p:tav tm="100000">
                                          <p:val>
                                            <p:strVal val="#ppt_y"/>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2" presetClass="entr" presetSubtype="2" fill="hold" grpId="0" nodeType="clickEffect">
                                  <p:stCondLst>
                                    <p:cond delay="0"/>
                                  </p:stCondLst>
                                  <p:childTnLst>
                                    <p:set>
                                      <p:cBhvr>
                                        <p:cTn id="69" dur="1" fill="hold">
                                          <p:stCondLst>
                                            <p:cond delay="0"/>
                                          </p:stCondLst>
                                        </p:cTn>
                                        <p:tgtEl>
                                          <p:spTgt spid="798731">
                                            <p:txEl>
                                              <p:pRg st="0" end="0"/>
                                            </p:txEl>
                                          </p:spTgt>
                                        </p:tgtEl>
                                        <p:attrNameLst>
                                          <p:attrName>style.visibility</p:attrName>
                                        </p:attrNameLst>
                                      </p:cBhvr>
                                      <p:to>
                                        <p:strVal val="visible"/>
                                      </p:to>
                                    </p:set>
                                    <p:anim calcmode="lin" valueType="num">
                                      <p:cBhvr additive="base">
                                        <p:cTn id="70" dur="500" fill="hold"/>
                                        <p:tgtEl>
                                          <p:spTgt spid="798731">
                                            <p:txEl>
                                              <p:pRg st="0" end="0"/>
                                            </p:txEl>
                                          </p:spTgt>
                                        </p:tgtEl>
                                        <p:attrNameLst>
                                          <p:attrName>ppt_x</p:attrName>
                                        </p:attrNameLst>
                                      </p:cBhvr>
                                      <p:tavLst>
                                        <p:tav tm="0">
                                          <p:val>
                                            <p:strVal val="1+#ppt_w/2"/>
                                          </p:val>
                                        </p:tav>
                                        <p:tav tm="100000">
                                          <p:val>
                                            <p:strVal val="#ppt_x"/>
                                          </p:val>
                                        </p:tav>
                                      </p:tavLst>
                                    </p:anim>
                                    <p:anim calcmode="lin" valueType="num">
                                      <p:cBhvr additive="base">
                                        <p:cTn id="71" dur="500" fill="hold"/>
                                        <p:tgtEl>
                                          <p:spTgt spid="798731">
                                            <p:txEl>
                                              <p:pRg st="0" end="0"/>
                                            </p:txEl>
                                          </p:spTgt>
                                        </p:tgtEl>
                                        <p:attrNameLst>
                                          <p:attrName>ppt_y</p:attrName>
                                        </p:attrNameLst>
                                      </p:cBhvr>
                                      <p:tavLst>
                                        <p:tav tm="0">
                                          <p:val>
                                            <p:strVal val="#ppt_y"/>
                                          </p:val>
                                        </p:tav>
                                        <p:tav tm="100000">
                                          <p:val>
                                            <p:strVal val="#ppt_y"/>
                                          </p:val>
                                        </p:tav>
                                      </p:tavLst>
                                    </p:anim>
                                  </p:childTnLst>
                                </p:cTn>
                              </p:par>
                              <p:par>
                                <p:cTn id="72" presetID="2" presetClass="entr" presetSubtype="2" fill="hold" grpId="0" nodeType="withEffect">
                                  <p:stCondLst>
                                    <p:cond delay="0"/>
                                  </p:stCondLst>
                                  <p:childTnLst>
                                    <p:set>
                                      <p:cBhvr>
                                        <p:cTn id="73" dur="1" fill="hold">
                                          <p:stCondLst>
                                            <p:cond delay="0"/>
                                          </p:stCondLst>
                                        </p:cTn>
                                        <p:tgtEl>
                                          <p:spTgt spid="798731">
                                            <p:txEl>
                                              <p:pRg st="1" end="1"/>
                                            </p:txEl>
                                          </p:spTgt>
                                        </p:tgtEl>
                                        <p:attrNameLst>
                                          <p:attrName>style.visibility</p:attrName>
                                        </p:attrNameLst>
                                      </p:cBhvr>
                                      <p:to>
                                        <p:strVal val="visible"/>
                                      </p:to>
                                    </p:set>
                                    <p:anim calcmode="lin" valueType="num">
                                      <p:cBhvr additive="base">
                                        <p:cTn id="74" dur="500" fill="hold"/>
                                        <p:tgtEl>
                                          <p:spTgt spid="798731">
                                            <p:txEl>
                                              <p:pRg st="1" end="1"/>
                                            </p:txEl>
                                          </p:spTgt>
                                        </p:tgtEl>
                                        <p:attrNameLst>
                                          <p:attrName>ppt_x</p:attrName>
                                        </p:attrNameLst>
                                      </p:cBhvr>
                                      <p:tavLst>
                                        <p:tav tm="0">
                                          <p:val>
                                            <p:strVal val="1+#ppt_w/2"/>
                                          </p:val>
                                        </p:tav>
                                        <p:tav tm="100000">
                                          <p:val>
                                            <p:strVal val="#ppt_x"/>
                                          </p:val>
                                        </p:tav>
                                      </p:tavLst>
                                    </p:anim>
                                    <p:anim calcmode="lin" valueType="num">
                                      <p:cBhvr additive="base">
                                        <p:cTn id="75" dur="500" fill="hold"/>
                                        <p:tgtEl>
                                          <p:spTgt spid="798731">
                                            <p:txEl>
                                              <p:pRg st="1" end="1"/>
                                            </p:txEl>
                                          </p:spTgt>
                                        </p:tgtEl>
                                        <p:attrNameLst>
                                          <p:attrName>ppt_y</p:attrName>
                                        </p:attrNameLst>
                                      </p:cBhvr>
                                      <p:tavLst>
                                        <p:tav tm="0">
                                          <p:val>
                                            <p:strVal val="#ppt_y"/>
                                          </p:val>
                                        </p:tav>
                                        <p:tav tm="100000">
                                          <p:val>
                                            <p:strVal val="#ppt_y"/>
                                          </p:val>
                                        </p:tav>
                                      </p:tavLst>
                                    </p:anim>
                                  </p:childTnLst>
                                </p:cTn>
                              </p:par>
                              <p:par>
                                <p:cTn id="76" presetID="2" presetClass="entr" presetSubtype="2" fill="hold" grpId="0" nodeType="withEffect">
                                  <p:stCondLst>
                                    <p:cond delay="0"/>
                                  </p:stCondLst>
                                  <p:childTnLst>
                                    <p:set>
                                      <p:cBhvr>
                                        <p:cTn id="77" dur="1" fill="hold">
                                          <p:stCondLst>
                                            <p:cond delay="0"/>
                                          </p:stCondLst>
                                        </p:cTn>
                                        <p:tgtEl>
                                          <p:spTgt spid="798731">
                                            <p:txEl>
                                              <p:pRg st="2" end="2"/>
                                            </p:txEl>
                                          </p:spTgt>
                                        </p:tgtEl>
                                        <p:attrNameLst>
                                          <p:attrName>style.visibility</p:attrName>
                                        </p:attrNameLst>
                                      </p:cBhvr>
                                      <p:to>
                                        <p:strVal val="visible"/>
                                      </p:to>
                                    </p:set>
                                    <p:anim calcmode="lin" valueType="num">
                                      <p:cBhvr additive="base">
                                        <p:cTn id="78" dur="500" fill="hold"/>
                                        <p:tgtEl>
                                          <p:spTgt spid="798731">
                                            <p:txEl>
                                              <p:pRg st="2" end="2"/>
                                            </p:txEl>
                                          </p:spTgt>
                                        </p:tgtEl>
                                        <p:attrNameLst>
                                          <p:attrName>ppt_x</p:attrName>
                                        </p:attrNameLst>
                                      </p:cBhvr>
                                      <p:tavLst>
                                        <p:tav tm="0">
                                          <p:val>
                                            <p:strVal val="1+#ppt_w/2"/>
                                          </p:val>
                                        </p:tav>
                                        <p:tav tm="100000">
                                          <p:val>
                                            <p:strVal val="#ppt_x"/>
                                          </p:val>
                                        </p:tav>
                                      </p:tavLst>
                                    </p:anim>
                                    <p:anim calcmode="lin" valueType="num">
                                      <p:cBhvr additive="base">
                                        <p:cTn id="79" dur="500" fill="hold"/>
                                        <p:tgtEl>
                                          <p:spTgt spid="798731">
                                            <p:txEl>
                                              <p:pRg st="2" end="2"/>
                                            </p:txEl>
                                          </p:spTgt>
                                        </p:tgtEl>
                                        <p:attrNameLst>
                                          <p:attrName>ppt_y</p:attrName>
                                        </p:attrNameLst>
                                      </p:cBhvr>
                                      <p:tavLst>
                                        <p:tav tm="0">
                                          <p:val>
                                            <p:strVal val="#ppt_y"/>
                                          </p:val>
                                        </p:tav>
                                        <p:tav tm="100000">
                                          <p:val>
                                            <p:strVal val="#ppt_y"/>
                                          </p:val>
                                        </p:tav>
                                      </p:tavLst>
                                    </p:anim>
                                  </p:childTnLst>
                                </p:cTn>
                              </p:par>
                              <p:par>
                                <p:cTn id="80" presetID="2" presetClass="entr" presetSubtype="2" fill="hold" grpId="0" nodeType="withEffect">
                                  <p:stCondLst>
                                    <p:cond delay="0"/>
                                  </p:stCondLst>
                                  <p:childTnLst>
                                    <p:set>
                                      <p:cBhvr>
                                        <p:cTn id="81" dur="1" fill="hold">
                                          <p:stCondLst>
                                            <p:cond delay="0"/>
                                          </p:stCondLst>
                                        </p:cTn>
                                        <p:tgtEl>
                                          <p:spTgt spid="798731">
                                            <p:txEl>
                                              <p:pRg st="3" end="3"/>
                                            </p:txEl>
                                          </p:spTgt>
                                        </p:tgtEl>
                                        <p:attrNameLst>
                                          <p:attrName>style.visibility</p:attrName>
                                        </p:attrNameLst>
                                      </p:cBhvr>
                                      <p:to>
                                        <p:strVal val="visible"/>
                                      </p:to>
                                    </p:set>
                                    <p:anim calcmode="lin" valueType="num">
                                      <p:cBhvr additive="base">
                                        <p:cTn id="82" dur="500" fill="hold"/>
                                        <p:tgtEl>
                                          <p:spTgt spid="798731">
                                            <p:txEl>
                                              <p:pRg st="3" end="3"/>
                                            </p:txEl>
                                          </p:spTgt>
                                        </p:tgtEl>
                                        <p:attrNameLst>
                                          <p:attrName>ppt_x</p:attrName>
                                        </p:attrNameLst>
                                      </p:cBhvr>
                                      <p:tavLst>
                                        <p:tav tm="0">
                                          <p:val>
                                            <p:strVal val="1+#ppt_w/2"/>
                                          </p:val>
                                        </p:tav>
                                        <p:tav tm="100000">
                                          <p:val>
                                            <p:strVal val="#ppt_x"/>
                                          </p:val>
                                        </p:tav>
                                      </p:tavLst>
                                    </p:anim>
                                    <p:anim calcmode="lin" valueType="num">
                                      <p:cBhvr additive="base">
                                        <p:cTn id="83" dur="500" fill="hold"/>
                                        <p:tgtEl>
                                          <p:spTgt spid="798731">
                                            <p:txEl>
                                              <p:pRg st="3" end="3"/>
                                            </p:txEl>
                                          </p:spTgt>
                                        </p:tgtEl>
                                        <p:attrNameLst>
                                          <p:attrName>ppt_y</p:attrName>
                                        </p:attrNameLst>
                                      </p:cBhvr>
                                      <p:tavLst>
                                        <p:tav tm="0">
                                          <p:val>
                                            <p:strVal val="#ppt_y"/>
                                          </p:val>
                                        </p:tav>
                                        <p:tav tm="100000">
                                          <p:val>
                                            <p:strVal val="#ppt_y"/>
                                          </p:val>
                                        </p:tav>
                                      </p:tavLst>
                                    </p:anim>
                                  </p:childTnLst>
                                </p:cTn>
                              </p:par>
                              <p:par>
                                <p:cTn id="84" presetID="2" presetClass="entr" presetSubtype="2" fill="hold" grpId="0" nodeType="withEffect">
                                  <p:stCondLst>
                                    <p:cond delay="0"/>
                                  </p:stCondLst>
                                  <p:childTnLst>
                                    <p:set>
                                      <p:cBhvr>
                                        <p:cTn id="85" dur="1" fill="hold">
                                          <p:stCondLst>
                                            <p:cond delay="0"/>
                                          </p:stCondLst>
                                        </p:cTn>
                                        <p:tgtEl>
                                          <p:spTgt spid="798731">
                                            <p:txEl>
                                              <p:pRg st="5" end="5"/>
                                            </p:txEl>
                                          </p:spTgt>
                                        </p:tgtEl>
                                        <p:attrNameLst>
                                          <p:attrName>style.visibility</p:attrName>
                                        </p:attrNameLst>
                                      </p:cBhvr>
                                      <p:to>
                                        <p:strVal val="visible"/>
                                      </p:to>
                                    </p:set>
                                    <p:anim calcmode="lin" valueType="num">
                                      <p:cBhvr additive="base">
                                        <p:cTn id="86" dur="500" fill="hold"/>
                                        <p:tgtEl>
                                          <p:spTgt spid="798731">
                                            <p:txEl>
                                              <p:pRg st="5" end="5"/>
                                            </p:txEl>
                                          </p:spTgt>
                                        </p:tgtEl>
                                        <p:attrNameLst>
                                          <p:attrName>ppt_x</p:attrName>
                                        </p:attrNameLst>
                                      </p:cBhvr>
                                      <p:tavLst>
                                        <p:tav tm="0">
                                          <p:val>
                                            <p:strVal val="1+#ppt_w/2"/>
                                          </p:val>
                                        </p:tav>
                                        <p:tav tm="100000">
                                          <p:val>
                                            <p:strVal val="#ppt_x"/>
                                          </p:val>
                                        </p:tav>
                                      </p:tavLst>
                                    </p:anim>
                                    <p:anim calcmode="lin" valueType="num">
                                      <p:cBhvr additive="base">
                                        <p:cTn id="87" dur="500" fill="hold"/>
                                        <p:tgtEl>
                                          <p:spTgt spid="79873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88" fill="hold" nodeType="clickPar">
                      <p:stCondLst>
                        <p:cond delay="indefinite"/>
                      </p:stCondLst>
                      <p:childTnLst>
                        <p:par>
                          <p:cTn id="89" fill="hold" nodeType="withGroup">
                            <p:stCondLst>
                              <p:cond delay="0"/>
                            </p:stCondLst>
                            <p:childTnLst>
                              <p:par>
                                <p:cTn id="90" presetID="2" presetClass="entr" presetSubtype="2" fill="hold" grpId="0" nodeType="clickEffect">
                                  <p:stCondLst>
                                    <p:cond delay="0"/>
                                  </p:stCondLst>
                                  <p:childTnLst>
                                    <p:set>
                                      <p:cBhvr>
                                        <p:cTn id="91" dur="1" fill="hold">
                                          <p:stCondLst>
                                            <p:cond delay="0"/>
                                          </p:stCondLst>
                                        </p:cTn>
                                        <p:tgtEl>
                                          <p:spTgt spid="798731">
                                            <p:txEl>
                                              <p:pRg st="6" end="6"/>
                                            </p:txEl>
                                          </p:spTgt>
                                        </p:tgtEl>
                                        <p:attrNameLst>
                                          <p:attrName>style.visibility</p:attrName>
                                        </p:attrNameLst>
                                      </p:cBhvr>
                                      <p:to>
                                        <p:strVal val="visible"/>
                                      </p:to>
                                    </p:set>
                                    <p:anim calcmode="lin" valueType="num">
                                      <p:cBhvr additive="base">
                                        <p:cTn id="92" dur="500" fill="hold"/>
                                        <p:tgtEl>
                                          <p:spTgt spid="798731">
                                            <p:txEl>
                                              <p:pRg st="6" end="6"/>
                                            </p:txEl>
                                          </p:spTgt>
                                        </p:tgtEl>
                                        <p:attrNameLst>
                                          <p:attrName>ppt_x</p:attrName>
                                        </p:attrNameLst>
                                      </p:cBhvr>
                                      <p:tavLst>
                                        <p:tav tm="0">
                                          <p:val>
                                            <p:strVal val="1+#ppt_w/2"/>
                                          </p:val>
                                        </p:tav>
                                        <p:tav tm="100000">
                                          <p:val>
                                            <p:strVal val="#ppt_x"/>
                                          </p:val>
                                        </p:tav>
                                      </p:tavLst>
                                    </p:anim>
                                    <p:anim calcmode="lin" valueType="num">
                                      <p:cBhvr additive="base">
                                        <p:cTn id="93" dur="500" fill="hold"/>
                                        <p:tgtEl>
                                          <p:spTgt spid="79873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94" fill="hold" nodeType="clickPar">
                      <p:stCondLst>
                        <p:cond delay="indefinite"/>
                      </p:stCondLst>
                      <p:childTnLst>
                        <p:par>
                          <p:cTn id="95" fill="hold" nodeType="withGroup">
                            <p:stCondLst>
                              <p:cond delay="0"/>
                            </p:stCondLst>
                            <p:childTnLst>
                              <p:par>
                                <p:cTn id="96" presetID="2" presetClass="entr" presetSubtype="2" fill="hold" grpId="0" nodeType="clickEffect">
                                  <p:stCondLst>
                                    <p:cond delay="0"/>
                                  </p:stCondLst>
                                  <p:childTnLst>
                                    <p:set>
                                      <p:cBhvr>
                                        <p:cTn id="97" dur="1" fill="hold">
                                          <p:stCondLst>
                                            <p:cond delay="0"/>
                                          </p:stCondLst>
                                        </p:cTn>
                                        <p:tgtEl>
                                          <p:spTgt spid="798731">
                                            <p:txEl>
                                              <p:pRg st="7" end="7"/>
                                            </p:txEl>
                                          </p:spTgt>
                                        </p:tgtEl>
                                        <p:attrNameLst>
                                          <p:attrName>style.visibility</p:attrName>
                                        </p:attrNameLst>
                                      </p:cBhvr>
                                      <p:to>
                                        <p:strVal val="visible"/>
                                      </p:to>
                                    </p:set>
                                    <p:anim calcmode="lin" valueType="num">
                                      <p:cBhvr additive="base">
                                        <p:cTn id="98" dur="500" fill="hold"/>
                                        <p:tgtEl>
                                          <p:spTgt spid="798731">
                                            <p:txEl>
                                              <p:pRg st="7" end="7"/>
                                            </p:txEl>
                                          </p:spTgt>
                                        </p:tgtEl>
                                        <p:attrNameLst>
                                          <p:attrName>ppt_x</p:attrName>
                                        </p:attrNameLst>
                                      </p:cBhvr>
                                      <p:tavLst>
                                        <p:tav tm="0">
                                          <p:val>
                                            <p:strVal val="1+#ppt_w/2"/>
                                          </p:val>
                                        </p:tav>
                                        <p:tav tm="100000">
                                          <p:val>
                                            <p:strVal val="#ppt_x"/>
                                          </p:val>
                                        </p:tav>
                                      </p:tavLst>
                                    </p:anim>
                                    <p:anim calcmode="lin" valueType="num">
                                      <p:cBhvr additive="base">
                                        <p:cTn id="99" dur="500" fill="hold"/>
                                        <p:tgtEl>
                                          <p:spTgt spid="798731">
                                            <p:txEl>
                                              <p:pRg st="7" end="7"/>
                                            </p:txEl>
                                          </p:spTgt>
                                        </p:tgtEl>
                                        <p:attrNameLst>
                                          <p:attrName>ppt_y</p:attrName>
                                        </p:attrNameLst>
                                      </p:cBhvr>
                                      <p:tavLst>
                                        <p:tav tm="0">
                                          <p:val>
                                            <p:strVal val="#ppt_y"/>
                                          </p:val>
                                        </p:tav>
                                        <p:tav tm="100000">
                                          <p:val>
                                            <p:strVal val="#ppt_y"/>
                                          </p:val>
                                        </p:tav>
                                      </p:tavLst>
                                    </p:anim>
                                  </p:childTnLst>
                                </p:cTn>
                              </p:par>
                              <p:par>
                                <p:cTn id="100" presetID="2" presetClass="entr" presetSubtype="2" fill="hold" grpId="0" nodeType="withEffect">
                                  <p:stCondLst>
                                    <p:cond delay="0"/>
                                  </p:stCondLst>
                                  <p:childTnLst>
                                    <p:set>
                                      <p:cBhvr>
                                        <p:cTn id="101" dur="1" fill="hold">
                                          <p:stCondLst>
                                            <p:cond delay="0"/>
                                          </p:stCondLst>
                                        </p:cTn>
                                        <p:tgtEl>
                                          <p:spTgt spid="798731">
                                            <p:txEl>
                                              <p:pRg st="8" end="8"/>
                                            </p:txEl>
                                          </p:spTgt>
                                        </p:tgtEl>
                                        <p:attrNameLst>
                                          <p:attrName>style.visibility</p:attrName>
                                        </p:attrNameLst>
                                      </p:cBhvr>
                                      <p:to>
                                        <p:strVal val="visible"/>
                                      </p:to>
                                    </p:set>
                                    <p:anim calcmode="lin" valueType="num">
                                      <p:cBhvr additive="base">
                                        <p:cTn id="102" dur="500" fill="hold"/>
                                        <p:tgtEl>
                                          <p:spTgt spid="798731">
                                            <p:txEl>
                                              <p:pRg st="8" end="8"/>
                                            </p:txEl>
                                          </p:spTgt>
                                        </p:tgtEl>
                                        <p:attrNameLst>
                                          <p:attrName>ppt_x</p:attrName>
                                        </p:attrNameLst>
                                      </p:cBhvr>
                                      <p:tavLst>
                                        <p:tav tm="0">
                                          <p:val>
                                            <p:strVal val="1+#ppt_w/2"/>
                                          </p:val>
                                        </p:tav>
                                        <p:tav tm="100000">
                                          <p:val>
                                            <p:strVal val="#ppt_x"/>
                                          </p:val>
                                        </p:tav>
                                      </p:tavLst>
                                    </p:anim>
                                    <p:anim calcmode="lin" valueType="num">
                                      <p:cBhvr additive="base">
                                        <p:cTn id="103" dur="500" fill="hold"/>
                                        <p:tgtEl>
                                          <p:spTgt spid="798731">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31" grpId="0" build="p" animBg="1"/>
      <p:bldP spid="798723" grpId="0" build="p" autoUpdateAnimBg="0"/>
      <p:bldP spid="798724" grpId="0" build="p" autoUpdateAnimBg="0"/>
      <p:bldP spid="798729"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770" name="Rectangle 2">
            <a:extLst>
              <a:ext uri="{FF2B5EF4-FFF2-40B4-BE49-F238E27FC236}">
                <a16:creationId xmlns:a16="http://schemas.microsoft.com/office/drawing/2014/main" id="{485D6DC5-4FA8-411C-AFA9-1CC60301930B}"/>
              </a:ext>
            </a:extLst>
          </p:cNvPr>
          <p:cNvSpPr>
            <a:spLocks noGrp="1" noChangeArrowheads="1"/>
          </p:cNvSpPr>
          <p:nvPr>
            <p:ph type="title"/>
          </p:nvPr>
        </p:nvSpPr>
        <p:spPr/>
        <p:txBody>
          <a:bodyPr/>
          <a:lstStyle/>
          <a:p>
            <a:pPr eaLnBrk="1" hangingPunct="1"/>
            <a:r>
              <a:rPr lang="zh-CN" altLang="en-US" dirty="0"/>
              <a:t>部分积</a:t>
            </a:r>
          </a:p>
        </p:txBody>
      </p:sp>
      <p:sp>
        <p:nvSpPr>
          <p:cNvPr id="28674" name="Rectangle 3">
            <a:extLst>
              <a:ext uri="{FF2B5EF4-FFF2-40B4-BE49-F238E27FC236}">
                <a16:creationId xmlns:a16="http://schemas.microsoft.com/office/drawing/2014/main" id="{B6520C03-2BFF-4448-9CA4-826CBB12C8AB}"/>
              </a:ext>
            </a:extLst>
          </p:cNvPr>
          <p:cNvSpPr>
            <a:spLocks noGrp="1" noChangeArrowheads="1"/>
          </p:cNvSpPr>
          <p:nvPr>
            <p:ph idx="1"/>
          </p:nvPr>
        </p:nvSpPr>
        <p:spPr>
          <a:xfrm>
            <a:off x="179387" y="1066800"/>
            <a:ext cx="8785225" cy="5400675"/>
          </a:xfrm>
        </p:spPr>
        <p:txBody>
          <a:bodyPr/>
          <a:lstStyle/>
          <a:p>
            <a:pPr eaLnBrk="1" hangingPunct="1">
              <a:buFont typeface="Wingdings 2" panose="05020102010507070707" pitchFamily="18" charset="2"/>
              <a:buNone/>
            </a:pPr>
            <a:r>
              <a:rPr lang="zh-CN" altLang="en-US" sz="2800" dirty="0"/>
              <a:t>令：</a:t>
            </a:r>
            <a:r>
              <a:rPr lang="en-US" altLang="zh-CN" sz="2800" dirty="0"/>
              <a:t>y=0.y</a:t>
            </a:r>
            <a:r>
              <a:rPr lang="en-US" altLang="zh-CN" sz="2800" baseline="-25000" dirty="0"/>
              <a:t>1</a:t>
            </a:r>
            <a:r>
              <a:rPr lang="en-US" altLang="zh-CN" sz="2800" dirty="0"/>
              <a:t>y</a:t>
            </a:r>
            <a:r>
              <a:rPr lang="en-US" altLang="zh-CN" sz="2800" baseline="-25000" dirty="0"/>
              <a:t>2</a:t>
            </a:r>
            <a:r>
              <a:rPr lang="en-US" altLang="zh-CN" sz="2800" dirty="0"/>
              <a:t>……</a:t>
            </a:r>
            <a:r>
              <a:rPr lang="en-US" altLang="zh-CN" sz="2800" dirty="0" err="1"/>
              <a:t>y</a:t>
            </a:r>
            <a:r>
              <a:rPr lang="en-US" altLang="zh-CN" sz="2800" baseline="-25000" dirty="0" err="1"/>
              <a:t>n</a:t>
            </a:r>
            <a:endParaRPr lang="en-US" altLang="zh-CN" sz="2800" baseline="-25000" dirty="0"/>
          </a:p>
          <a:p>
            <a:pPr eaLnBrk="1" hangingPunct="1">
              <a:buFont typeface="Wingdings 2" panose="05020102010507070707" pitchFamily="18" charset="2"/>
              <a:buNone/>
            </a:pPr>
            <a:r>
              <a:rPr lang="zh-CN" altLang="en-US" sz="2800" dirty="0"/>
              <a:t>则：</a:t>
            </a:r>
            <a:r>
              <a:rPr lang="en-US" altLang="zh-CN" sz="2800" dirty="0" err="1"/>
              <a:t>xy</a:t>
            </a:r>
            <a:r>
              <a:rPr lang="en-US" altLang="zh-CN" sz="2800" dirty="0"/>
              <a:t> = x×(y</a:t>
            </a:r>
            <a:r>
              <a:rPr lang="en-US" altLang="zh-CN" sz="2800" baseline="-25000" dirty="0"/>
              <a:t>1</a:t>
            </a:r>
            <a:r>
              <a:rPr lang="en-US" altLang="zh-CN" sz="2800" dirty="0"/>
              <a:t>×2</a:t>
            </a:r>
            <a:r>
              <a:rPr lang="en-US" altLang="zh-CN" sz="2800" baseline="30000" dirty="0"/>
              <a:t>-1</a:t>
            </a:r>
            <a:r>
              <a:rPr lang="en-US" altLang="zh-CN" sz="2800" dirty="0"/>
              <a:t>+ y</a:t>
            </a:r>
            <a:r>
              <a:rPr lang="en-US" altLang="zh-CN" sz="2800" baseline="-25000" dirty="0"/>
              <a:t>2</a:t>
            </a:r>
            <a:r>
              <a:rPr lang="en-US" altLang="zh-CN" sz="2800" dirty="0"/>
              <a:t>×2</a:t>
            </a:r>
            <a:r>
              <a:rPr lang="en-US" altLang="zh-CN" sz="2800" baseline="30000" dirty="0"/>
              <a:t>-2 </a:t>
            </a:r>
            <a:r>
              <a:rPr lang="en-US" altLang="zh-CN" sz="2800" dirty="0"/>
              <a:t>+</a:t>
            </a:r>
            <a:r>
              <a:rPr lang="en-US" altLang="zh-CN" sz="2800" baseline="30000" dirty="0"/>
              <a:t>…… </a:t>
            </a:r>
            <a:r>
              <a:rPr lang="en-US" altLang="zh-CN" sz="2800" dirty="0"/>
              <a:t>+ y</a:t>
            </a:r>
            <a:r>
              <a:rPr lang="en-US" altLang="zh-CN" sz="2800" baseline="-25000" dirty="0"/>
              <a:t>n</a:t>
            </a:r>
            <a:r>
              <a:rPr lang="en-US" altLang="zh-CN" sz="2800" dirty="0"/>
              <a:t>×2</a:t>
            </a:r>
            <a:r>
              <a:rPr lang="en-US" altLang="zh-CN" sz="2800" baseline="30000" dirty="0"/>
              <a:t>-n</a:t>
            </a:r>
            <a:r>
              <a:rPr lang="en-US" altLang="zh-CN" sz="2800" dirty="0"/>
              <a:t>)</a:t>
            </a:r>
          </a:p>
          <a:p>
            <a:pPr eaLnBrk="1" hangingPunct="1">
              <a:buFont typeface="Wingdings 2" panose="05020102010507070707" pitchFamily="18" charset="2"/>
              <a:buNone/>
            </a:pPr>
            <a:r>
              <a:rPr lang="en-US" altLang="zh-CN" sz="2800" dirty="0"/>
              <a:t>             = 2</a:t>
            </a:r>
            <a:r>
              <a:rPr lang="en-US" altLang="zh-CN" sz="2800" baseline="30000" dirty="0"/>
              <a:t>-1</a:t>
            </a:r>
            <a:r>
              <a:rPr lang="en-US" altLang="zh-CN" sz="2800" dirty="0"/>
              <a:t> ×(xy</a:t>
            </a:r>
            <a:r>
              <a:rPr lang="en-US" altLang="zh-CN" sz="2800" baseline="-25000" dirty="0"/>
              <a:t>1</a:t>
            </a:r>
            <a:r>
              <a:rPr lang="en-US" altLang="zh-CN" sz="2800" dirty="0"/>
              <a:t>+ xy</a:t>
            </a:r>
            <a:r>
              <a:rPr lang="en-US" altLang="zh-CN" sz="2800" baseline="-25000" dirty="0"/>
              <a:t>2</a:t>
            </a:r>
            <a:r>
              <a:rPr lang="en-US" altLang="zh-CN" sz="2800" dirty="0"/>
              <a:t>×2</a:t>
            </a:r>
            <a:r>
              <a:rPr lang="en-US" altLang="zh-CN" sz="2800" baseline="30000" dirty="0"/>
              <a:t>-1 </a:t>
            </a:r>
            <a:r>
              <a:rPr lang="en-US" altLang="zh-CN" sz="2800" dirty="0"/>
              <a:t>+</a:t>
            </a:r>
            <a:r>
              <a:rPr lang="en-US" altLang="zh-CN" sz="2800" baseline="30000" dirty="0"/>
              <a:t>…… </a:t>
            </a:r>
            <a:r>
              <a:rPr lang="en-US" altLang="zh-CN" sz="2800" dirty="0"/>
              <a:t>+ xy</a:t>
            </a:r>
            <a:r>
              <a:rPr lang="en-US" altLang="zh-CN" sz="2800" baseline="-25000" dirty="0"/>
              <a:t>n</a:t>
            </a:r>
            <a:r>
              <a:rPr lang="en-US" altLang="zh-CN" sz="2800" dirty="0"/>
              <a:t>×2</a:t>
            </a:r>
            <a:r>
              <a:rPr lang="en-US" altLang="zh-CN" sz="2800" baseline="30000" dirty="0"/>
              <a:t>-n+1</a:t>
            </a:r>
            <a:r>
              <a:rPr lang="en-US" altLang="zh-CN" sz="2800" dirty="0"/>
              <a:t>)</a:t>
            </a:r>
          </a:p>
          <a:p>
            <a:pPr eaLnBrk="1" hangingPunct="1">
              <a:buFont typeface="Wingdings 2" panose="05020102010507070707" pitchFamily="18" charset="2"/>
              <a:buNone/>
            </a:pPr>
            <a:r>
              <a:rPr lang="en-US" altLang="zh-CN" sz="2800" dirty="0"/>
              <a:t>             = 2</a:t>
            </a:r>
            <a:r>
              <a:rPr lang="en-US" altLang="zh-CN" sz="2800" baseline="30000" dirty="0"/>
              <a:t>-1</a:t>
            </a:r>
            <a:r>
              <a:rPr lang="en-US" altLang="zh-CN" sz="2800" dirty="0"/>
              <a:t> ×(xy</a:t>
            </a:r>
            <a:r>
              <a:rPr lang="en-US" altLang="zh-CN" sz="2800" baseline="-25000" dirty="0"/>
              <a:t>1</a:t>
            </a:r>
            <a:r>
              <a:rPr lang="en-US" altLang="zh-CN" sz="2800" dirty="0"/>
              <a:t>+ 2</a:t>
            </a:r>
            <a:r>
              <a:rPr lang="en-US" altLang="zh-CN" sz="2800" baseline="30000" dirty="0"/>
              <a:t>-1 </a:t>
            </a:r>
            <a:r>
              <a:rPr lang="en-US" altLang="zh-CN" sz="2800" dirty="0"/>
              <a:t>(xy</a:t>
            </a:r>
            <a:r>
              <a:rPr lang="en-US" altLang="zh-CN" sz="2800" baseline="-25000" dirty="0"/>
              <a:t>2</a:t>
            </a:r>
            <a:r>
              <a:rPr lang="en-US" altLang="zh-CN" sz="2800" dirty="0"/>
              <a:t>+ 2</a:t>
            </a:r>
            <a:r>
              <a:rPr lang="en-US" altLang="zh-CN" sz="2800" baseline="30000" dirty="0"/>
              <a:t>-1 </a:t>
            </a:r>
            <a:r>
              <a:rPr lang="en-US" altLang="zh-CN" sz="2800" dirty="0"/>
              <a:t>(xy</a:t>
            </a:r>
            <a:r>
              <a:rPr lang="en-US" altLang="zh-CN" sz="2800" baseline="-25000" dirty="0"/>
              <a:t>3</a:t>
            </a:r>
            <a:r>
              <a:rPr lang="en-US" altLang="zh-CN" sz="2800" dirty="0"/>
              <a:t>+ </a:t>
            </a:r>
            <a:r>
              <a:rPr lang="en-US" altLang="zh-CN" sz="2800" baseline="30000" dirty="0"/>
              <a:t>……</a:t>
            </a:r>
            <a:r>
              <a:rPr lang="en-US" altLang="zh-CN" sz="2800" dirty="0"/>
              <a:t>+                        </a:t>
            </a:r>
          </a:p>
          <a:p>
            <a:pPr eaLnBrk="1" hangingPunct="1">
              <a:buFont typeface="Wingdings 2" panose="05020102010507070707" pitchFamily="18" charset="2"/>
              <a:buNone/>
            </a:pPr>
            <a:r>
              <a:rPr lang="en-US" altLang="zh-CN" sz="2800" dirty="0"/>
              <a:t>  								2</a:t>
            </a:r>
            <a:r>
              <a:rPr lang="en-US" altLang="zh-CN" sz="2800" baseline="30000" dirty="0"/>
              <a:t>-1</a:t>
            </a:r>
            <a:r>
              <a:rPr lang="en-US" altLang="zh-CN" sz="2800" dirty="0"/>
              <a:t>(xy</a:t>
            </a:r>
            <a:r>
              <a:rPr lang="en-US" altLang="zh-CN" sz="2800" baseline="-25000" dirty="0"/>
              <a:t>n</a:t>
            </a:r>
            <a:r>
              <a:rPr lang="en-US" altLang="zh-CN" sz="2800" dirty="0"/>
              <a:t>+0))</a:t>
            </a:r>
          </a:p>
          <a:p>
            <a:pPr eaLnBrk="1" hangingPunct="1">
              <a:buFont typeface="Wingdings 2" panose="05020102010507070707" pitchFamily="18" charset="2"/>
              <a:buNone/>
            </a:pPr>
            <a:r>
              <a:rPr lang="zh-CN" altLang="en-US" sz="2800" dirty="0"/>
              <a:t>令：</a:t>
            </a:r>
            <a:r>
              <a:rPr lang="en-US" altLang="zh-CN" sz="2800" dirty="0"/>
              <a:t>z</a:t>
            </a:r>
            <a:r>
              <a:rPr lang="en-US" altLang="zh-CN" sz="2800" baseline="-25000" dirty="0"/>
              <a:t>0</a:t>
            </a:r>
            <a:r>
              <a:rPr lang="en-US" altLang="zh-CN" sz="2800" dirty="0"/>
              <a:t>=0</a:t>
            </a:r>
          </a:p>
          <a:p>
            <a:pPr eaLnBrk="1" hangingPunct="1">
              <a:buFont typeface="Wingdings 2" panose="05020102010507070707" pitchFamily="18" charset="2"/>
              <a:buNone/>
            </a:pPr>
            <a:r>
              <a:rPr lang="en-US" altLang="zh-CN" sz="2800" dirty="0"/>
              <a:t>        z</a:t>
            </a:r>
            <a:r>
              <a:rPr lang="en-US" altLang="zh-CN" sz="2800" baseline="-25000" dirty="0"/>
              <a:t>1</a:t>
            </a:r>
            <a:r>
              <a:rPr lang="en-US" altLang="zh-CN" sz="2800" dirty="0"/>
              <a:t>=2</a:t>
            </a:r>
            <a:r>
              <a:rPr lang="en-US" altLang="zh-CN" sz="2800" baseline="30000" dirty="0"/>
              <a:t>-1 </a:t>
            </a:r>
            <a:r>
              <a:rPr lang="en-US" altLang="zh-CN" sz="2800" dirty="0"/>
              <a:t>(xy</a:t>
            </a:r>
            <a:r>
              <a:rPr lang="en-US" altLang="zh-CN" sz="2800" baseline="-25000" dirty="0"/>
              <a:t>n</a:t>
            </a:r>
            <a:r>
              <a:rPr lang="en-US" altLang="zh-CN" sz="2800" dirty="0"/>
              <a:t>+z</a:t>
            </a:r>
            <a:r>
              <a:rPr lang="en-US" altLang="zh-CN" sz="2800" baseline="-25000" dirty="0"/>
              <a:t>0</a:t>
            </a:r>
            <a:r>
              <a:rPr lang="en-US" altLang="zh-CN" sz="2800" dirty="0"/>
              <a:t>) </a:t>
            </a:r>
          </a:p>
          <a:p>
            <a:pPr eaLnBrk="1" hangingPunct="1">
              <a:buFont typeface="Wingdings 2" panose="05020102010507070707" pitchFamily="18" charset="2"/>
              <a:buNone/>
            </a:pPr>
            <a:r>
              <a:rPr lang="en-US" altLang="zh-CN" sz="2800" dirty="0"/>
              <a:t>        z</a:t>
            </a:r>
            <a:r>
              <a:rPr lang="en-US" altLang="zh-CN" sz="2800" baseline="-25000" dirty="0"/>
              <a:t>2</a:t>
            </a:r>
            <a:r>
              <a:rPr lang="en-US" altLang="zh-CN" sz="2800" dirty="0"/>
              <a:t>=2</a:t>
            </a:r>
            <a:r>
              <a:rPr lang="en-US" altLang="zh-CN" sz="2800" baseline="30000" dirty="0"/>
              <a:t>-1 </a:t>
            </a:r>
            <a:r>
              <a:rPr lang="en-US" altLang="zh-CN" sz="2800" dirty="0"/>
              <a:t>(xy</a:t>
            </a:r>
            <a:r>
              <a:rPr lang="en-US" altLang="zh-CN" sz="2800" baseline="-25000" dirty="0"/>
              <a:t>n-1</a:t>
            </a:r>
            <a:r>
              <a:rPr lang="en-US" altLang="zh-CN" sz="2800" dirty="0"/>
              <a:t>+z</a:t>
            </a:r>
            <a:r>
              <a:rPr lang="en-US" altLang="zh-CN" sz="2800" baseline="-25000" dirty="0"/>
              <a:t>1</a:t>
            </a:r>
            <a:r>
              <a:rPr lang="en-US" altLang="zh-CN" sz="2800" dirty="0"/>
              <a:t>)</a:t>
            </a:r>
          </a:p>
          <a:p>
            <a:pPr eaLnBrk="1" hangingPunct="1">
              <a:buFont typeface="Wingdings 2" panose="05020102010507070707" pitchFamily="18" charset="2"/>
              <a:buNone/>
            </a:pPr>
            <a:r>
              <a:rPr lang="en-US" altLang="zh-CN" sz="2800" dirty="0"/>
              <a:t>        …… </a:t>
            </a:r>
          </a:p>
          <a:p>
            <a:pPr eaLnBrk="1" hangingPunct="1">
              <a:buFont typeface="Wingdings 2" panose="05020102010507070707" pitchFamily="18" charset="2"/>
              <a:buNone/>
            </a:pPr>
            <a:r>
              <a:rPr lang="en-US" altLang="zh-CN" sz="2800" dirty="0"/>
              <a:t>        </a:t>
            </a:r>
            <a:r>
              <a:rPr lang="en-US" altLang="zh-CN" sz="2800" dirty="0" err="1"/>
              <a:t>z</a:t>
            </a:r>
            <a:r>
              <a:rPr lang="en-US" altLang="zh-CN" sz="2800" baseline="-25000" dirty="0" err="1"/>
              <a:t>i</a:t>
            </a:r>
            <a:r>
              <a:rPr lang="en-US" altLang="zh-CN" sz="2800" dirty="0"/>
              <a:t>=2</a:t>
            </a:r>
            <a:r>
              <a:rPr lang="en-US" altLang="zh-CN" sz="2800" baseline="30000" dirty="0"/>
              <a:t>-1 </a:t>
            </a:r>
            <a:r>
              <a:rPr lang="en-US" altLang="zh-CN" sz="2800" dirty="0"/>
              <a:t>(xy</a:t>
            </a:r>
            <a:r>
              <a:rPr lang="en-US" altLang="zh-CN" sz="2800" baseline="-25000" dirty="0"/>
              <a:t>n-i+1</a:t>
            </a:r>
            <a:r>
              <a:rPr lang="en-US" altLang="zh-CN" sz="2800" dirty="0"/>
              <a:t>+z</a:t>
            </a:r>
            <a:r>
              <a:rPr lang="en-US" altLang="zh-CN" sz="2800" baseline="-25000" dirty="0"/>
              <a:t>i-1</a:t>
            </a:r>
            <a:r>
              <a:rPr lang="en-US" altLang="zh-CN" sz="2800" dirty="0"/>
              <a:t>) ……        </a:t>
            </a:r>
            <a:r>
              <a:rPr lang="zh-CN" altLang="en-US" sz="2800" dirty="0"/>
              <a:t>部分积</a:t>
            </a:r>
          </a:p>
          <a:p>
            <a:pPr eaLnBrk="1" hangingPunct="1">
              <a:buFont typeface="Wingdings 2" panose="05020102010507070707" pitchFamily="18" charset="2"/>
              <a:buNone/>
            </a:pPr>
            <a:r>
              <a:rPr lang="zh-CN" altLang="en-US" sz="2800" dirty="0"/>
              <a:t>        </a:t>
            </a:r>
            <a:r>
              <a:rPr lang="en-US" altLang="zh-CN" sz="2800" dirty="0" err="1"/>
              <a:t>z</a:t>
            </a:r>
            <a:r>
              <a:rPr lang="en-US" altLang="zh-CN" sz="2800" baseline="-25000" dirty="0" err="1"/>
              <a:t>n</a:t>
            </a:r>
            <a:r>
              <a:rPr lang="en-US" altLang="zh-CN" sz="2800" dirty="0"/>
              <a:t>=2</a:t>
            </a:r>
            <a:r>
              <a:rPr lang="en-US" altLang="zh-CN" sz="2800" baseline="30000" dirty="0"/>
              <a:t>-1 </a:t>
            </a:r>
            <a:r>
              <a:rPr lang="en-US" altLang="zh-CN" sz="2800" dirty="0"/>
              <a:t>(xy</a:t>
            </a:r>
            <a:r>
              <a:rPr lang="en-US" altLang="zh-CN" sz="2800" baseline="-25000" dirty="0"/>
              <a:t>1</a:t>
            </a:r>
            <a:r>
              <a:rPr lang="en-US" altLang="zh-CN" sz="2800" dirty="0"/>
              <a:t>+z</a:t>
            </a:r>
            <a:r>
              <a:rPr lang="en-US" altLang="zh-CN" sz="2800" baseline="-25000" dirty="0"/>
              <a:t>n-1</a:t>
            </a:r>
            <a:r>
              <a:rPr lang="en-US" altLang="zh-CN" sz="2800" dirty="0"/>
              <a:t>)=</a:t>
            </a:r>
            <a:r>
              <a:rPr lang="en-US" altLang="zh-CN" sz="2800" dirty="0" err="1"/>
              <a:t>xy</a:t>
            </a:r>
            <a:endParaRPr lang="en-US" altLang="zh-CN" sz="2800" dirty="0"/>
          </a:p>
        </p:txBody>
      </p:sp>
    </p:spTree>
  </p:cSld>
  <p:clrMapOvr>
    <a:masterClrMapping/>
  </p:clrMapOvr>
  <p:transition spd="med">
    <p:pull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2818" name="Rectangle 2">
            <a:extLst>
              <a:ext uri="{FF2B5EF4-FFF2-40B4-BE49-F238E27FC236}">
                <a16:creationId xmlns:a16="http://schemas.microsoft.com/office/drawing/2014/main" id="{3A5B6E0B-6DF9-4F4D-83B4-C80BB8965590}"/>
              </a:ext>
            </a:extLst>
          </p:cNvPr>
          <p:cNvSpPr>
            <a:spLocks noGrp="1" noChangeArrowheads="1"/>
          </p:cNvSpPr>
          <p:nvPr>
            <p:ph type="title"/>
          </p:nvPr>
        </p:nvSpPr>
        <p:spPr>
          <a:xfrm>
            <a:off x="6172200" y="2851150"/>
            <a:ext cx="2171700" cy="2559050"/>
          </a:xfrm>
          <a:ln w="12700">
            <a:solidFill>
              <a:schemeClr val="accent1"/>
            </a:solidFill>
          </a:ln>
        </p:spPr>
        <p:txBody>
          <a:bodyPr/>
          <a:lstStyle/>
          <a:p>
            <a:pPr algn="l" eaLnBrk="1" hangingPunct="1">
              <a:defRPr/>
            </a:pPr>
            <a:r>
              <a:rPr lang="zh-CN" altLang="en-US" sz="2400" dirty="0">
                <a:ea typeface="楷体" panose="02010609060101010101" pitchFamily="49" charset="-122"/>
              </a:rPr>
              <a:t>例</a:t>
            </a:r>
            <a:r>
              <a:rPr lang="en-US" altLang="zh-CN" sz="2400" dirty="0">
                <a:ea typeface="楷体" panose="02010609060101010101" pitchFamily="49" charset="-122"/>
              </a:rPr>
              <a:t>:</a:t>
            </a:r>
            <a:r>
              <a:rPr lang="zh-CN" altLang="en-US" sz="2400" dirty="0">
                <a:ea typeface="楷体" panose="02010609060101010101" pitchFamily="49" charset="-122"/>
              </a:rPr>
              <a:t>设</a:t>
            </a:r>
            <a:r>
              <a:rPr lang="en-US" altLang="zh-CN" sz="2400" dirty="0">
                <a:ea typeface="楷体" panose="02010609060101010101" pitchFamily="49" charset="-122"/>
              </a:rPr>
              <a:t>X=0.1101,    </a:t>
            </a:r>
            <a:br>
              <a:rPr lang="en-US" altLang="zh-CN" sz="2400" dirty="0">
                <a:ea typeface="楷体" panose="02010609060101010101" pitchFamily="49" charset="-122"/>
              </a:rPr>
            </a:br>
            <a:r>
              <a:rPr lang="en-US" altLang="zh-CN" sz="2400" dirty="0">
                <a:ea typeface="楷体" panose="02010609060101010101" pitchFamily="49" charset="-122"/>
              </a:rPr>
              <a:t>         Y=0.1011,</a:t>
            </a:r>
            <a:br>
              <a:rPr lang="en-US" altLang="zh-CN" sz="2400" dirty="0">
                <a:ea typeface="楷体" panose="02010609060101010101" pitchFamily="49" charset="-122"/>
              </a:rPr>
            </a:br>
            <a:r>
              <a:rPr lang="zh-CN" altLang="en-US" sz="2400" dirty="0">
                <a:ea typeface="楷体" panose="02010609060101010101" pitchFamily="49" charset="-122"/>
              </a:rPr>
              <a:t>求</a:t>
            </a:r>
            <a:r>
              <a:rPr lang="en-US" altLang="zh-CN" sz="2400" dirty="0">
                <a:ea typeface="楷体" panose="02010609060101010101" pitchFamily="49" charset="-122"/>
              </a:rPr>
              <a:t>X×Y</a:t>
            </a:r>
          </a:p>
        </p:txBody>
      </p:sp>
      <p:sp>
        <p:nvSpPr>
          <p:cNvPr id="802819" name="Text Box 3">
            <a:extLst>
              <a:ext uri="{FF2B5EF4-FFF2-40B4-BE49-F238E27FC236}">
                <a16:creationId xmlns:a16="http://schemas.microsoft.com/office/drawing/2014/main" id="{EEF379E1-AB89-4029-B8FF-DD651C51D7EA}"/>
              </a:ext>
            </a:extLst>
          </p:cNvPr>
          <p:cNvSpPr txBox="1">
            <a:spLocks noChangeArrowheads="1"/>
          </p:cNvSpPr>
          <p:nvPr/>
        </p:nvSpPr>
        <p:spPr bwMode="auto">
          <a:xfrm>
            <a:off x="762000" y="914400"/>
            <a:ext cx="4648200" cy="5319713"/>
          </a:xfrm>
          <a:prstGeom prst="rect">
            <a:avLst/>
          </a:prstGeom>
          <a:noFill/>
          <a:ln w="9525">
            <a:noFill/>
            <a:miter lim="800000"/>
            <a:headEnd/>
            <a:tailEnd/>
          </a:ln>
          <a:effectLst/>
        </p:spPr>
        <p:txBody>
          <a:bodyPr>
            <a:spAutoFit/>
          </a:bodyPr>
          <a:lstStyle/>
          <a:p>
            <a:pPr eaLnBrk="1" hangingPunct="1">
              <a:spcBef>
                <a:spcPct val="50000"/>
              </a:spcBef>
              <a:defRPr/>
            </a:pPr>
            <a:r>
              <a:rPr lang="en-US" altLang="zh-CN" sz="1800" dirty="0">
                <a:ea typeface="黑体" pitchFamily="2" charset="-122"/>
              </a:rPr>
              <a:t>0 0   0 0 0 0                1  0  1  </a:t>
            </a:r>
            <a:r>
              <a:rPr lang="en-US" altLang="zh-CN" sz="1800" b="1" u="sng" dirty="0">
                <a:solidFill>
                  <a:schemeClr val="tx2"/>
                </a:solidFill>
                <a:effectLst>
                  <a:outerShdw blurRad="38100" dist="38100" dir="2700000" algn="tl">
                    <a:srgbClr val="C0C0C0"/>
                  </a:outerShdw>
                </a:effectLst>
                <a:ea typeface="黑体" pitchFamily="2" charset="-122"/>
              </a:rPr>
              <a:t>1</a:t>
            </a:r>
            <a:r>
              <a:rPr lang="en-US" altLang="zh-CN" sz="1800" dirty="0">
                <a:ea typeface="黑体" pitchFamily="2" charset="-122"/>
              </a:rPr>
              <a:t> </a:t>
            </a:r>
          </a:p>
          <a:p>
            <a:pPr algn="l" eaLnBrk="1" hangingPunct="1">
              <a:spcBef>
                <a:spcPct val="50000"/>
              </a:spcBef>
              <a:defRPr/>
            </a:pPr>
            <a:r>
              <a:rPr lang="en-US" altLang="zh-CN" sz="1800" dirty="0">
                <a:ea typeface="黑体" pitchFamily="2" charset="-122"/>
              </a:rPr>
              <a:t>                 0 0   1 1 0 1     </a:t>
            </a:r>
          </a:p>
          <a:p>
            <a:pPr algn="l" eaLnBrk="1" hangingPunct="1">
              <a:spcBef>
                <a:spcPct val="50000"/>
              </a:spcBef>
              <a:defRPr/>
            </a:pPr>
            <a:r>
              <a:rPr lang="en-US" altLang="zh-CN" sz="1800" dirty="0">
                <a:ea typeface="黑体" pitchFamily="2" charset="-122"/>
              </a:rPr>
              <a:t>                 0 0   1 1 0 1</a:t>
            </a:r>
          </a:p>
          <a:p>
            <a:pPr algn="l" eaLnBrk="1" hangingPunct="1">
              <a:spcBef>
                <a:spcPct val="50000"/>
              </a:spcBef>
              <a:defRPr/>
            </a:pPr>
            <a:r>
              <a:rPr lang="en-US" altLang="zh-CN" sz="1800" dirty="0">
                <a:ea typeface="黑体" pitchFamily="2" charset="-122"/>
              </a:rPr>
              <a:t>                 0 0   0 1 1 0               1  1  0  </a:t>
            </a:r>
            <a:r>
              <a:rPr lang="en-US" altLang="zh-CN" sz="1800" b="1" u="sng" dirty="0">
                <a:solidFill>
                  <a:schemeClr val="tx2"/>
                </a:solidFill>
                <a:effectLst>
                  <a:outerShdw blurRad="38100" dist="38100" dir="2700000" algn="tl">
                    <a:srgbClr val="C0C0C0"/>
                  </a:outerShdw>
                </a:effectLst>
                <a:ea typeface="黑体" pitchFamily="2" charset="-122"/>
              </a:rPr>
              <a:t>1</a:t>
            </a:r>
          </a:p>
          <a:p>
            <a:pPr algn="l" eaLnBrk="1" hangingPunct="1">
              <a:spcBef>
                <a:spcPct val="50000"/>
              </a:spcBef>
              <a:defRPr/>
            </a:pPr>
            <a:r>
              <a:rPr lang="en-US" altLang="zh-CN" sz="1800" dirty="0">
                <a:ea typeface="黑体" pitchFamily="2" charset="-122"/>
              </a:rPr>
              <a:t>                 0 0   1 1 0 1</a:t>
            </a:r>
          </a:p>
          <a:p>
            <a:pPr algn="l" eaLnBrk="1" hangingPunct="1">
              <a:spcBef>
                <a:spcPct val="50000"/>
              </a:spcBef>
              <a:defRPr/>
            </a:pPr>
            <a:r>
              <a:rPr lang="en-US" altLang="zh-CN" sz="1800" dirty="0">
                <a:ea typeface="黑体" pitchFamily="2" charset="-122"/>
              </a:rPr>
              <a:t>                 0 1   0 0 1 1</a:t>
            </a:r>
          </a:p>
          <a:p>
            <a:pPr algn="l" eaLnBrk="1" hangingPunct="1">
              <a:spcBef>
                <a:spcPct val="50000"/>
              </a:spcBef>
              <a:defRPr/>
            </a:pPr>
            <a:r>
              <a:rPr lang="en-US" altLang="zh-CN" sz="1800" dirty="0">
                <a:ea typeface="黑体" pitchFamily="2" charset="-122"/>
              </a:rPr>
              <a:t>                 0 0   1 0 0 1               1  1  1  </a:t>
            </a:r>
            <a:r>
              <a:rPr lang="en-US" altLang="zh-CN" sz="1800" b="1" u="sng" dirty="0">
                <a:solidFill>
                  <a:schemeClr val="tx2"/>
                </a:solidFill>
                <a:effectLst>
                  <a:outerShdw blurRad="38100" dist="38100" dir="2700000" algn="tl">
                    <a:srgbClr val="C0C0C0"/>
                  </a:outerShdw>
                </a:effectLst>
                <a:ea typeface="黑体" pitchFamily="2" charset="-122"/>
              </a:rPr>
              <a:t>0</a:t>
            </a:r>
          </a:p>
          <a:p>
            <a:pPr algn="l" eaLnBrk="1" hangingPunct="1">
              <a:spcBef>
                <a:spcPct val="50000"/>
              </a:spcBef>
              <a:defRPr/>
            </a:pPr>
            <a:r>
              <a:rPr lang="en-US" altLang="zh-CN" sz="1800" dirty="0">
                <a:ea typeface="黑体" pitchFamily="2" charset="-122"/>
              </a:rPr>
              <a:t>                 0 0   0 0 0 0</a:t>
            </a:r>
          </a:p>
          <a:p>
            <a:pPr algn="l" eaLnBrk="1" hangingPunct="1">
              <a:spcBef>
                <a:spcPct val="50000"/>
              </a:spcBef>
              <a:defRPr/>
            </a:pPr>
            <a:r>
              <a:rPr lang="en-US" altLang="zh-CN" sz="1800" dirty="0">
                <a:ea typeface="黑体" pitchFamily="2" charset="-122"/>
              </a:rPr>
              <a:t>                 0 0   1 0 0 1</a:t>
            </a:r>
          </a:p>
          <a:p>
            <a:pPr algn="l" eaLnBrk="1" hangingPunct="1">
              <a:spcBef>
                <a:spcPct val="50000"/>
              </a:spcBef>
              <a:defRPr/>
            </a:pPr>
            <a:r>
              <a:rPr lang="en-US" altLang="zh-CN" sz="1800" dirty="0">
                <a:ea typeface="黑体" pitchFamily="2" charset="-122"/>
              </a:rPr>
              <a:t>                 0 0   0 1 0 0              1  1  1  </a:t>
            </a:r>
            <a:r>
              <a:rPr lang="en-US" altLang="zh-CN" sz="1800" b="1" u="sng" dirty="0">
                <a:solidFill>
                  <a:schemeClr val="tx2"/>
                </a:solidFill>
                <a:effectLst>
                  <a:outerShdw blurRad="38100" dist="38100" dir="2700000" algn="tl">
                    <a:srgbClr val="C0C0C0"/>
                  </a:outerShdw>
                </a:effectLst>
                <a:ea typeface="黑体" pitchFamily="2" charset="-122"/>
              </a:rPr>
              <a:t>1</a:t>
            </a:r>
          </a:p>
          <a:p>
            <a:pPr algn="l" eaLnBrk="1" hangingPunct="1">
              <a:spcBef>
                <a:spcPct val="50000"/>
              </a:spcBef>
              <a:defRPr/>
            </a:pPr>
            <a:r>
              <a:rPr lang="en-US" altLang="zh-CN" sz="1800" dirty="0">
                <a:ea typeface="黑体" pitchFamily="2" charset="-122"/>
              </a:rPr>
              <a:t>                 0 0   1 1 0 1</a:t>
            </a:r>
          </a:p>
          <a:p>
            <a:pPr algn="l" eaLnBrk="1" hangingPunct="1">
              <a:spcBef>
                <a:spcPct val="50000"/>
              </a:spcBef>
              <a:defRPr/>
            </a:pPr>
            <a:r>
              <a:rPr lang="en-US" altLang="zh-CN" sz="1800" dirty="0">
                <a:ea typeface="黑体" pitchFamily="2" charset="-122"/>
              </a:rPr>
              <a:t>                 0 1   0 0 0 1</a:t>
            </a:r>
          </a:p>
          <a:p>
            <a:pPr algn="l" eaLnBrk="1" hangingPunct="1">
              <a:spcBef>
                <a:spcPct val="50000"/>
              </a:spcBef>
              <a:defRPr/>
            </a:pPr>
            <a:r>
              <a:rPr lang="en-US" altLang="zh-CN" sz="1800" dirty="0">
                <a:ea typeface="黑体" pitchFamily="2" charset="-122"/>
              </a:rPr>
              <a:t>                 0 0   1 0 0 0               1  1  1  1    </a:t>
            </a:r>
          </a:p>
        </p:txBody>
      </p:sp>
      <p:sp>
        <p:nvSpPr>
          <p:cNvPr id="30724" name="Text Box 4">
            <a:extLst>
              <a:ext uri="{FF2B5EF4-FFF2-40B4-BE49-F238E27FC236}">
                <a16:creationId xmlns:a16="http://schemas.microsoft.com/office/drawing/2014/main" id="{34E9A5EB-71EE-4CE5-B94F-925C4FAB1743}"/>
              </a:ext>
            </a:extLst>
          </p:cNvPr>
          <p:cNvSpPr txBox="1">
            <a:spLocks noChangeArrowheads="1"/>
          </p:cNvSpPr>
          <p:nvPr/>
        </p:nvSpPr>
        <p:spPr bwMode="auto">
          <a:xfrm>
            <a:off x="73026" y="1266639"/>
            <a:ext cx="1447800" cy="497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sz="2000" dirty="0">
                <a:ea typeface="楷体" panose="02010609060101010101" pitchFamily="49" charset="-122"/>
                <a:cs typeface="Times New Roman" panose="02020603050405020304" pitchFamily="18" charset="0"/>
              </a:rPr>
              <a:t>+x</a:t>
            </a:r>
            <a:endParaRPr lang="en-US" altLang="zh-CN" sz="1800" dirty="0">
              <a:ea typeface="楷体" panose="02010609060101010101" pitchFamily="49" charset="-122"/>
              <a:cs typeface="Times New Roman" panose="02020603050405020304" pitchFamily="18" charset="0"/>
            </a:endParaRPr>
          </a:p>
          <a:p>
            <a:pPr eaLnBrk="1" hangingPunct="1">
              <a:spcBef>
                <a:spcPct val="50000"/>
              </a:spcBef>
              <a:buClrTx/>
              <a:buFontTx/>
              <a:buNone/>
            </a:pPr>
            <a:endParaRPr lang="en-US" altLang="zh-CN" sz="1800" dirty="0">
              <a:ea typeface="楷体" panose="02010609060101010101" pitchFamily="49" charset="-122"/>
              <a:cs typeface="Times New Roman" panose="02020603050405020304" pitchFamily="18" charset="0"/>
            </a:endParaRPr>
          </a:p>
          <a:p>
            <a:pPr eaLnBrk="1" hangingPunct="1">
              <a:spcBef>
                <a:spcPct val="50000"/>
              </a:spcBef>
              <a:buClrTx/>
              <a:buFontTx/>
              <a:buNone/>
            </a:pPr>
            <a:r>
              <a:rPr lang="zh-CN" altLang="en-US" sz="1600" dirty="0">
                <a:ea typeface="楷体" panose="02010609060101010101" pitchFamily="49" charset="-122"/>
                <a:cs typeface="Times New Roman" panose="02020603050405020304" pitchFamily="18" charset="0"/>
              </a:rPr>
              <a:t>右移一位→</a:t>
            </a:r>
          </a:p>
          <a:p>
            <a:pPr eaLnBrk="1" hangingPunct="1">
              <a:spcBef>
                <a:spcPct val="50000"/>
              </a:spcBef>
              <a:buClrTx/>
              <a:buFontTx/>
              <a:buNone/>
            </a:pPr>
            <a:r>
              <a:rPr lang="en-US" altLang="zh-CN" sz="2000" dirty="0">
                <a:ea typeface="楷体" panose="02010609060101010101" pitchFamily="49" charset="-122"/>
                <a:cs typeface="Times New Roman" panose="02020603050405020304" pitchFamily="18" charset="0"/>
              </a:rPr>
              <a:t>+x</a:t>
            </a:r>
          </a:p>
          <a:p>
            <a:pPr eaLnBrk="1" hangingPunct="1">
              <a:spcBef>
                <a:spcPct val="50000"/>
              </a:spcBef>
              <a:buClrTx/>
              <a:buFontTx/>
              <a:buNone/>
            </a:pPr>
            <a:endParaRPr lang="en-US" altLang="zh-CN" sz="2000" dirty="0">
              <a:ea typeface="楷体" panose="02010609060101010101" pitchFamily="49" charset="-122"/>
              <a:cs typeface="Times New Roman" panose="02020603050405020304" pitchFamily="18" charset="0"/>
            </a:endParaRPr>
          </a:p>
          <a:p>
            <a:pPr eaLnBrk="1" hangingPunct="1">
              <a:spcBef>
                <a:spcPct val="50000"/>
              </a:spcBef>
              <a:buClrTx/>
              <a:buFontTx/>
              <a:buNone/>
            </a:pPr>
            <a:r>
              <a:rPr lang="zh-CN" altLang="en-US" sz="1600" dirty="0">
                <a:ea typeface="楷体" panose="02010609060101010101" pitchFamily="49" charset="-122"/>
                <a:cs typeface="Times New Roman" panose="02020603050405020304" pitchFamily="18" charset="0"/>
              </a:rPr>
              <a:t>右移一位→</a:t>
            </a:r>
          </a:p>
          <a:p>
            <a:pPr eaLnBrk="1" hangingPunct="1">
              <a:spcBef>
                <a:spcPct val="50000"/>
              </a:spcBef>
              <a:buClrTx/>
              <a:buFontTx/>
              <a:buNone/>
            </a:pPr>
            <a:r>
              <a:rPr lang="en-US" altLang="zh-CN" sz="2000" dirty="0">
                <a:ea typeface="楷体" panose="02010609060101010101" pitchFamily="49" charset="-122"/>
                <a:cs typeface="Times New Roman" panose="02020603050405020304" pitchFamily="18" charset="0"/>
              </a:rPr>
              <a:t>+0</a:t>
            </a:r>
          </a:p>
          <a:p>
            <a:pPr eaLnBrk="1" hangingPunct="1">
              <a:spcBef>
                <a:spcPct val="50000"/>
              </a:spcBef>
              <a:buClrTx/>
              <a:buFontTx/>
              <a:buNone/>
            </a:pPr>
            <a:endParaRPr lang="en-US" altLang="zh-CN" sz="2000" dirty="0">
              <a:ea typeface="楷体" panose="02010609060101010101" pitchFamily="49" charset="-122"/>
              <a:cs typeface="Times New Roman" panose="02020603050405020304" pitchFamily="18" charset="0"/>
            </a:endParaRPr>
          </a:p>
          <a:p>
            <a:pPr eaLnBrk="1" hangingPunct="1">
              <a:spcBef>
                <a:spcPct val="50000"/>
              </a:spcBef>
              <a:buClrTx/>
              <a:buFontTx/>
              <a:buNone/>
            </a:pPr>
            <a:r>
              <a:rPr lang="zh-CN" altLang="en-US" sz="1600" dirty="0">
                <a:ea typeface="楷体" panose="02010609060101010101" pitchFamily="49" charset="-122"/>
                <a:cs typeface="Times New Roman" panose="02020603050405020304" pitchFamily="18" charset="0"/>
              </a:rPr>
              <a:t>右移一位→</a:t>
            </a:r>
          </a:p>
          <a:p>
            <a:pPr eaLnBrk="1" hangingPunct="1">
              <a:spcBef>
                <a:spcPct val="50000"/>
              </a:spcBef>
              <a:buClrTx/>
              <a:buFontTx/>
              <a:buNone/>
            </a:pPr>
            <a:r>
              <a:rPr lang="en-US" altLang="zh-CN" sz="2000" dirty="0">
                <a:ea typeface="楷体" panose="02010609060101010101" pitchFamily="49" charset="-122"/>
                <a:cs typeface="Times New Roman" panose="02020603050405020304" pitchFamily="18" charset="0"/>
              </a:rPr>
              <a:t>+x</a:t>
            </a:r>
            <a:endParaRPr lang="en-US" altLang="zh-CN" sz="1800" dirty="0">
              <a:ea typeface="楷体" panose="02010609060101010101" pitchFamily="49" charset="-122"/>
              <a:cs typeface="Times New Roman" panose="02020603050405020304" pitchFamily="18" charset="0"/>
            </a:endParaRPr>
          </a:p>
          <a:p>
            <a:pPr eaLnBrk="1" hangingPunct="1">
              <a:spcBef>
                <a:spcPct val="50000"/>
              </a:spcBef>
              <a:buClrTx/>
              <a:buFontTx/>
              <a:buNone/>
            </a:pPr>
            <a:endParaRPr lang="en-US" altLang="zh-CN" sz="1800" dirty="0">
              <a:ea typeface="楷体" panose="02010609060101010101" pitchFamily="49" charset="-122"/>
              <a:cs typeface="Times New Roman" panose="02020603050405020304" pitchFamily="18" charset="0"/>
            </a:endParaRPr>
          </a:p>
          <a:p>
            <a:pPr eaLnBrk="1" hangingPunct="1">
              <a:spcBef>
                <a:spcPct val="50000"/>
              </a:spcBef>
              <a:buClrTx/>
              <a:buFontTx/>
              <a:buNone/>
            </a:pPr>
            <a:r>
              <a:rPr lang="zh-CN" altLang="en-US" sz="1600" dirty="0">
                <a:ea typeface="楷体" panose="02010609060101010101" pitchFamily="49" charset="-122"/>
                <a:cs typeface="Times New Roman" panose="02020603050405020304" pitchFamily="18" charset="0"/>
              </a:rPr>
              <a:t>右移一位→</a:t>
            </a:r>
            <a:endParaRPr lang="zh-CN" altLang="en-US" sz="1800" dirty="0">
              <a:ea typeface="楷体" panose="02010609060101010101" pitchFamily="49" charset="-122"/>
              <a:cs typeface="Times New Roman" panose="02020603050405020304" pitchFamily="18" charset="0"/>
            </a:endParaRPr>
          </a:p>
        </p:txBody>
      </p:sp>
      <p:sp>
        <p:nvSpPr>
          <p:cNvPr id="30725" name="Line 5">
            <a:extLst>
              <a:ext uri="{FF2B5EF4-FFF2-40B4-BE49-F238E27FC236}">
                <a16:creationId xmlns:a16="http://schemas.microsoft.com/office/drawing/2014/main" id="{EE206332-0896-48BC-9BCB-D842D2D6F1C9}"/>
              </a:ext>
            </a:extLst>
          </p:cNvPr>
          <p:cNvSpPr>
            <a:spLocks noChangeShapeType="1"/>
          </p:cNvSpPr>
          <p:nvPr/>
        </p:nvSpPr>
        <p:spPr bwMode="auto">
          <a:xfrm>
            <a:off x="1371600" y="1752600"/>
            <a:ext cx="1600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6" name="Line 6">
            <a:extLst>
              <a:ext uri="{FF2B5EF4-FFF2-40B4-BE49-F238E27FC236}">
                <a16:creationId xmlns:a16="http://schemas.microsoft.com/office/drawing/2014/main" id="{75E5416D-9EE1-4426-8F75-F923F898CD6B}"/>
              </a:ext>
            </a:extLst>
          </p:cNvPr>
          <p:cNvSpPr>
            <a:spLocks noChangeShapeType="1"/>
          </p:cNvSpPr>
          <p:nvPr/>
        </p:nvSpPr>
        <p:spPr bwMode="auto">
          <a:xfrm>
            <a:off x="1295400" y="2971800"/>
            <a:ext cx="1752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7" name="Line 7">
            <a:extLst>
              <a:ext uri="{FF2B5EF4-FFF2-40B4-BE49-F238E27FC236}">
                <a16:creationId xmlns:a16="http://schemas.microsoft.com/office/drawing/2014/main" id="{6F66A2E5-4720-4A90-B0D4-9D365BBF0656}"/>
              </a:ext>
            </a:extLst>
          </p:cNvPr>
          <p:cNvSpPr>
            <a:spLocks noChangeShapeType="1"/>
          </p:cNvSpPr>
          <p:nvPr/>
        </p:nvSpPr>
        <p:spPr bwMode="auto">
          <a:xfrm>
            <a:off x="1295400" y="4191000"/>
            <a:ext cx="1828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8" name="Line 8">
            <a:extLst>
              <a:ext uri="{FF2B5EF4-FFF2-40B4-BE49-F238E27FC236}">
                <a16:creationId xmlns:a16="http://schemas.microsoft.com/office/drawing/2014/main" id="{42951292-2730-40A7-AFE1-F70320543BA5}"/>
              </a:ext>
            </a:extLst>
          </p:cNvPr>
          <p:cNvSpPr>
            <a:spLocks noChangeShapeType="1"/>
          </p:cNvSpPr>
          <p:nvPr/>
        </p:nvSpPr>
        <p:spPr bwMode="auto">
          <a:xfrm flipV="1">
            <a:off x="1371600" y="5410200"/>
            <a:ext cx="1676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29" name="Text Box 9">
            <a:extLst>
              <a:ext uri="{FF2B5EF4-FFF2-40B4-BE49-F238E27FC236}">
                <a16:creationId xmlns:a16="http://schemas.microsoft.com/office/drawing/2014/main" id="{A23B2524-F41F-4B14-93BC-C9E26B46C1AA}"/>
              </a:ext>
            </a:extLst>
          </p:cNvPr>
          <p:cNvSpPr txBox="1">
            <a:spLocks noChangeArrowheads="1"/>
          </p:cNvSpPr>
          <p:nvPr/>
        </p:nvSpPr>
        <p:spPr bwMode="auto">
          <a:xfrm>
            <a:off x="1524000" y="457200"/>
            <a:ext cx="3048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ct val="50000"/>
              </a:spcBef>
              <a:buClrTx/>
              <a:buFontTx/>
              <a:buNone/>
            </a:pPr>
            <a:r>
              <a:rPr lang="zh-CN" altLang="en-US" sz="1800" u="sng" dirty="0">
                <a:latin typeface="楷体" panose="02010609060101010101" pitchFamily="49" charset="-122"/>
                <a:ea typeface="楷体" panose="02010609060101010101" pitchFamily="49" charset="-122"/>
              </a:rPr>
              <a:t>部分积</a:t>
            </a:r>
            <a:r>
              <a:rPr lang="en-US" altLang="zh-CN" sz="1800" b="0" dirty="0">
                <a:latin typeface="楷体" panose="02010609060101010101" pitchFamily="49" charset="-122"/>
                <a:ea typeface="楷体" panose="02010609060101010101" pitchFamily="49" charset="-122"/>
              </a:rPr>
              <a:t>Z           </a:t>
            </a:r>
            <a:r>
              <a:rPr lang="zh-CN" altLang="en-US" sz="1800" dirty="0">
                <a:latin typeface="楷体" panose="02010609060101010101" pitchFamily="49" charset="-122"/>
                <a:ea typeface="楷体" panose="02010609060101010101" pitchFamily="49" charset="-122"/>
              </a:rPr>
              <a:t>乘数</a:t>
            </a:r>
            <a:r>
              <a:rPr lang="en-US" altLang="zh-CN" sz="1800" b="0" dirty="0">
                <a:latin typeface="楷体" panose="02010609060101010101" pitchFamily="49" charset="-122"/>
                <a:ea typeface="楷体" panose="02010609060101010101" pitchFamily="49" charset="-122"/>
              </a:rPr>
              <a:t>Y  </a:t>
            </a:r>
            <a:r>
              <a:rPr lang="en-US" altLang="zh-CN" sz="1800" b="0" dirty="0">
                <a:ea typeface="宋体" panose="02010600030101010101" pitchFamily="2" charset="-122"/>
              </a:rPr>
              <a:t>         </a:t>
            </a:r>
          </a:p>
        </p:txBody>
      </p:sp>
      <p:sp>
        <p:nvSpPr>
          <p:cNvPr id="30730" name="Line 10">
            <a:extLst>
              <a:ext uri="{FF2B5EF4-FFF2-40B4-BE49-F238E27FC236}">
                <a16:creationId xmlns:a16="http://schemas.microsoft.com/office/drawing/2014/main" id="{6DA32DF8-F6AD-426D-85BE-157F51EB2C2A}"/>
              </a:ext>
            </a:extLst>
          </p:cNvPr>
          <p:cNvSpPr>
            <a:spLocks noChangeShapeType="1"/>
          </p:cNvSpPr>
          <p:nvPr/>
        </p:nvSpPr>
        <p:spPr bwMode="auto">
          <a:xfrm>
            <a:off x="1371600" y="762000"/>
            <a:ext cx="327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1" name="Text Box 11">
            <a:extLst>
              <a:ext uri="{FF2B5EF4-FFF2-40B4-BE49-F238E27FC236}">
                <a16:creationId xmlns:a16="http://schemas.microsoft.com/office/drawing/2014/main" id="{7BDDB428-C39E-4FF7-97C3-07999D81BA07}"/>
              </a:ext>
            </a:extLst>
          </p:cNvPr>
          <p:cNvSpPr txBox="1">
            <a:spLocks noChangeArrowheads="1"/>
          </p:cNvSpPr>
          <p:nvPr/>
        </p:nvSpPr>
        <p:spPr bwMode="auto">
          <a:xfrm>
            <a:off x="1371600" y="6186488"/>
            <a:ext cx="3581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1800" dirty="0">
                <a:latin typeface="楷体" panose="02010609060101010101" pitchFamily="49" charset="-122"/>
                <a:ea typeface="楷体" panose="02010609060101010101" pitchFamily="49" charset="-122"/>
              </a:rPr>
              <a:t>乘积高位          乘积低位</a:t>
            </a:r>
          </a:p>
        </p:txBody>
      </p:sp>
      <p:sp>
        <p:nvSpPr>
          <p:cNvPr id="30732" name="Line 12">
            <a:extLst>
              <a:ext uri="{FF2B5EF4-FFF2-40B4-BE49-F238E27FC236}">
                <a16:creationId xmlns:a16="http://schemas.microsoft.com/office/drawing/2014/main" id="{EFBF10EC-06EA-437B-94C5-BC0089D5F396}"/>
              </a:ext>
            </a:extLst>
          </p:cNvPr>
          <p:cNvSpPr>
            <a:spLocks noChangeShapeType="1"/>
          </p:cNvSpPr>
          <p:nvPr/>
        </p:nvSpPr>
        <p:spPr bwMode="auto">
          <a:xfrm>
            <a:off x="3505200" y="762000"/>
            <a:ext cx="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3" name="Line 13">
            <a:extLst>
              <a:ext uri="{FF2B5EF4-FFF2-40B4-BE49-F238E27FC236}">
                <a16:creationId xmlns:a16="http://schemas.microsoft.com/office/drawing/2014/main" id="{86B64722-26F6-46FE-A1BF-68030CF35511}"/>
              </a:ext>
            </a:extLst>
          </p:cNvPr>
          <p:cNvSpPr>
            <a:spLocks noChangeShapeType="1"/>
          </p:cNvSpPr>
          <p:nvPr/>
        </p:nvSpPr>
        <p:spPr bwMode="auto">
          <a:xfrm>
            <a:off x="3505200" y="1752600"/>
            <a:ext cx="228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4" name="Line 14">
            <a:extLst>
              <a:ext uri="{FF2B5EF4-FFF2-40B4-BE49-F238E27FC236}">
                <a16:creationId xmlns:a16="http://schemas.microsoft.com/office/drawing/2014/main" id="{85A7BE2F-CA84-4843-84F5-4D45FC5EA897}"/>
              </a:ext>
            </a:extLst>
          </p:cNvPr>
          <p:cNvSpPr>
            <a:spLocks noChangeShapeType="1"/>
          </p:cNvSpPr>
          <p:nvPr/>
        </p:nvSpPr>
        <p:spPr bwMode="auto">
          <a:xfrm>
            <a:off x="3733800" y="1752600"/>
            <a:ext cx="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5" name="Line 15">
            <a:extLst>
              <a:ext uri="{FF2B5EF4-FFF2-40B4-BE49-F238E27FC236}">
                <a16:creationId xmlns:a16="http://schemas.microsoft.com/office/drawing/2014/main" id="{647A4938-FF59-41E6-B744-80CBDDAEB466}"/>
              </a:ext>
            </a:extLst>
          </p:cNvPr>
          <p:cNvSpPr>
            <a:spLocks noChangeShapeType="1"/>
          </p:cNvSpPr>
          <p:nvPr/>
        </p:nvSpPr>
        <p:spPr bwMode="auto">
          <a:xfrm>
            <a:off x="3733800" y="2895600"/>
            <a:ext cx="228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6" name="Line 16">
            <a:extLst>
              <a:ext uri="{FF2B5EF4-FFF2-40B4-BE49-F238E27FC236}">
                <a16:creationId xmlns:a16="http://schemas.microsoft.com/office/drawing/2014/main" id="{AC74DE34-12FC-49F0-A6E9-54A79C1BBE1F}"/>
              </a:ext>
            </a:extLst>
          </p:cNvPr>
          <p:cNvSpPr>
            <a:spLocks noChangeShapeType="1"/>
          </p:cNvSpPr>
          <p:nvPr/>
        </p:nvSpPr>
        <p:spPr bwMode="auto">
          <a:xfrm>
            <a:off x="3962400" y="2895600"/>
            <a:ext cx="0" cy="129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7" name="Line 17">
            <a:extLst>
              <a:ext uri="{FF2B5EF4-FFF2-40B4-BE49-F238E27FC236}">
                <a16:creationId xmlns:a16="http://schemas.microsoft.com/office/drawing/2014/main" id="{A685600B-6877-4909-B88E-67E2CEF0E415}"/>
              </a:ext>
            </a:extLst>
          </p:cNvPr>
          <p:cNvSpPr>
            <a:spLocks noChangeShapeType="1"/>
          </p:cNvSpPr>
          <p:nvPr/>
        </p:nvSpPr>
        <p:spPr bwMode="auto">
          <a:xfrm>
            <a:off x="3962400" y="4191000"/>
            <a:ext cx="15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8" name="Line 18">
            <a:extLst>
              <a:ext uri="{FF2B5EF4-FFF2-40B4-BE49-F238E27FC236}">
                <a16:creationId xmlns:a16="http://schemas.microsoft.com/office/drawing/2014/main" id="{B53E5A26-80D9-40F1-95EB-4626BAE545EA}"/>
              </a:ext>
            </a:extLst>
          </p:cNvPr>
          <p:cNvSpPr>
            <a:spLocks noChangeShapeType="1"/>
          </p:cNvSpPr>
          <p:nvPr/>
        </p:nvSpPr>
        <p:spPr bwMode="auto">
          <a:xfrm>
            <a:off x="4114800" y="4191000"/>
            <a:ext cx="0" cy="1219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9" name="Line 19">
            <a:extLst>
              <a:ext uri="{FF2B5EF4-FFF2-40B4-BE49-F238E27FC236}">
                <a16:creationId xmlns:a16="http://schemas.microsoft.com/office/drawing/2014/main" id="{1C15DCF5-EA78-4922-ADB6-D75B8E45DA2F}"/>
              </a:ext>
            </a:extLst>
          </p:cNvPr>
          <p:cNvSpPr>
            <a:spLocks noChangeShapeType="1"/>
          </p:cNvSpPr>
          <p:nvPr/>
        </p:nvSpPr>
        <p:spPr bwMode="auto">
          <a:xfrm>
            <a:off x="4114800" y="5410200"/>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40" name="Line 20">
            <a:extLst>
              <a:ext uri="{FF2B5EF4-FFF2-40B4-BE49-F238E27FC236}">
                <a16:creationId xmlns:a16="http://schemas.microsoft.com/office/drawing/2014/main" id="{28CCFA80-24B7-4B0A-BB4D-3A8C44EC4EDF}"/>
              </a:ext>
            </a:extLst>
          </p:cNvPr>
          <p:cNvSpPr>
            <a:spLocks noChangeShapeType="1"/>
          </p:cNvSpPr>
          <p:nvPr/>
        </p:nvSpPr>
        <p:spPr bwMode="auto">
          <a:xfrm>
            <a:off x="4648200" y="762000"/>
            <a:ext cx="0" cy="5410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41" name="Text Box 21">
            <a:extLst>
              <a:ext uri="{FF2B5EF4-FFF2-40B4-BE49-F238E27FC236}">
                <a16:creationId xmlns:a16="http://schemas.microsoft.com/office/drawing/2014/main" id="{15B13516-AD39-4B1B-BB11-87472B683AC8}"/>
              </a:ext>
            </a:extLst>
          </p:cNvPr>
          <p:cNvSpPr txBox="1">
            <a:spLocks noChangeArrowheads="1"/>
          </p:cNvSpPr>
          <p:nvPr/>
        </p:nvSpPr>
        <p:spPr bwMode="auto">
          <a:xfrm>
            <a:off x="4419600" y="2152650"/>
            <a:ext cx="1828800" cy="408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sz="1800" dirty="0">
                <a:ea typeface="楷体" panose="02010609060101010101" pitchFamily="49" charset="-122"/>
                <a:cs typeface="Times New Roman" panose="02020603050405020304" pitchFamily="18" charset="0"/>
              </a:rPr>
              <a:t>1(</a:t>
            </a:r>
            <a:r>
              <a:rPr lang="zh-CN" altLang="en-US" sz="1800" dirty="0">
                <a:ea typeface="楷体" panose="02010609060101010101" pitchFamily="49" charset="-122"/>
                <a:cs typeface="Times New Roman" panose="02020603050405020304" pitchFamily="18" charset="0"/>
              </a:rPr>
              <a:t>丢弃</a:t>
            </a:r>
            <a:r>
              <a:rPr lang="en-US" altLang="zh-CN" sz="1800" dirty="0">
                <a:ea typeface="楷体" panose="02010609060101010101" pitchFamily="49" charset="-122"/>
                <a:cs typeface="Times New Roman" panose="02020603050405020304" pitchFamily="18" charset="0"/>
              </a:rPr>
              <a:t>)</a:t>
            </a:r>
          </a:p>
          <a:p>
            <a:pPr eaLnBrk="1" hangingPunct="1">
              <a:spcBef>
                <a:spcPct val="50000"/>
              </a:spcBef>
              <a:buClrTx/>
              <a:buFontTx/>
              <a:buNone/>
            </a:pPr>
            <a:endParaRPr lang="en-US" altLang="zh-CN" sz="1800" dirty="0">
              <a:ea typeface="楷体" panose="02010609060101010101" pitchFamily="49" charset="-122"/>
              <a:cs typeface="Times New Roman" panose="02020603050405020304" pitchFamily="18" charset="0"/>
            </a:endParaRPr>
          </a:p>
          <a:p>
            <a:pPr eaLnBrk="1" hangingPunct="1">
              <a:spcBef>
                <a:spcPct val="50000"/>
              </a:spcBef>
              <a:buClrTx/>
              <a:buFontTx/>
              <a:buNone/>
            </a:pPr>
            <a:endParaRPr lang="en-US" altLang="zh-CN" sz="1800" dirty="0">
              <a:ea typeface="楷体" panose="02010609060101010101" pitchFamily="49" charset="-122"/>
              <a:cs typeface="Times New Roman" panose="02020603050405020304" pitchFamily="18" charset="0"/>
            </a:endParaRPr>
          </a:p>
          <a:p>
            <a:pPr eaLnBrk="1" hangingPunct="1">
              <a:spcBef>
                <a:spcPct val="50000"/>
              </a:spcBef>
              <a:buClrTx/>
              <a:buFontTx/>
              <a:buNone/>
            </a:pPr>
            <a:r>
              <a:rPr lang="en-US" altLang="zh-CN" sz="1800" dirty="0">
                <a:ea typeface="楷体" panose="02010609060101010101" pitchFamily="49" charset="-122"/>
                <a:cs typeface="Times New Roman" panose="02020603050405020304" pitchFamily="18" charset="0"/>
              </a:rPr>
              <a:t>1(</a:t>
            </a:r>
            <a:r>
              <a:rPr lang="zh-CN" altLang="en-US" sz="1800" dirty="0">
                <a:ea typeface="楷体" panose="02010609060101010101" pitchFamily="49" charset="-122"/>
                <a:cs typeface="Times New Roman" panose="02020603050405020304" pitchFamily="18" charset="0"/>
              </a:rPr>
              <a:t>丢弃</a:t>
            </a:r>
            <a:r>
              <a:rPr lang="en-US" altLang="zh-CN" sz="1800" dirty="0">
                <a:ea typeface="楷体" panose="02010609060101010101" pitchFamily="49" charset="-122"/>
                <a:cs typeface="Times New Roman" panose="02020603050405020304" pitchFamily="18" charset="0"/>
              </a:rPr>
              <a:t>)</a:t>
            </a:r>
          </a:p>
          <a:p>
            <a:pPr eaLnBrk="1" hangingPunct="1">
              <a:spcBef>
                <a:spcPct val="50000"/>
              </a:spcBef>
              <a:buClrTx/>
              <a:buFontTx/>
              <a:buNone/>
            </a:pPr>
            <a:endParaRPr lang="en-US" altLang="zh-CN" sz="1800" dirty="0">
              <a:ea typeface="楷体" panose="02010609060101010101" pitchFamily="49" charset="-122"/>
              <a:cs typeface="Times New Roman" panose="02020603050405020304" pitchFamily="18" charset="0"/>
            </a:endParaRPr>
          </a:p>
          <a:p>
            <a:pPr eaLnBrk="1" hangingPunct="1">
              <a:spcBef>
                <a:spcPct val="50000"/>
              </a:spcBef>
              <a:buClrTx/>
              <a:buFontTx/>
              <a:buNone/>
            </a:pPr>
            <a:endParaRPr lang="en-US" altLang="zh-CN" sz="1800" dirty="0">
              <a:ea typeface="楷体" panose="02010609060101010101" pitchFamily="49" charset="-122"/>
              <a:cs typeface="Times New Roman" panose="02020603050405020304" pitchFamily="18" charset="0"/>
            </a:endParaRPr>
          </a:p>
          <a:p>
            <a:pPr eaLnBrk="1" hangingPunct="1">
              <a:spcBef>
                <a:spcPct val="50000"/>
              </a:spcBef>
              <a:buClrTx/>
              <a:buFontTx/>
              <a:buNone/>
            </a:pPr>
            <a:r>
              <a:rPr lang="en-US" altLang="zh-CN" sz="1800" dirty="0">
                <a:ea typeface="楷体" panose="02010609060101010101" pitchFamily="49" charset="-122"/>
                <a:cs typeface="Times New Roman" panose="02020603050405020304" pitchFamily="18" charset="0"/>
              </a:rPr>
              <a:t>0(</a:t>
            </a:r>
            <a:r>
              <a:rPr lang="zh-CN" altLang="en-US" sz="1800" dirty="0">
                <a:ea typeface="楷体" panose="02010609060101010101" pitchFamily="49" charset="-122"/>
                <a:cs typeface="Times New Roman" panose="02020603050405020304" pitchFamily="18" charset="0"/>
              </a:rPr>
              <a:t>丢弃</a:t>
            </a:r>
            <a:r>
              <a:rPr lang="en-US" altLang="zh-CN" sz="1800" dirty="0">
                <a:ea typeface="楷体" panose="02010609060101010101" pitchFamily="49" charset="-122"/>
                <a:cs typeface="Times New Roman" panose="02020603050405020304" pitchFamily="18" charset="0"/>
              </a:rPr>
              <a:t>)</a:t>
            </a:r>
          </a:p>
          <a:p>
            <a:pPr eaLnBrk="1" hangingPunct="1">
              <a:spcBef>
                <a:spcPct val="50000"/>
              </a:spcBef>
              <a:buClrTx/>
              <a:buFontTx/>
              <a:buNone/>
            </a:pPr>
            <a:endParaRPr lang="en-US" altLang="zh-CN" sz="1800" dirty="0">
              <a:ea typeface="楷体" panose="02010609060101010101" pitchFamily="49" charset="-122"/>
              <a:cs typeface="Times New Roman" panose="02020603050405020304" pitchFamily="18" charset="0"/>
            </a:endParaRPr>
          </a:p>
          <a:p>
            <a:pPr eaLnBrk="1" hangingPunct="1">
              <a:spcBef>
                <a:spcPct val="50000"/>
              </a:spcBef>
              <a:buClrTx/>
              <a:buFontTx/>
              <a:buNone/>
            </a:pPr>
            <a:endParaRPr lang="en-US" altLang="zh-CN" sz="1800" dirty="0">
              <a:ea typeface="楷体" panose="02010609060101010101" pitchFamily="49" charset="-122"/>
              <a:cs typeface="Times New Roman" panose="02020603050405020304" pitchFamily="18" charset="0"/>
            </a:endParaRPr>
          </a:p>
          <a:p>
            <a:pPr eaLnBrk="1" hangingPunct="1">
              <a:spcBef>
                <a:spcPct val="50000"/>
              </a:spcBef>
              <a:buClrTx/>
              <a:buFontTx/>
              <a:buNone/>
            </a:pPr>
            <a:r>
              <a:rPr lang="en-US" altLang="zh-CN" sz="1800" dirty="0">
                <a:ea typeface="楷体" panose="02010609060101010101" pitchFamily="49" charset="-122"/>
                <a:cs typeface="Times New Roman" panose="02020603050405020304" pitchFamily="18" charset="0"/>
              </a:rPr>
              <a:t>1(</a:t>
            </a:r>
            <a:r>
              <a:rPr lang="zh-CN" altLang="en-US" sz="1800" dirty="0">
                <a:ea typeface="楷体" panose="02010609060101010101" pitchFamily="49" charset="-122"/>
                <a:cs typeface="Times New Roman" panose="02020603050405020304" pitchFamily="18" charset="0"/>
              </a:rPr>
              <a:t>丢弃</a:t>
            </a:r>
            <a:r>
              <a:rPr lang="en-US" altLang="zh-CN" sz="1800" dirty="0">
                <a:ea typeface="楷体" panose="02010609060101010101" pitchFamily="49" charset="-122"/>
                <a:cs typeface="Times New Roman" panose="02020603050405020304" pitchFamily="18" charset="0"/>
              </a:rPr>
              <a:t>)</a:t>
            </a:r>
          </a:p>
        </p:txBody>
      </p:sp>
      <p:sp>
        <p:nvSpPr>
          <p:cNvPr id="802838" name="Text Box 22">
            <a:extLst>
              <a:ext uri="{FF2B5EF4-FFF2-40B4-BE49-F238E27FC236}">
                <a16:creationId xmlns:a16="http://schemas.microsoft.com/office/drawing/2014/main" id="{968E2768-21FE-4F93-9F33-A0284FC89F05}"/>
              </a:ext>
            </a:extLst>
          </p:cNvPr>
          <p:cNvSpPr txBox="1">
            <a:spLocks noChangeArrowheads="1"/>
          </p:cNvSpPr>
          <p:nvPr/>
        </p:nvSpPr>
        <p:spPr bwMode="auto">
          <a:xfrm>
            <a:off x="6172200" y="5410200"/>
            <a:ext cx="2171700" cy="366713"/>
          </a:xfrm>
          <a:prstGeom prst="rect">
            <a:avLst/>
          </a:prstGeom>
          <a:noFill/>
          <a:ln w="9525">
            <a:noFill/>
            <a:miter lim="800000"/>
            <a:headEnd/>
            <a:tailEnd/>
          </a:ln>
          <a:effectLst/>
        </p:spPr>
        <p:txBody>
          <a:bodyPr>
            <a:spAutoFit/>
          </a:bodyPr>
          <a:lstStyle/>
          <a:p>
            <a:pPr eaLnBrk="1" hangingPunct="1">
              <a:spcBef>
                <a:spcPct val="50000"/>
              </a:spcBef>
              <a:defRPr/>
            </a:pPr>
            <a:r>
              <a:rPr lang="en-US" altLang="zh-CN" sz="1800" b="1" dirty="0">
                <a:solidFill>
                  <a:srgbClr val="CC3300"/>
                </a:solidFill>
                <a:effectLst>
                  <a:outerShdw blurRad="38100" dist="38100" dir="2700000" algn="tl">
                    <a:srgbClr val="C0C0C0"/>
                  </a:outerShdw>
                </a:effectLst>
                <a:ea typeface="宋体" pitchFamily="2" charset="-122"/>
              </a:rPr>
              <a:t>X</a:t>
            </a:r>
            <a:r>
              <a:rPr lang="en-US" altLang="zh-CN" sz="1800" b="1" dirty="0">
                <a:solidFill>
                  <a:srgbClr val="CC3300"/>
                </a:solidFill>
                <a:effectLst>
                  <a:outerShdw blurRad="38100" dist="38100" dir="2700000" algn="tl">
                    <a:srgbClr val="C0C0C0"/>
                  </a:outerShdw>
                </a:effectLst>
                <a:latin typeface="仿宋"/>
                <a:ea typeface="仿宋"/>
              </a:rPr>
              <a:t>×</a:t>
            </a:r>
            <a:r>
              <a:rPr lang="en-US" altLang="zh-CN" sz="1800" b="1" dirty="0">
                <a:solidFill>
                  <a:srgbClr val="CC3300"/>
                </a:solidFill>
                <a:effectLst>
                  <a:outerShdw blurRad="38100" dist="38100" dir="2700000" algn="tl">
                    <a:srgbClr val="C0C0C0"/>
                  </a:outerShdw>
                </a:effectLst>
                <a:ea typeface="宋体" pitchFamily="2" charset="-122"/>
              </a:rPr>
              <a:t>Y=0.10001111</a:t>
            </a:r>
            <a:endParaRPr lang="en-US" altLang="zh-CN" sz="2400" b="1" dirty="0">
              <a:solidFill>
                <a:srgbClr val="CC3300"/>
              </a:solidFill>
              <a:effectLst>
                <a:outerShdw blurRad="38100" dist="38100" dir="2700000" algn="tl">
                  <a:srgbClr val="C0C0C0"/>
                </a:outerShdw>
              </a:effectLst>
              <a:ea typeface="宋体" pitchFamily="2" charset="-122"/>
            </a:endParaRPr>
          </a:p>
        </p:txBody>
      </p:sp>
      <p:sp>
        <p:nvSpPr>
          <p:cNvPr id="30743" name="Text Box 23">
            <a:extLst>
              <a:ext uri="{FF2B5EF4-FFF2-40B4-BE49-F238E27FC236}">
                <a16:creationId xmlns:a16="http://schemas.microsoft.com/office/drawing/2014/main" id="{0112AC0B-D8C5-42B4-A3C5-11951A286E7D}"/>
              </a:ext>
            </a:extLst>
          </p:cNvPr>
          <p:cNvSpPr txBox="1">
            <a:spLocks noChangeArrowheads="1"/>
          </p:cNvSpPr>
          <p:nvPr/>
        </p:nvSpPr>
        <p:spPr bwMode="auto">
          <a:xfrm>
            <a:off x="6057900" y="928688"/>
            <a:ext cx="2171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ct val="50000"/>
              </a:spcBef>
              <a:buClrTx/>
              <a:buFontTx/>
              <a:buNone/>
            </a:pPr>
            <a:r>
              <a:rPr lang="en-US" altLang="zh-CN" sz="2000" b="0" dirty="0">
                <a:solidFill>
                  <a:schemeClr val="tx2"/>
                </a:solidFill>
                <a:latin typeface="Verdana" panose="020B0604030504040204" pitchFamily="34" charset="0"/>
                <a:ea typeface="方正粗圆简体" pitchFamily="2" charset="-122"/>
              </a:rPr>
              <a:t>z</a:t>
            </a:r>
            <a:r>
              <a:rPr lang="en-US" altLang="zh-CN" sz="2000" b="0" baseline="-25000" dirty="0">
                <a:solidFill>
                  <a:schemeClr val="tx2"/>
                </a:solidFill>
                <a:latin typeface="Verdana" panose="020B0604030504040204" pitchFamily="34" charset="0"/>
                <a:ea typeface="方正粗圆简体" pitchFamily="2" charset="-122"/>
              </a:rPr>
              <a:t>0</a:t>
            </a:r>
            <a:r>
              <a:rPr lang="en-US" altLang="zh-CN" sz="2000" b="0" dirty="0">
                <a:solidFill>
                  <a:schemeClr val="tx2"/>
                </a:solidFill>
                <a:latin typeface="Verdana" panose="020B0604030504040204" pitchFamily="34" charset="0"/>
                <a:ea typeface="方正粗圆简体" pitchFamily="2" charset="-122"/>
              </a:rPr>
              <a:t>=0,y</a:t>
            </a:r>
            <a:r>
              <a:rPr lang="en-US" altLang="zh-CN" sz="2000" b="0" baseline="-25000" dirty="0">
                <a:solidFill>
                  <a:schemeClr val="tx2"/>
                </a:solidFill>
                <a:latin typeface="Verdana" panose="020B0604030504040204" pitchFamily="34" charset="0"/>
                <a:ea typeface="方正粗圆简体" pitchFamily="2" charset="-122"/>
              </a:rPr>
              <a:t>4</a:t>
            </a:r>
            <a:r>
              <a:rPr lang="en-US" altLang="zh-CN" sz="2000" b="0" dirty="0">
                <a:solidFill>
                  <a:schemeClr val="tx2"/>
                </a:solidFill>
                <a:latin typeface="Verdana" panose="020B0604030504040204" pitchFamily="34" charset="0"/>
                <a:ea typeface="方正粗圆简体" pitchFamily="2" charset="-122"/>
              </a:rPr>
              <a:t>=1</a:t>
            </a:r>
          </a:p>
        </p:txBody>
      </p:sp>
      <p:sp>
        <p:nvSpPr>
          <p:cNvPr id="30744" name="Text Box 24">
            <a:extLst>
              <a:ext uri="{FF2B5EF4-FFF2-40B4-BE49-F238E27FC236}">
                <a16:creationId xmlns:a16="http://schemas.microsoft.com/office/drawing/2014/main" id="{D5244F1C-2356-4C06-974B-6562C801204C}"/>
              </a:ext>
            </a:extLst>
          </p:cNvPr>
          <p:cNvSpPr txBox="1">
            <a:spLocks noChangeArrowheads="1"/>
          </p:cNvSpPr>
          <p:nvPr/>
        </p:nvSpPr>
        <p:spPr bwMode="auto">
          <a:xfrm>
            <a:off x="6057900" y="1355725"/>
            <a:ext cx="2171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ct val="50000"/>
              </a:spcBef>
              <a:buClrTx/>
              <a:buFontTx/>
              <a:buNone/>
            </a:pPr>
            <a:r>
              <a:rPr lang="en-US" altLang="zh-CN" sz="2000" b="0" dirty="0">
                <a:solidFill>
                  <a:schemeClr val="tx2"/>
                </a:solidFill>
                <a:latin typeface="Verdana" panose="020B0604030504040204" pitchFamily="34" charset="0"/>
                <a:ea typeface="方正粗圆简体" pitchFamily="2" charset="-122"/>
              </a:rPr>
              <a:t>xy</a:t>
            </a:r>
            <a:r>
              <a:rPr lang="en-US" altLang="zh-CN" sz="2000" b="0" baseline="-25000" dirty="0">
                <a:solidFill>
                  <a:schemeClr val="tx2"/>
                </a:solidFill>
                <a:latin typeface="Verdana" panose="020B0604030504040204" pitchFamily="34" charset="0"/>
                <a:ea typeface="方正粗圆简体" pitchFamily="2" charset="-122"/>
              </a:rPr>
              <a:t>4</a:t>
            </a:r>
            <a:r>
              <a:rPr lang="en-US" altLang="zh-CN" sz="2000" b="0" dirty="0">
                <a:solidFill>
                  <a:schemeClr val="tx2"/>
                </a:solidFill>
                <a:latin typeface="Verdana" panose="020B0604030504040204" pitchFamily="34" charset="0"/>
                <a:ea typeface="方正粗圆简体" pitchFamily="2" charset="-122"/>
              </a:rPr>
              <a:t>+z</a:t>
            </a:r>
            <a:r>
              <a:rPr lang="en-US" altLang="zh-CN" sz="2000" b="0" baseline="-25000" dirty="0">
                <a:solidFill>
                  <a:schemeClr val="tx2"/>
                </a:solidFill>
                <a:latin typeface="Verdana" panose="020B0604030504040204" pitchFamily="34" charset="0"/>
                <a:ea typeface="方正粗圆简体" pitchFamily="2" charset="-122"/>
              </a:rPr>
              <a:t>0</a:t>
            </a:r>
          </a:p>
        </p:txBody>
      </p:sp>
      <p:sp>
        <p:nvSpPr>
          <p:cNvPr id="30745" name="Text Box 25">
            <a:extLst>
              <a:ext uri="{FF2B5EF4-FFF2-40B4-BE49-F238E27FC236}">
                <a16:creationId xmlns:a16="http://schemas.microsoft.com/office/drawing/2014/main" id="{049D9EEC-05F4-4EDE-BB35-816401360ECA}"/>
              </a:ext>
            </a:extLst>
          </p:cNvPr>
          <p:cNvSpPr txBox="1">
            <a:spLocks noChangeArrowheads="1"/>
          </p:cNvSpPr>
          <p:nvPr/>
        </p:nvSpPr>
        <p:spPr bwMode="auto">
          <a:xfrm>
            <a:off x="6057900" y="2152650"/>
            <a:ext cx="2171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sz="2000" b="0">
                <a:solidFill>
                  <a:schemeClr val="tx2"/>
                </a:solidFill>
                <a:latin typeface="Verdana" panose="020B0604030504040204" pitchFamily="34" charset="0"/>
                <a:ea typeface="方正粗圆简体" pitchFamily="2" charset="-122"/>
              </a:rPr>
              <a:t>z</a:t>
            </a:r>
            <a:r>
              <a:rPr lang="en-US" altLang="zh-CN" sz="2000" b="0" baseline="-25000">
                <a:solidFill>
                  <a:schemeClr val="tx2"/>
                </a:solidFill>
                <a:latin typeface="Verdana" panose="020B0604030504040204" pitchFamily="34" charset="0"/>
                <a:ea typeface="方正粗圆简体" pitchFamily="2" charset="-122"/>
              </a:rPr>
              <a:t>1</a:t>
            </a:r>
            <a:r>
              <a:rPr lang="en-US" altLang="zh-CN" sz="2000" b="0">
                <a:solidFill>
                  <a:schemeClr val="tx2"/>
                </a:solidFill>
                <a:latin typeface="Verdana" panose="020B0604030504040204" pitchFamily="34" charset="0"/>
                <a:ea typeface="方正粗圆简体" pitchFamily="2" charset="-122"/>
              </a:rPr>
              <a:t>=2</a:t>
            </a:r>
            <a:r>
              <a:rPr lang="en-US" altLang="zh-CN" sz="2000" b="0" baseline="30000">
                <a:solidFill>
                  <a:schemeClr val="tx2"/>
                </a:solidFill>
                <a:latin typeface="Verdana" panose="020B0604030504040204" pitchFamily="34" charset="0"/>
                <a:ea typeface="方正粗圆简体" pitchFamily="2" charset="-122"/>
              </a:rPr>
              <a:t>-1</a:t>
            </a:r>
            <a:r>
              <a:rPr lang="en-US" altLang="zh-CN" sz="2000" b="0">
                <a:solidFill>
                  <a:schemeClr val="tx2"/>
                </a:solidFill>
                <a:latin typeface="Verdana" panose="020B0604030504040204" pitchFamily="34" charset="0"/>
                <a:ea typeface="方正粗圆简体" pitchFamily="2" charset="-122"/>
              </a:rPr>
              <a:t>(xy</a:t>
            </a:r>
            <a:r>
              <a:rPr lang="en-US" altLang="zh-CN" sz="2000" b="0" baseline="-25000">
                <a:solidFill>
                  <a:schemeClr val="tx2"/>
                </a:solidFill>
                <a:latin typeface="Verdana" panose="020B0604030504040204" pitchFamily="34" charset="0"/>
                <a:ea typeface="方正粗圆简体" pitchFamily="2" charset="-122"/>
              </a:rPr>
              <a:t>4</a:t>
            </a:r>
            <a:r>
              <a:rPr lang="en-US" altLang="zh-CN" sz="2000" b="0">
                <a:solidFill>
                  <a:schemeClr val="tx2"/>
                </a:solidFill>
                <a:latin typeface="Verdana" panose="020B0604030504040204" pitchFamily="34" charset="0"/>
                <a:ea typeface="方正粗圆简体" pitchFamily="2" charset="-122"/>
              </a:rPr>
              <a:t>+z</a:t>
            </a:r>
            <a:r>
              <a:rPr lang="en-US" altLang="zh-CN" sz="2000" b="0" baseline="-25000">
                <a:solidFill>
                  <a:schemeClr val="tx2"/>
                </a:solidFill>
                <a:latin typeface="Verdana" panose="020B0604030504040204" pitchFamily="34" charset="0"/>
                <a:ea typeface="方正粗圆简体" pitchFamily="2" charset="-122"/>
              </a:rPr>
              <a:t>0</a:t>
            </a:r>
            <a:r>
              <a:rPr lang="en-US" altLang="zh-CN" sz="2000" b="0">
                <a:solidFill>
                  <a:schemeClr val="tx2"/>
                </a:solidFill>
                <a:latin typeface="Verdana" panose="020B0604030504040204" pitchFamily="34" charset="0"/>
                <a:ea typeface="方正粗圆简体" pitchFamily="2" charset="-122"/>
              </a:rPr>
              <a:t>)</a:t>
            </a:r>
            <a:endParaRPr lang="en-US" altLang="zh-CN" sz="2000" b="0" baseline="-25000">
              <a:solidFill>
                <a:schemeClr val="tx2"/>
              </a:solidFill>
              <a:latin typeface="Verdana" panose="020B0604030504040204" pitchFamily="34" charset="0"/>
              <a:ea typeface="方正粗圆简体" pitchFamily="2" charset="-122"/>
            </a:endParaRPr>
          </a:p>
        </p:txBody>
      </p:sp>
      <p:sp>
        <p:nvSpPr>
          <p:cNvPr id="30746" name="Text Box 26">
            <a:extLst>
              <a:ext uri="{FF2B5EF4-FFF2-40B4-BE49-F238E27FC236}">
                <a16:creationId xmlns:a16="http://schemas.microsoft.com/office/drawing/2014/main" id="{09C6B665-6927-4608-8903-C60AF4F4AB34}"/>
              </a:ext>
            </a:extLst>
          </p:cNvPr>
          <p:cNvSpPr txBox="1">
            <a:spLocks noChangeArrowheads="1"/>
          </p:cNvSpPr>
          <p:nvPr/>
        </p:nvSpPr>
        <p:spPr bwMode="auto">
          <a:xfrm>
            <a:off x="6172200" y="6002338"/>
            <a:ext cx="2171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1800" dirty="0">
                <a:solidFill>
                  <a:schemeClr val="tx2"/>
                </a:solidFill>
                <a:latin typeface="楷体" panose="02010609060101010101" pitchFamily="49" charset="-122"/>
                <a:ea typeface="楷体" panose="02010609060101010101" pitchFamily="49" charset="-122"/>
              </a:rPr>
              <a:t>移位</a:t>
            </a:r>
            <a:r>
              <a:rPr lang="en-US" altLang="zh-CN" sz="1800" dirty="0">
                <a:solidFill>
                  <a:schemeClr val="tx2"/>
                </a:solidFill>
                <a:latin typeface="楷体" panose="02010609060101010101" pitchFamily="49" charset="-122"/>
                <a:ea typeface="楷体" panose="02010609060101010101" pitchFamily="49" charset="-122"/>
              </a:rPr>
              <a:t>4</a:t>
            </a:r>
            <a:r>
              <a:rPr lang="zh-CN" altLang="en-US" sz="1800" dirty="0">
                <a:solidFill>
                  <a:schemeClr val="tx2"/>
                </a:solidFill>
                <a:latin typeface="楷体" panose="02010609060101010101" pitchFamily="49" charset="-122"/>
                <a:ea typeface="楷体" panose="02010609060101010101" pitchFamily="49" charset="-122"/>
              </a:rPr>
              <a:t>次，运算完成</a:t>
            </a:r>
            <a:endParaRPr lang="zh-CN" altLang="en-US" sz="2400" dirty="0">
              <a:solidFill>
                <a:schemeClr val="tx2"/>
              </a:solidFill>
              <a:latin typeface="楷体" panose="02010609060101010101" pitchFamily="49" charset="-122"/>
              <a:ea typeface="楷体" panose="02010609060101010101" pitchFamily="49" charset="-122"/>
            </a:endParaRPr>
          </a:p>
        </p:txBody>
      </p:sp>
      <p:sp>
        <p:nvSpPr>
          <p:cNvPr id="30747" name="Text Box 27">
            <a:extLst>
              <a:ext uri="{FF2B5EF4-FFF2-40B4-BE49-F238E27FC236}">
                <a16:creationId xmlns:a16="http://schemas.microsoft.com/office/drawing/2014/main" id="{C9508A86-794F-4F3D-A993-25D5E0F9AF04}"/>
              </a:ext>
            </a:extLst>
          </p:cNvPr>
          <p:cNvSpPr txBox="1">
            <a:spLocks noChangeArrowheads="1"/>
          </p:cNvSpPr>
          <p:nvPr/>
        </p:nvSpPr>
        <p:spPr bwMode="auto">
          <a:xfrm>
            <a:off x="938213" y="427037"/>
            <a:ext cx="433387" cy="396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sz="2000" b="0">
                <a:solidFill>
                  <a:srgbClr val="FF0000"/>
                </a:solidFill>
                <a:latin typeface="Verdana" panose="020B0604030504040204" pitchFamily="34" charset="0"/>
                <a:ea typeface="方正粗圆简体" pitchFamily="2" charset="-122"/>
              </a:rPr>
              <a:t>A</a:t>
            </a:r>
            <a:endParaRPr lang="en-US" altLang="zh-CN" sz="2000" b="0" baseline="-25000">
              <a:solidFill>
                <a:srgbClr val="FF0000"/>
              </a:solidFill>
              <a:latin typeface="Verdana" panose="020B0604030504040204" pitchFamily="34" charset="0"/>
              <a:ea typeface="方正粗圆简体" pitchFamily="2" charset="-122"/>
            </a:endParaRPr>
          </a:p>
        </p:txBody>
      </p:sp>
      <p:sp>
        <p:nvSpPr>
          <p:cNvPr id="30748" name="Text Box 28">
            <a:extLst>
              <a:ext uri="{FF2B5EF4-FFF2-40B4-BE49-F238E27FC236}">
                <a16:creationId xmlns:a16="http://schemas.microsoft.com/office/drawing/2014/main" id="{D0897988-A3E1-4D5C-8186-2091F3DDD9FA}"/>
              </a:ext>
            </a:extLst>
          </p:cNvPr>
          <p:cNvSpPr txBox="1">
            <a:spLocks noChangeArrowheads="1"/>
          </p:cNvSpPr>
          <p:nvPr/>
        </p:nvSpPr>
        <p:spPr bwMode="auto">
          <a:xfrm>
            <a:off x="4519613" y="427037"/>
            <a:ext cx="433387" cy="396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sz="2000" b="0">
                <a:solidFill>
                  <a:srgbClr val="FF0000"/>
                </a:solidFill>
                <a:latin typeface="Verdana" panose="020B0604030504040204" pitchFamily="34" charset="0"/>
                <a:ea typeface="方正粗圆简体" pitchFamily="2" charset="-122"/>
              </a:rPr>
              <a:t>C</a:t>
            </a:r>
            <a:endParaRPr lang="en-US" altLang="zh-CN" sz="2000" b="0" baseline="-25000">
              <a:solidFill>
                <a:srgbClr val="FF0000"/>
              </a:solidFill>
              <a:latin typeface="Verdana" panose="020B0604030504040204" pitchFamily="34" charset="0"/>
              <a:ea typeface="方正粗圆简体" pitchFamily="2" charset="-122"/>
            </a:endParaRPr>
          </a:p>
        </p:txBody>
      </p:sp>
      <p:sp>
        <p:nvSpPr>
          <p:cNvPr id="30749" name="Text Box 29">
            <a:extLst>
              <a:ext uri="{FF2B5EF4-FFF2-40B4-BE49-F238E27FC236}">
                <a16:creationId xmlns:a16="http://schemas.microsoft.com/office/drawing/2014/main" id="{A06F9C8D-7CC7-400B-8961-B3515D5A4816}"/>
              </a:ext>
            </a:extLst>
          </p:cNvPr>
          <p:cNvSpPr txBox="1">
            <a:spLocks noChangeArrowheads="1"/>
          </p:cNvSpPr>
          <p:nvPr/>
        </p:nvSpPr>
        <p:spPr bwMode="auto">
          <a:xfrm>
            <a:off x="5738813" y="427037"/>
            <a:ext cx="1714500" cy="396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ct val="50000"/>
              </a:spcBef>
              <a:buClrTx/>
              <a:buFontTx/>
              <a:buNone/>
            </a:pPr>
            <a:r>
              <a:rPr lang="en-US" altLang="zh-CN" sz="2000" b="0" dirty="0">
                <a:solidFill>
                  <a:srgbClr val="FF0000"/>
                </a:solidFill>
                <a:latin typeface="Verdana" panose="020B0604030504040204" pitchFamily="34" charset="0"/>
                <a:ea typeface="方正粗圆简体" pitchFamily="2" charset="-122"/>
              </a:rPr>
              <a:t>B  </a:t>
            </a:r>
            <a:r>
              <a:rPr lang="en-US" altLang="zh-CN" sz="2000" b="0" u="sng" dirty="0">
                <a:latin typeface="Verdana" panose="020B0604030504040204" pitchFamily="34" charset="0"/>
                <a:ea typeface="方正粗圆简体" pitchFamily="2" charset="-122"/>
              </a:rPr>
              <a:t>00.1101</a:t>
            </a:r>
            <a:endParaRPr lang="en-US" altLang="zh-CN" sz="2000" b="0" u="sng" baseline="-25000" dirty="0">
              <a:latin typeface="Verdana" panose="020B0604030504040204" pitchFamily="34" charset="0"/>
              <a:ea typeface="方正粗圆简体" pitchFamily="2" charset="-122"/>
            </a:endParaRPr>
          </a:p>
        </p:txBody>
      </p:sp>
      <p:sp>
        <p:nvSpPr>
          <p:cNvPr id="30750" name="Text Box 30">
            <a:extLst>
              <a:ext uri="{FF2B5EF4-FFF2-40B4-BE49-F238E27FC236}">
                <a16:creationId xmlns:a16="http://schemas.microsoft.com/office/drawing/2014/main" id="{32A7B9F0-913B-4310-A912-B2B311C7BA1E}"/>
              </a:ext>
            </a:extLst>
          </p:cNvPr>
          <p:cNvSpPr txBox="1">
            <a:spLocks noChangeArrowheads="1"/>
          </p:cNvSpPr>
          <p:nvPr/>
        </p:nvSpPr>
        <p:spPr bwMode="auto">
          <a:xfrm>
            <a:off x="7356475" y="460375"/>
            <a:ext cx="1139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ct val="50000"/>
              </a:spcBef>
              <a:buClrTx/>
              <a:buFontTx/>
              <a:buNone/>
            </a:pPr>
            <a:r>
              <a:rPr lang="zh-CN" altLang="en-US" sz="1800" dirty="0">
                <a:latin typeface="楷体" panose="02010609060101010101" pitchFamily="49" charset="-122"/>
                <a:ea typeface="楷体" panose="02010609060101010101" pitchFamily="49" charset="-122"/>
              </a:rPr>
              <a:t>被乘数</a:t>
            </a:r>
            <a:r>
              <a:rPr lang="en-US" altLang="zh-CN" sz="1800" dirty="0">
                <a:latin typeface="楷体" panose="02010609060101010101" pitchFamily="49" charset="-122"/>
                <a:ea typeface="楷体" panose="02010609060101010101" pitchFamily="49" charset="-122"/>
              </a:rPr>
              <a:t>X</a:t>
            </a:r>
            <a:endParaRPr lang="zh-CN" altLang="en-US" sz="1800" dirty="0">
              <a:latin typeface="楷体" panose="02010609060101010101" pitchFamily="49" charset="-122"/>
              <a:ea typeface="楷体" panose="02010609060101010101" pitchFamily="49" charset="-122"/>
            </a:endParaRPr>
          </a:p>
        </p:txBody>
      </p:sp>
    </p:spTree>
  </p:cSld>
  <p:clrMapOvr>
    <a:masterClrMapping/>
  </p:clrMapOvr>
  <p:transition spd="med">
    <p:pull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4866" name="Rectangle 2">
            <a:extLst>
              <a:ext uri="{FF2B5EF4-FFF2-40B4-BE49-F238E27FC236}">
                <a16:creationId xmlns:a16="http://schemas.microsoft.com/office/drawing/2014/main" id="{FAA6BDC6-6B14-4464-8E23-6F5CB152C988}"/>
              </a:ext>
            </a:extLst>
          </p:cNvPr>
          <p:cNvSpPr>
            <a:spLocks noGrp="1" noChangeArrowheads="1"/>
          </p:cNvSpPr>
          <p:nvPr>
            <p:ph type="title"/>
          </p:nvPr>
        </p:nvSpPr>
        <p:spPr>
          <a:xfrm>
            <a:off x="6705600" y="3119437"/>
            <a:ext cx="2286000" cy="838200"/>
          </a:xfrm>
        </p:spPr>
        <p:txBody>
          <a:bodyPr/>
          <a:lstStyle/>
          <a:p>
            <a:pPr eaLnBrk="1" hangingPunct="1">
              <a:defRPr/>
            </a:pPr>
            <a:r>
              <a:rPr lang="zh-CN" altLang="en-US" sz="4000" dirty="0">
                <a:solidFill>
                  <a:schemeClr val="tx1"/>
                </a:solidFill>
                <a:latin typeface="楷体" panose="02010609060101010101" pitchFamily="49" charset="-122"/>
                <a:ea typeface="楷体" panose="02010609060101010101" pitchFamily="49" charset="-122"/>
              </a:rPr>
              <a:t>算法流程</a:t>
            </a:r>
          </a:p>
        </p:txBody>
      </p:sp>
      <p:grpSp>
        <p:nvGrpSpPr>
          <p:cNvPr id="32771" name="Group 3">
            <a:extLst>
              <a:ext uri="{FF2B5EF4-FFF2-40B4-BE49-F238E27FC236}">
                <a16:creationId xmlns:a16="http://schemas.microsoft.com/office/drawing/2014/main" id="{5CF2458A-DA5D-4397-BADE-6F33A50D89B3}"/>
              </a:ext>
            </a:extLst>
          </p:cNvPr>
          <p:cNvGrpSpPr>
            <a:grpSpLocks/>
          </p:cNvGrpSpPr>
          <p:nvPr/>
        </p:nvGrpSpPr>
        <p:grpSpPr bwMode="auto">
          <a:xfrm>
            <a:off x="152400" y="493713"/>
            <a:ext cx="7934325" cy="5840413"/>
            <a:chOff x="576" y="508"/>
            <a:chExt cx="4998" cy="3679"/>
          </a:xfrm>
        </p:grpSpPr>
        <p:grpSp>
          <p:nvGrpSpPr>
            <p:cNvPr id="32773" name="Group 4">
              <a:extLst>
                <a:ext uri="{FF2B5EF4-FFF2-40B4-BE49-F238E27FC236}">
                  <a16:creationId xmlns:a16="http://schemas.microsoft.com/office/drawing/2014/main" id="{5B833F14-7133-4CF7-B3FB-8A6C33AA3082}"/>
                </a:ext>
              </a:extLst>
            </p:cNvPr>
            <p:cNvGrpSpPr>
              <a:grpSpLocks/>
            </p:cNvGrpSpPr>
            <p:nvPr/>
          </p:nvGrpSpPr>
          <p:grpSpPr bwMode="auto">
            <a:xfrm>
              <a:off x="576" y="508"/>
              <a:ext cx="3936" cy="389"/>
              <a:chOff x="576" y="700"/>
              <a:chExt cx="3936" cy="389"/>
            </a:xfrm>
          </p:grpSpPr>
          <p:sp>
            <p:nvSpPr>
              <p:cNvPr id="32811" name="Text Box 5">
                <a:extLst>
                  <a:ext uri="{FF2B5EF4-FFF2-40B4-BE49-F238E27FC236}">
                    <a16:creationId xmlns:a16="http://schemas.microsoft.com/office/drawing/2014/main" id="{2C1E9003-AD6B-47F2-8EF8-AAE26033FCB3}"/>
                  </a:ext>
                </a:extLst>
              </p:cNvPr>
              <p:cNvSpPr txBox="1">
                <a:spLocks noChangeArrowheads="1"/>
              </p:cNvSpPr>
              <p:nvPr/>
            </p:nvSpPr>
            <p:spPr bwMode="auto">
              <a:xfrm>
                <a:off x="576" y="700"/>
                <a:ext cx="3936" cy="38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dirty="0">
                    <a:latin typeface="黑体" panose="02010609060101010101" pitchFamily="49" charset="-122"/>
                    <a:ea typeface="黑体" panose="02010609060101010101" pitchFamily="49" charset="-122"/>
                  </a:rPr>
                  <a:t>0   A</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X   B</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Y   C</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0   CR</a:t>
                </a:r>
              </a:p>
            </p:txBody>
          </p:sp>
          <p:sp>
            <p:nvSpPr>
              <p:cNvPr id="32812" name="Line 6">
                <a:extLst>
                  <a:ext uri="{FF2B5EF4-FFF2-40B4-BE49-F238E27FC236}">
                    <a16:creationId xmlns:a16="http://schemas.microsoft.com/office/drawing/2014/main" id="{D8D1D7D0-4E88-4A9A-B880-478B84C854E5}"/>
                  </a:ext>
                </a:extLst>
              </p:cNvPr>
              <p:cNvSpPr>
                <a:spLocks noChangeShapeType="1"/>
              </p:cNvSpPr>
              <p:nvPr/>
            </p:nvSpPr>
            <p:spPr bwMode="auto">
              <a:xfrm>
                <a:off x="1632" y="768"/>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13" name="Line 7">
                <a:extLst>
                  <a:ext uri="{FF2B5EF4-FFF2-40B4-BE49-F238E27FC236}">
                    <a16:creationId xmlns:a16="http://schemas.microsoft.com/office/drawing/2014/main" id="{BBE3FDBC-C9C8-4D0D-A951-E0C1748ACB95}"/>
                  </a:ext>
                </a:extLst>
              </p:cNvPr>
              <p:cNvSpPr>
                <a:spLocks noChangeShapeType="1"/>
              </p:cNvSpPr>
              <p:nvPr/>
            </p:nvSpPr>
            <p:spPr bwMode="auto">
              <a:xfrm>
                <a:off x="1872" y="768"/>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14" name="Line 8">
                <a:extLst>
                  <a:ext uri="{FF2B5EF4-FFF2-40B4-BE49-F238E27FC236}">
                    <a16:creationId xmlns:a16="http://schemas.microsoft.com/office/drawing/2014/main" id="{A84FD2AC-210E-4E74-8948-4EDD1DD15059}"/>
                  </a:ext>
                </a:extLst>
              </p:cNvPr>
              <p:cNvSpPr>
                <a:spLocks noChangeShapeType="1"/>
              </p:cNvSpPr>
              <p:nvPr/>
            </p:nvSpPr>
            <p:spPr bwMode="auto">
              <a:xfrm>
                <a:off x="2544" y="768"/>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15" name="Line 9">
                <a:extLst>
                  <a:ext uri="{FF2B5EF4-FFF2-40B4-BE49-F238E27FC236}">
                    <a16:creationId xmlns:a16="http://schemas.microsoft.com/office/drawing/2014/main" id="{0ADA8B9B-F874-4FFC-B6C4-584F7F3B8506}"/>
                  </a:ext>
                </a:extLst>
              </p:cNvPr>
              <p:cNvSpPr>
                <a:spLocks noChangeShapeType="1"/>
              </p:cNvSpPr>
              <p:nvPr/>
            </p:nvSpPr>
            <p:spPr bwMode="auto">
              <a:xfrm>
                <a:off x="2784" y="768"/>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16" name="Line 10">
                <a:extLst>
                  <a:ext uri="{FF2B5EF4-FFF2-40B4-BE49-F238E27FC236}">
                    <a16:creationId xmlns:a16="http://schemas.microsoft.com/office/drawing/2014/main" id="{FC268415-3214-41CC-B72C-313FFC642D41}"/>
                  </a:ext>
                </a:extLst>
              </p:cNvPr>
              <p:cNvSpPr>
                <a:spLocks noChangeShapeType="1"/>
              </p:cNvSpPr>
              <p:nvPr/>
            </p:nvSpPr>
            <p:spPr bwMode="auto">
              <a:xfrm>
                <a:off x="1008" y="912"/>
                <a:ext cx="24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17" name="Line 11">
                <a:extLst>
                  <a:ext uri="{FF2B5EF4-FFF2-40B4-BE49-F238E27FC236}">
                    <a16:creationId xmlns:a16="http://schemas.microsoft.com/office/drawing/2014/main" id="{AD8187A9-2701-4DFF-93DE-E49C4715A79A}"/>
                  </a:ext>
                </a:extLst>
              </p:cNvPr>
              <p:cNvSpPr>
                <a:spLocks noChangeShapeType="1"/>
              </p:cNvSpPr>
              <p:nvPr/>
            </p:nvSpPr>
            <p:spPr bwMode="auto">
              <a:xfrm>
                <a:off x="1920" y="912"/>
                <a:ext cx="24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18" name="Line 12">
                <a:extLst>
                  <a:ext uri="{FF2B5EF4-FFF2-40B4-BE49-F238E27FC236}">
                    <a16:creationId xmlns:a16="http://schemas.microsoft.com/office/drawing/2014/main" id="{99FE7B27-9230-485D-8111-982961C667E2}"/>
                  </a:ext>
                </a:extLst>
              </p:cNvPr>
              <p:cNvSpPr>
                <a:spLocks noChangeShapeType="1"/>
              </p:cNvSpPr>
              <p:nvPr/>
            </p:nvSpPr>
            <p:spPr bwMode="auto">
              <a:xfrm>
                <a:off x="2832" y="912"/>
                <a:ext cx="24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19" name="Line 13">
                <a:extLst>
                  <a:ext uri="{FF2B5EF4-FFF2-40B4-BE49-F238E27FC236}">
                    <a16:creationId xmlns:a16="http://schemas.microsoft.com/office/drawing/2014/main" id="{0865DE7E-3D8D-42BD-B70E-2467955B33BF}"/>
                  </a:ext>
                </a:extLst>
              </p:cNvPr>
              <p:cNvSpPr>
                <a:spLocks noChangeShapeType="1"/>
              </p:cNvSpPr>
              <p:nvPr/>
            </p:nvSpPr>
            <p:spPr bwMode="auto">
              <a:xfrm>
                <a:off x="3696" y="912"/>
                <a:ext cx="24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2774" name="Group 14">
              <a:extLst>
                <a:ext uri="{FF2B5EF4-FFF2-40B4-BE49-F238E27FC236}">
                  <a16:creationId xmlns:a16="http://schemas.microsoft.com/office/drawing/2014/main" id="{E1BC636A-0640-413E-A014-A8280A7D6875}"/>
                </a:ext>
              </a:extLst>
            </p:cNvPr>
            <p:cNvGrpSpPr>
              <a:grpSpLocks/>
            </p:cNvGrpSpPr>
            <p:nvPr/>
          </p:nvGrpSpPr>
          <p:grpSpPr bwMode="auto">
            <a:xfrm>
              <a:off x="1584" y="1008"/>
              <a:ext cx="2112" cy="480"/>
              <a:chOff x="1584" y="1152"/>
              <a:chExt cx="2112" cy="480"/>
            </a:xfrm>
          </p:grpSpPr>
          <p:sp>
            <p:nvSpPr>
              <p:cNvPr id="32809" name="AutoShape 15">
                <a:extLst>
                  <a:ext uri="{FF2B5EF4-FFF2-40B4-BE49-F238E27FC236}">
                    <a16:creationId xmlns:a16="http://schemas.microsoft.com/office/drawing/2014/main" id="{80E9ECA6-DBDE-4296-A811-0E730B51BEAD}"/>
                  </a:ext>
                </a:extLst>
              </p:cNvPr>
              <p:cNvSpPr>
                <a:spLocks noChangeArrowheads="1"/>
              </p:cNvSpPr>
              <p:nvPr/>
            </p:nvSpPr>
            <p:spPr bwMode="auto">
              <a:xfrm>
                <a:off x="1584" y="1152"/>
                <a:ext cx="2112" cy="480"/>
              </a:xfrm>
              <a:prstGeom prst="flowChartDecision">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32810" name="Text Box 16">
                <a:extLst>
                  <a:ext uri="{FF2B5EF4-FFF2-40B4-BE49-F238E27FC236}">
                    <a16:creationId xmlns:a16="http://schemas.microsoft.com/office/drawing/2014/main" id="{0385902E-276C-47EB-92C5-30A4B828B7C8}"/>
                  </a:ext>
                </a:extLst>
              </p:cNvPr>
              <p:cNvSpPr txBox="1">
                <a:spLocks noChangeArrowheads="1"/>
              </p:cNvSpPr>
              <p:nvPr/>
            </p:nvSpPr>
            <p:spPr bwMode="auto">
              <a:xfrm>
                <a:off x="2064" y="1200"/>
                <a:ext cx="134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dirty="0">
                    <a:latin typeface="黑体" panose="02010609060101010101" pitchFamily="49" charset="-122"/>
                    <a:ea typeface="黑体" panose="02010609060101010101" pitchFamily="49" charset="-122"/>
                  </a:rPr>
                  <a:t>C</a:t>
                </a:r>
                <a:r>
                  <a:rPr lang="en-US" altLang="zh-CN" sz="2800" dirty="0">
                    <a:latin typeface="黑体" panose="02010609060101010101" pitchFamily="49" charset="-122"/>
                    <a:ea typeface="黑体" panose="02010609060101010101" pitchFamily="49" charset="-122"/>
                  </a:rPr>
                  <a:t>n</a:t>
                </a:r>
                <a:r>
                  <a:rPr lang="en-US" altLang="zh-CN" dirty="0">
                    <a:latin typeface="黑体" panose="02010609060101010101" pitchFamily="49" charset="-122"/>
                    <a:ea typeface="黑体" panose="02010609060101010101" pitchFamily="49" charset="-122"/>
                  </a:rPr>
                  <a:t> = 1</a:t>
                </a:r>
                <a:r>
                  <a:rPr lang="zh-CN" altLang="en-US" dirty="0">
                    <a:latin typeface="黑体" panose="02010609060101010101" pitchFamily="49" charset="-122"/>
                    <a:ea typeface="黑体" panose="02010609060101010101" pitchFamily="49" charset="-122"/>
                  </a:rPr>
                  <a:t>？</a:t>
                </a:r>
              </a:p>
            </p:txBody>
          </p:sp>
        </p:grpSp>
        <p:grpSp>
          <p:nvGrpSpPr>
            <p:cNvPr id="32775" name="Group 17">
              <a:extLst>
                <a:ext uri="{FF2B5EF4-FFF2-40B4-BE49-F238E27FC236}">
                  <a16:creationId xmlns:a16="http://schemas.microsoft.com/office/drawing/2014/main" id="{C3C67121-C020-4757-9B10-B6F98BCC0F3F}"/>
                </a:ext>
              </a:extLst>
            </p:cNvPr>
            <p:cNvGrpSpPr>
              <a:grpSpLocks/>
            </p:cNvGrpSpPr>
            <p:nvPr/>
          </p:nvGrpSpPr>
          <p:grpSpPr bwMode="auto">
            <a:xfrm>
              <a:off x="1536" y="3120"/>
              <a:ext cx="2112" cy="480"/>
              <a:chOff x="1584" y="1152"/>
              <a:chExt cx="2112" cy="480"/>
            </a:xfrm>
          </p:grpSpPr>
          <p:sp>
            <p:nvSpPr>
              <p:cNvPr id="32807" name="AutoShape 18">
                <a:extLst>
                  <a:ext uri="{FF2B5EF4-FFF2-40B4-BE49-F238E27FC236}">
                    <a16:creationId xmlns:a16="http://schemas.microsoft.com/office/drawing/2014/main" id="{D35FC522-BF14-4B46-A929-DDFA0CFEE62C}"/>
                  </a:ext>
                </a:extLst>
              </p:cNvPr>
              <p:cNvSpPr>
                <a:spLocks noChangeArrowheads="1"/>
              </p:cNvSpPr>
              <p:nvPr/>
            </p:nvSpPr>
            <p:spPr bwMode="auto">
              <a:xfrm>
                <a:off x="1584" y="1152"/>
                <a:ext cx="2112" cy="480"/>
              </a:xfrm>
              <a:prstGeom prst="flowChartDecision">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32808" name="Text Box 19">
                <a:extLst>
                  <a:ext uri="{FF2B5EF4-FFF2-40B4-BE49-F238E27FC236}">
                    <a16:creationId xmlns:a16="http://schemas.microsoft.com/office/drawing/2014/main" id="{E64C6799-C014-47FB-B193-5D7DA905C23D}"/>
                  </a:ext>
                </a:extLst>
              </p:cNvPr>
              <p:cNvSpPr txBox="1">
                <a:spLocks noChangeArrowheads="1"/>
              </p:cNvSpPr>
              <p:nvPr/>
            </p:nvSpPr>
            <p:spPr bwMode="auto">
              <a:xfrm>
                <a:off x="2064" y="1200"/>
                <a:ext cx="134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a:latin typeface="黑体" panose="02010609060101010101" pitchFamily="49" charset="-122"/>
                    <a:ea typeface="黑体" panose="02010609060101010101" pitchFamily="49" charset="-122"/>
                  </a:rPr>
                  <a:t>CR = n </a:t>
                </a:r>
                <a:r>
                  <a:rPr lang="zh-CN" altLang="en-US">
                    <a:latin typeface="黑体" panose="02010609060101010101" pitchFamily="49" charset="-122"/>
                    <a:ea typeface="黑体" panose="02010609060101010101" pitchFamily="49" charset="-122"/>
                  </a:rPr>
                  <a:t>？</a:t>
                </a:r>
              </a:p>
            </p:txBody>
          </p:sp>
        </p:grpSp>
        <p:grpSp>
          <p:nvGrpSpPr>
            <p:cNvPr id="32776" name="Group 20">
              <a:extLst>
                <a:ext uri="{FF2B5EF4-FFF2-40B4-BE49-F238E27FC236}">
                  <a16:creationId xmlns:a16="http://schemas.microsoft.com/office/drawing/2014/main" id="{041911CF-6BA4-49F7-B391-F45A32B111B9}"/>
                </a:ext>
              </a:extLst>
            </p:cNvPr>
            <p:cNvGrpSpPr>
              <a:grpSpLocks/>
            </p:cNvGrpSpPr>
            <p:nvPr/>
          </p:nvGrpSpPr>
          <p:grpSpPr bwMode="auto">
            <a:xfrm>
              <a:off x="1440" y="1918"/>
              <a:ext cx="2352" cy="368"/>
              <a:chOff x="864" y="2544"/>
              <a:chExt cx="2352" cy="373"/>
            </a:xfrm>
          </p:grpSpPr>
          <p:sp>
            <p:nvSpPr>
              <p:cNvPr id="32804" name="Text Box 21">
                <a:extLst>
                  <a:ext uri="{FF2B5EF4-FFF2-40B4-BE49-F238E27FC236}">
                    <a16:creationId xmlns:a16="http://schemas.microsoft.com/office/drawing/2014/main" id="{9F48152E-0F95-4A0A-B44B-E934D14CABAA}"/>
                  </a:ext>
                </a:extLst>
              </p:cNvPr>
              <p:cNvSpPr txBox="1">
                <a:spLocks noChangeArrowheads="1"/>
              </p:cNvSpPr>
              <p:nvPr/>
            </p:nvSpPr>
            <p:spPr bwMode="auto">
              <a:xfrm>
                <a:off x="864" y="2544"/>
                <a:ext cx="2352" cy="373"/>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a:latin typeface="黑体" panose="02010609060101010101" pitchFamily="49" charset="-122"/>
                    <a:ea typeface="黑体" panose="02010609060101010101" pitchFamily="49" charset="-122"/>
                  </a:rPr>
                  <a:t>2</a:t>
                </a:r>
                <a:r>
                  <a:rPr lang="en-US" altLang="zh-CN" baseline="30000">
                    <a:latin typeface="黑体" panose="02010609060101010101" pitchFamily="49" charset="-122"/>
                    <a:ea typeface="黑体" panose="02010609060101010101" pitchFamily="49" charset="-122"/>
                  </a:rPr>
                  <a:t>-1</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A+B</a:t>
                </a:r>
                <a:r>
                  <a:rPr lang="zh-CN" altLang="en-US">
                    <a:latin typeface="黑体" panose="02010609060101010101" pitchFamily="49" charset="-122"/>
                    <a:ea typeface="黑体" panose="02010609060101010101" pitchFamily="49" charset="-122"/>
                  </a:rPr>
                  <a:t>）  </a:t>
                </a:r>
                <a:r>
                  <a:rPr lang="en-US" altLang="zh-CN">
                    <a:latin typeface="黑体" panose="02010609060101010101" pitchFamily="49" charset="-122"/>
                    <a:ea typeface="黑体" panose="02010609060101010101" pitchFamily="49" charset="-122"/>
                  </a:rPr>
                  <a:t>A</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C</a:t>
                </a:r>
              </a:p>
            </p:txBody>
          </p:sp>
          <p:sp>
            <p:nvSpPr>
              <p:cNvPr id="32805" name="Line 22">
                <a:extLst>
                  <a:ext uri="{FF2B5EF4-FFF2-40B4-BE49-F238E27FC236}">
                    <a16:creationId xmlns:a16="http://schemas.microsoft.com/office/drawing/2014/main" id="{A67B36A2-4BC0-42FA-B6E2-79284FE2127B}"/>
                  </a:ext>
                </a:extLst>
              </p:cNvPr>
              <p:cNvSpPr>
                <a:spLocks noChangeShapeType="1"/>
              </p:cNvSpPr>
              <p:nvPr/>
            </p:nvSpPr>
            <p:spPr bwMode="auto">
              <a:xfrm>
                <a:off x="2139" y="2736"/>
                <a:ext cx="28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06" name="Line 23">
                <a:extLst>
                  <a:ext uri="{FF2B5EF4-FFF2-40B4-BE49-F238E27FC236}">
                    <a16:creationId xmlns:a16="http://schemas.microsoft.com/office/drawing/2014/main" id="{BFFDE8B8-91FD-4BF1-B8C8-ED3464873618}"/>
                  </a:ext>
                </a:extLst>
              </p:cNvPr>
              <p:cNvSpPr>
                <a:spLocks noChangeShapeType="1"/>
              </p:cNvSpPr>
              <p:nvPr/>
            </p:nvSpPr>
            <p:spPr bwMode="auto">
              <a:xfrm>
                <a:off x="2496" y="2606"/>
                <a:ext cx="579"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2777" name="Group 24">
              <a:extLst>
                <a:ext uri="{FF2B5EF4-FFF2-40B4-BE49-F238E27FC236}">
                  <a16:creationId xmlns:a16="http://schemas.microsoft.com/office/drawing/2014/main" id="{8EDAA4AF-CD9A-45DB-AE1D-1A6979B8E65C}"/>
                </a:ext>
              </a:extLst>
            </p:cNvPr>
            <p:cNvGrpSpPr>
              <a:grpSpLocks/>
            </p:cNvGrpSpPr>
            <p:nvPr/>
          </p:nvGrpSpPr>
          <p:grpSpPr bwMode="auto">
            <a:xfrm>
              <a:off x="3222" y="1440"/>
              <a:ext cx="2352" cy="368"/>
              <a:chOff x="822" y="2544"/>
              <a:chExt cx="2352" cy="368"/>
            </a:xfrm>
          </p:grpSpPr>
          <p:sp>
            <p:nvSpPr>
              <p:cNvPr id="32801" name="Text Box 25">
                <a:extLst>
                  <a:ext uri="{FF2B5EF4-FFF2-40B4-BE49-F238E27FC236}">
                    <a16:creationId xmlns:a16="http://schemas.microsoft.com/office/drawing/2014/main" id="{DB2E854F-BA17-4FB5-BF8E-EED9AB44557F}"/>
                  </a:ext>
                </a:extLst>
              </p:cNvPr>
              <p:cNvSpPr txBox="1">
                <a:spLocks noChangeArrowheads="1"/>
              </p:cNvSpPr>
              <p:nvPr/>
            </p:nvSpPr>
            <p:spPr bwMode="auto">
              <a:xfrm>
                <a:off x="822" y="2544"/>
                <a:ext cx="2352" cy="368"/>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a:latin typeface="黑体" panose="02010609060101010101" pitchFamily="49" charset="-122"/>
                    <a:ea typeface="黑体" panose="02010609060101010101" pitchFamily="49" charset="-122"/>
                  </a:rPr>
                  <a:t>2</a:t>
                </a:r>
                <a:r>
                  <a:rPr lang="en-US" altLang="zh-CN" baseline="30000">
                    <a:latin typeface="黑体" panose="02010609060101010101" pitchFamily="49" charset="-122"/>
                    <a:ea typeface="黑体" panose="02010609060101010101" pitchFamily="49" charset="-122"/>
                  </a:rPr>
                  <a:t>-1</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A+0</a:t>
                </a:r>
                <a:r>
                  <a:rPr lang="zh-CN" altLang="en-US">
                    <a:latin typeface="黑体" panose="02010609060101010101" pitchFamily="49" charset="-122"/>
                    <a:ea typeface="黑体" panose="02010609060101010101" pitchFamily="49" charset="-122"/>
                  </a:rPr>
                  <a:t>）  </a:t>
                </a:r>
                <a:r>
                  <a:rPr lang="en-US" altLang="zh-CN">
                    <a:latin typeface="黑体" panose="02010609060101010101" pitchFamily="49" charset="-122"/>
                    <a:ea typeface="黑体" panose="02010609060101010101" pitchFamily="49" charset="-122"/>
                  </a:rPr>
                  <a:t>A</a:t>
                </a:r>
                <a:r>
                  <a:rPr lang="zh-CN" altLang="en-US">
                    <a:latin typeface="黑体" panose="02010609060101010101" pitchFamily="49" charset="-122"/>
                    <a:ea typeface="黑体" panose="02010609060101010101" pitchFamily="49" charset="-122"/>
                  </a:rPr>
                  <a:t>，</a:t>
                </a:r>
                <a:r>
                  <a:rPr lang="en-US" altLang="zh-CN">
                    <a:latin typeface="黑体" panose="02010609060101010101" pitchFamily="49" charset="-122"/>
                    <a:ea typeface="黑体" panose="02010609060101010101" pitchFamily="49" charset="-122"/>
                  </a:rPr>
                  <a:t>C</a:t>
                </a:r>
              </a:p>
            </p:txBody>
          </p:sp>
          <p:sp>
            <p:nvSpPr>
              <p:cNvPr id="32802" name="Line 26">
                <a:extLst>
                  <a:ext uri="{FF2B5EF4-FFF2-40B4-BE49-F238E27FC236}">
                    <a16:creationId xmlns:a16="http://schemas.microsoft.com/office/drawing/2014/main" id="{00F466D0-1130-429A-BBB7-80ED9CF677AF}"/>
                  </a:ext>
                </a:extLst>
              </p:cNvPr>
              <p:cNvSpPr>
                <a:spLocks noChangeShapeType="1"/>
              </p:cNvSpPr>
              <p:nvPr/>
            </p:nvSpPr>
            <p:spPr bwMode="auto">
              <a:xfrm>
                <a:off x="2112" y="2736"/>
                <a:ext cx="28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03" name="Line 27">
                <a:extLst>
                  <a:ext uri="{FF2B5EF4-FFF2-40B4-BE49-F238E27FC236}">
                    <a16:creationId xmlns:a16="http://schemas.microsoft.com/office/drawing/2014/main" id="{EB4A8C18-8080-4F56-AADB-A44702664A47}"/>
                  </a:ext>
                </a:extLst>
              </p:cNvPr>
              <p:cNvSpPr>
                <a:spLocks noChangeShapeType="1"/>
              </p:cNvSpPr>
              <p:nvPr/>
            </p:nvSpPr>
            <p:spPr bwMode="auto">
              <a:xfrm>
                <a:off x="2406" y="2592"/>
                <a:ext cx="62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2778" name="Group 28">
              <a:extLst>
                <a:ext uri="{FF2B5EF4-FFF2-40B4-BE49-F238E27FC236}">
                  <a16:creationId xmlns:a16="http://schemas.microsoft.com/office/drawing/2014/main" id="{ACD414B8-D70C-4F61-B96F-9146698D96D5}"/>
                </a:ext>
              </a:extLst>
            </p:cNvPr>
            <p:cNvGrpSpPr>
              <a:grpSpLocks/>
            </p:cNvGrpSpPr>
            <p:nvPr/>
          </p:nvGrpSpPr>
          <p:grpSpPr bwMode="auto">
            <a:xfrm>
              <a:off x="1248" y="2533"/>
              <a:ext cx="2352" cy="389"/>
              <a:chOff x="1248" y="2533"/>
              <a:chExt cx="2352" cy="389"/>
            </a:xfrm>
          </p:grpSpPr>
          <p:sp>
            <p:nvSpPr>
              <p:cNvPr id="32799" name="Text Box 29">
                <a:extLst>
                  <a:ext uri="{FF2B5EF4-FFF2-40B4-BE49-F238E27FC236}">
                    <a16:creationId xmlns:a16="http://schemas.microsoft.com/office/drawing/2014/main" id="{EA38F6E6-D6FC-47CB-8C7C-80D554E6389E}"/>
                  </a:ext>
                </a:extLst>
              </p:cNvPr>
              <p:cNvSpPr txBox="1">
                <a:spLocks noChangeArrowheads="1"/>
              </p:cNvSpPr>
              <p:nvPr/>
            </p:nvSpPr>
            <p:spPr bwMode="auto">
              <a:xfrm>
                <a:off x="1248" y="2533"/>
                <a:ext cx="2352" cy="38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dirty="0">
                    <a:latin typeface="黑体" panose="02010609060101010101" pitchFamily="49" charset="-122"/>
                    <a:ea typeface="黑体" panose="02010609060101010101" pitchFamily="49" charset="-122"/>
                  </a:rPr>
                  <a:t>   CR + 1   CR</a:t>
                </a:r>
              </a:p>
            </p:txBody>
          </p:sp>
          <p:sp>
            <p:nvSpPr>
              <p:cNvPr id="32800" name="Line 30">
                <a:extLst>
                  <a:ext uri="{FF2B5EF4-FFF2-40B4-BE49-F238E27FC236}">
                    <a16:creationId xmlns:a16="http://schemas.microsoft.com/office/drawing/2014/main" id="{C7E79EF4-CCEA-488E-99D8-5CBF0F66E75F}"/>
                  </a:ext>
                </a:extLst>
              </p:cNvPr>
              <p:cNvSpPr>
                <a:spLocks noChangeShapeType="1"/>
              </p:cNvSpPr>
              <p:nvPr/>
            </p:nvSpPr>
            <p:spPr bwMode="auto">
              <a:xfrm>
                <a:off x="2688" y="2736"/>
                <a:ext cx="28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2779" name="Line 31">
              <a:extLst>
                <a:ext uri="{FF2B5EF4-FFF2-40B4-BE49-F238E27FC236}">
                  <a16:creationId xmlns:a16="http://schemas.microsoft.com/office/drawing/2014/main" id="{4C4EFC05-C83F-4644-BAC1-DF1F2016B01C}"/>
                </a:ext>
              </a:extLst>
            </p:cNvPr>
            <p:cNvSpPr>
              <a:spLocks noChangeShapeType="1"/>
            </p:cNvSpPr>
            <p:nvPr/>
          </p:nvSpPr>
          <p:spPr bwMode="auto">
            <a:xfrm>
              <a:off x="2640" y="864"/>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80" name="Line 32">
              <a:extLst>
                <a:ext uri="{FF2B5EF4-FFF2-40B4-BE49-F238E27FC236}">
                  <a16:creationId xmlns:a16="http://schemas.microsoft.com/office/drawing/2014/main" id="{C49555C2-1968-4CB8-A0D1-1815C607E6F1}"/>
                </a:ext>
              </a:extLst>
            </p:cNvPr>
            <p:cNvSpPr>
              <a:spLocks noChangeShapeType="1"/>
            </p:cNvSpPr>
            <p:nvPr/>
          </p:nvSpPr>
          <p:spPr bwMode="auto">
            <a:xfrm>
              <a:off x="2640" y="1488"/>
              <a:ext cx="0" cy="43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81" name="Text Box 33">
              <a:extLst>
                <a:ext uri="{FF2B5EF4-FFF2-40B4-BE49-F238E27FC236}">
                  <a16:creationId xmlns:a16="http://schemas.microsoft.com/office/drawing/2014/main" id="{B7F703DE-3E14-4F30-82AB-471B939E3D1A}"/>
                </a:ext>
              </a:extLst>
            </p:cNvPr>
            <p:cNvSpPr txBox="1">
              <a:spLocks noChangeArrowheads="1"/>
            </p:cNvSpPr>
            <p:nvPr/>
          </p:nvSpPr>
          <p:spPr bwMode="auto">
            <a:xfrm>
              <a:off x="2256" y="1584"/>
              <a:ext cx="43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a:solidFill>
                    <a:srgbClr val="FF0000"/>
                  </a:solidFill>
                  <a:ea typeface="宋体" panose="02010600030101010101" pitchFamily="2" charset="-122"/>
                </a:rPr>
                <a:t>Y</a:t>
              </a:r>
            </a:p>
          </p:txBody>
        </p:sp>
        <p:sp>
          <p:nvSpPr>
            <p:cNvPr id="32782" name="Text Box 34">
              <a:extLst>
                <a:ext uri="{FF2B5EF4-FFF2-40B4-BE49-F238E27FC236}">
                  <a16:creationId xmlns:a16="http://schemas.microsoft.com/office/drawing/2014/main" id="{E7CC1BDB-D09B-4B1E-BD1A-29C4B5AD84D9}"/>
                </a:ext>
              </a:extLst>
            </p:cNvPr>
            <p:cNvSpPr txBox="1">
              <a:spLocks noChangeArrowheads="1"/>
            </p:cNvSpPr>
            <p:nvPr/>
          </p:nvSpPr>
          <p:spPr bwMode="auto">
            <a:xfrm>
              <a:off x="2064" y="3456"/>
              <a:ext cx="43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a:solidFill>
                    <a:srgbClr val="FF0000"/>
                  </a:solidFill>
                  <a:ea typeface="宋体" panose="02010600030101010101" pitchFamily="2" charset="-122"/>
                </a:rPr>
                <a:t>Y</a:t>
              </a:r>
            </a:p>
          </p:txBody>
        </p:sp>
        <p:sp>
          <p:nvSpPr>
            <p:cNvPr id="32783" name="Text Box 35">
              <a:extLst>
                <a:ext uri="{FF2B5EF4-FFF2-40B4-BE49-F238E27FC236}">
                  <a16:creationId xmlns:a16="http://schemas.microsoft.com/office/drawing/2014/main" id="{254CC742-FF4F-41F7-ACBB-13A6B9F786BF}"/>
                </a:ext>
              </a:extLst>
            </p:cNvPr>
            <p:cNvSpPr txBox="1">
              <a:spLocks noChangeArrowheads="1"/>
            </p:cNvSpPr>
            <p:nvPr/>
          </p:nvSpPr>
          <p:spPr bwMode="auto">
            <a:xfrm>
              <a:off x="3648" y="912"/>
              <a:ext cx="43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a:solidFill>
                    <a:srgbClr val="CC3300"/>
                  </a:solidFill>
                  <a:ea typeface="宋体" panose="02010600030101010101" pitchFamily="2" charset="-122"/>
                </a:rPr>
                <a:t>N</a:t>
              </a:r>
            </a:p>
          </p:txBody>
        </p:sp>
        <p:sp>
          <p:nvSpPr>
            <p:cNvPr id="32784" name="Text Box 36">
              <a:extLst>
                <a:ext uri="{FF2B5EF4-FFF2-40B4-BE49-F238E27FC236}">
                  <a16:creationId xmlns:a16="http://schemas.microsoft.com/office/drawing/2014/main" id="{2A4F4415-AB2E-4A7A-810A-E6FC25210E4A}"/>
                </a:ext>
              </a:extLst>
            </p:cNvPr>
            <p:cNvSpPr txBox="1">
              <a:spLocks noChangeArrowheads="1"/>
            </p:cNvSpPr>
            <p:nvPr/>
          </p:nvSpPr>
          <p:spPr bwMode="auto">
            <a:xfrm>
              <a:off x="1296" y="3024"/>
              <a:ext cx="43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a:solidFill>
                    <a:srgbClr val="CC3300"/>
                  </a:solidFill>
                  <a:ea typeface="宋体" panose="02010600030101010101" pitchFamily="2" charset="-122"/>
                </a:rPr>
                <a:t>N</a:t>
              </a:r>
            </a:p>
          </p:txBody>
        </p:sp>
        <p:sp>
          <p:nvSpPr>
            <p:cNvPr id="32785" name="Line 37">
              <a:extLst>
                <a:ext uri="{FF2B5EF4-FFF2-40B4-BE49-F238E27FC236}">
                  <a16:creationId xmlns:a16="http://schemas.microsoft.com/office/drawing/2014/main" id="{62692E34-DD41-4E1C-9211-74D4C40C9B38}"/>
                </a:ext>
              </a:extLst>
            </p:cNvPr>
            <p:cNvSpPr>
              <a:spLocks noChangeShapeType="1"/>
            </p:cNvSpPr>
            <p:nvPr/>
          </p:nvSpPr>
          <p:spPr bwMode="auto">
            <a:xfrm>
              <a:off x="3696" y="1248"/>
              <a:ext cx="91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86" name="Line 38">
              <a:extLst>
                <a:ext uri="{FF2B5EF4-FFF2-40B4-BE49-F238E27FC236}">
                  <a16:creationId xmlns:a16="http://schemas.microsoft.com/office/drawing/2014/main" id="{832CC747-9FE0-4F80-AD53-F9D973B04044}"/>
                </a:ext>
              </a:extLst>
            </p:cNvPr>
            <p:cNvSpPr>
              <a:spLocks noChangeShapeType="1"/>
            </p:cNvSpPr>
            <p:nvPr/>
          </p:nvSpPr>
          <p:spPr bwMode="auto">
            <a:xfrm>
              <a:off x="4608" y="1248"/>
              <a:ext cx="0" cy="1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87" name="Line 39">
              <a:extLst>
                <a:ext uri="{FF2B5EF4-FFF2-40B4-BE49-F238E27FC236}">
                  <a16:creationId xmlns:a16="http://schemas.microsoft.com/office/drawing/2014/main" id="{C41B1CF9-CC6B-4C0E-B30C-89473E0A1918}"/>
                </a:ext>
              </a:extLst>
            </p:cNvPr>
            <p:cNvSpPr>
              <a:spLocks noChangeShapeType="1"/>
            </p:cNvSpPr>
            <p:nvPr/>
          </p:nvSpPr>
          <p:spPr bwMode="auto">
            <a:xfrm>
              <a:off x="2640" y="2304"/>
              <a:ext cx="0" cy="24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88" name="Line 40">
              <a:extLst>
                <a:ext uri="{FF2B5EF4-FFF2-40B4-BE49-F238E27FC236}">
                  <a16:creationId xmlns:a16="http://schemas.microsoft.com/office/drawing/2014/main" id="{B9CA82DA-70C1-4A78-8B75-FEC80C6B047C}"/>
                </a:ext>
              </a:extLst>
            </p:cNvPr>
            <p:cNvSpPr>
              <a:spLocks noChangeShapeType="1"/>
            </p:cNvSpPr>
            <p:nvPr/>
          </p:nvSpPr>
          <p:spPr bwMode="auto">
            <a:xfrm>
              <a:off x="4608" y="1824"/>
              <a:ext cx="0" cy="57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89" name="Line 41">
              <a:extLst>
                <a:ext uri="{FF2B5EF4-FFF2-40B4-BE49-F238E27FC236}">
                  <a16:creationId xmlns:a16="http://schemas.microsoft.com/office/drawing/2014/main" id="{1436E6E1-6591-438B-AB59-5937887544FD}"/>
                </a:ext>
              </a:extLst>
            </p:cNvPr>
            <p:cNvSpPr>
              <a:spLocks noChangeShapeType="1"/>
            </p:cNvSpPr>
            <p:nvPr/>
          </p:nvSpPr>
          <p:spPr bwMode="auto">
            <a:xfrm>
              <a:off x="2640" y="2400"/>
              <a:ext cx="1968" cy="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90" name="Line 42">
              <a:extLst>
                <a:ext uri="{FF2B5EF4-FFF2-40B4-BE49-F238E27FC236}">
                  <a16:creationId xmlns:a16="http://schemas.microsoft.com/office/drawing/2014/main" id="{144279D4-1885-4876-AC90-9AE3EEFEA5F8}"/>
                </a:ext>
              </a:extLst>
            </p:cNvPr>
            <p:cNvSpPr>
              <a:spLocks noChangeShapeType="1"/>
            </p:cNvSpPr>
            <p:nvPr/>
          </p:nvSpPr>
          <p:spPr bwMode="auto">
            <a:xfrm>
              <a:off x="2592" y="2928"/>
              <a:ext cx="0" cy="1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91" name="Line 43">
              <a:extLst>
                <a:ext uri="{FF2B5EF4-FFF2-40B4-BE49-F238E27FC236}">
                  <a16:creationId xmlns:a16="http://schemas.microsoft.com/office/drawing/2014/main" id="{D1044562-0C60-4784-8221-3DECFEE773C1}"/>
                </a:ext>
              </a:extLst>
            </p:cNvPr>
            <p:cNvSpPr>
              <a:spLocks noChangeShapeType="1"/>
            </p:cNvSpPr>
            <p:nvPr/>
          </p:nvSpPr>
          <p:spPr bwMode="auto">
            <a:xfrm>
              <a:off x="2592" y="3600"/>
              <a:ext cx="0" cy="1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92" name="Line 44">
              <a:extLst>
                <a:ext uri="{FF2B5EF4-FFF2-40B4-BE49-F238E27FC236}">
                  <a16:creationId xmlns:a16="http://schemas.microsoft.com/office/drawing/2014/main" id="{F1B5492A-F48F-4A54-B912-AFB685853E7C}"/>
                </a:ext>
              </a:extLst>
            </p:cNvPr>
            <p:cNvSpPr>
              <a:spLocks noChangeShapeType="1"/>
            </p:cNvSpPr>
            <p:nvPr/>
          </p:nvSpPr>
          <p:spPr bwMode="auto">
            <a:xfrm>
              <a:off x="624" y="3360"/>
              <a:ext cx="91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93" name="Line 45">
              <a:extLst>
                <a:ext uri="{FF2B5EF4-FFF2-40B4-BE49-F238E27FC236}">
                  <a16:creationId xmlns:a16="http://schemas.microsoft.com/office/drawing/2014/main" id="{F9B3EEAE-20A4-4693-B311-19699285DACC}"/>
                </a:ext>
              </a:extLst>
            </p:cNvPr>
            <p:cNvSpPr>
              <a:spLocks noChangeShapeType="1"/>
            </p:cNvSpPr>
            <p:nvPr/>
          </p:nvSpPr>
          <p:spPr bwMode="auto">
            <a:xfrm flipV="1">
              <a:off x="624" y="960"/>
              <a:ext cx="0" cy="2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94" name="Line 46">
              <a:extLst>
                <a:ext uri="{FF2B5EF4-FFF2-40B4-BE49-F238E27FC236}">
                  <a16:creationId xmlns:a16="http://schemas.microsoft.com/office/drawing/2014/main" id="{DF570A67-BC01-445F-BF74-89CAF0F6A9E2}"/>
                </a:ext>
              </a:extLst>
            </p:cNvPr>
            <p:cNvSpPr>
              <a:spLocks noChangeShapeType="1"/>
            </p:cNvSpPr>
            <p:nvPr/>
          </p:nvSpPr>
          <p:spPr bwMode="auto">
            <a:xfrm>
              <a:off x="624" y="960"/>
              <a:ext cx="201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2795" name="Group 47">
              <a:extLst>
                <a:ext uri="{FF2B5EF4-FFF2-40B4-BE49-F238E27FC236}">
                  <a16:creationId xmlns:a16="http://schemas.microsoft.com/office/drawing/2014/main" id="{C1EF517D-199C-4A0B-8608-0C7488A46F8F}"/>
                </a:ext>
              </a:extLst>
            </p:cNvPr>
            <p:cNvGrpSpPr>
              <a:grpSpLocks/>
            </p:cNvGrpSpPr>
            <p:nvPr/>
          </p:nvGrpSpPr>
          <p:grpSpPr bwMode="auto">
            <a:xfrm>
              <a:off x="1295" y="3798"/>
              <a:ext cx="2352" cy="389"/>
              <a:chOff x="1295" y="3798"/>
              <a:chExt cx="2352" cy="389"/>
            </a:xfrm>
          </p:grpSpPr>
          <p:sp>
            <p:nvSpPr>
              <p:cNvPr id="32796" name="Text Box 48">
                <a:extLst>
                  <a:ext uri="{FF2B5EF4-FFF2-40B4-BE49-F238E27FC236}">
                    <a16:creationId xmlns:a16="http://schemas.microsoft.com/office/drawing/2014/main" id="{A2B8A40E-DF98-47D9-A797-DC0342FE32BE}"/>
                  </a:ext>
                </a:extLst>
              </p:cNvPr>
              <p:cNvSpPr txBox="1">
                <a:spLocks noChangeArrowheads="1"/>
              </p:cNvSpPr>
              <p:nvPr/>
            </p:nvSpPr>
            <p:spPr bwMode="auto">
              <a:xfrm>
                <a:off x="1295" y="3798"/>
                <a:ext cx="2352" cy="389"/>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en-US" altLang="zh-CN" dirty="0">
                    <a:latin typeface="黑体" panose="02010609060101010101" pitchFamily="49" charset="-122"/>
                    <a:ea typeface="黑体" panose="02010609060101010101" pitchFamily="49" charset="-122"/>
                  </a:rPr>
                  <a:t>   </a:t>
                </a:r>
                <a:r>
                  <a:rPr lang="en-US" altLang="zh-CN" dirty="0" err="1">
                    <a:latin typeface="黑体" panose="02010609060101010101" pitchFamily="49" charset="-122"/>
                    <a:ea typeface="黑体" panose="02010609060101010101" pitchFamily="49" charset="-122"/>
                  </a:rPr>
                  <a:t>Sx</a:t>
                </a:r>
                <a:r>
                  <a:rPr lang="en-US" altLang="zh-CN" dirty="0">
                    <a:latin typeface="黑体" panose="02010609060101010101" pitchFamily="49" charset="-122"/>
                    <a:ea typeface="黑体" panose="02010609060101010101" pitchFamily="49" charset="-122"/>
                  </a:rPr>
                  <a:t> + Sy   S</a:t>
                </a:r>
                <a:r>
                  <a:rPr lang="en-US" altLang="zh-CN" sz="2800" dirty="0">
                    <a:latin typeface="黑体" panose="02010609060101010101" pitchFamily="49" charset="-122"/>
                    <a:ea typeface="黑体" panose="02010609060101010101" pitchFamily="49" charset="-122"/>
                  </a:rPr>
                  <a:t>A</a:t>
                </a:r>
                <a:endParaRPr lang="en-US" altLang="zh-CN" dirty="0">
                  <a:latin typeface="黑体" panose="02010609060101010101" pitchFamily="49" charset="-122"/>
                  <a:ea typeface="黑体" panose="02010609060101010101" pitchFamily="49" charset="-122"/>
                </a:endParaRPr>
              </a:p>
            </p:txBody>
          </p:sp>
          <p:sp>
            <p:nvSpPr>
              <p:cNvPr id="32797" name="Line 49">
                <a:extLst>
                  <a:ext uri="{FF2B5EF4-FFF2-40B4-BE49-F238E27FC236}">
                    <a16:creationId xmlns:a16="http://schemas.microsoft.com/office/drawing/2014/main" id="{DDD5CAAD-3981-4816-A07D-4C38F94BB22B}"/>
                  </a:ext>
                </a:extLst>
              </p:cNvPr>
              <p:cNvSpPr>
                <a:spLocks noChangeShapeType="1"/>
              </p:cNvSpPr>
              <p:nvPr/>
            </p:nvSpPr>
            <p:spPr bwMode="auto">
              <a:xfrm>
                <a:off x="2832" y="4032"/>
                <a:ext cx="28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98" name="Oval 50">
                <a:extLst>
                  <a:ext uri="{FF2B5EF4-FFF2-40B4-BE49-F238E27FC236}">
                    <a16:creationId xmlns:a16="http://schemas.microsoft.com/office/drawing/2014/main" id="{4755D667-A1C4-4E14-8386-35F1B2D9DB7A}"/>
                  </a:ext>
                </a:extLst>
              </p:cNvPr>
              <p:cNvSpPr>
                <a:spLocks noChangeArrowheads="1"/>
              </p:cNvSpPr>
              <p:nvPr/>
            </p:nvSpPr>
            <p:spPr bwMode="auto">
              <a:xfrm>
                <a:off x="2256" y="3903"/>
                <a:ext cx="192" cy="192"/>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sp>
        <p:nvSpPr>
          <p:cNvPr id="32772" name="Text Box 51">
            <a:extLst>
              <a:ext uri="{FF2B5EF4-FFF2-40B4-BE49-F238E27FC236}">
                <a16:creationId xmlns:a16="http://schemas.microsoft.com/office/drawing/2014/main" id="{AEE61AD6-93B5-482D-B252-3A4C82A808EB}"/>
              </a:ext>
            </a:extLst>
          </p:cNvPr>
          <p:cNvSpPr txBox="1">
            <a:spLocks noChangeArrowheads="1"/>
          </p:cNvSpPr>
          <p:nvPr/>
        </p:nvSpPr>
        <p:spPr bwMode="auto">
          <a:xfrm>
            <a:off x="6094412" y="3957637"/>
            <a:ext cx="2971800" cy="244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ct val="50000"/>
              </a:spcBef>
              <a:buClrTx/>
              <a:buFontTx/>
              <a:buNone/>
            </a:pPr>
            <a:r>
              <a:rPr lang="en-US" altLang="zh-CN" sz="2800" dirty="0">
                <a:solidFill>
                  <a:schemeClr val="tx2"/>
                </a:solidFill>
                <a:ea typeface="楷体" panose="02010609060101010101" pitchFamily="49" charset="-122"/>
                <a:cs typeface="Times New Roman" panose="02020603050405020304" pitchFamily="18" charset="0"/>
              </a:rPr>
              <a:t>A</a:t>
            </a:r>
            <a:r>
              <a:rPr lang="zh-CN" altLang="en-US" sz="2800" dirty="0">
                <a:solidFill>
                  <a:schemeClr val="tx2"/>
                </a:solidFill>
                <a:ea typeface="楷体" panose="02010609060101010101" pitchFamily="49" charset="-122"/>
                <a:cs typeface="Times New Roman" panose="02020603050405020304" pitchFamily="18" charset="0"/>
              </a:rPr>
              <a:t>：部分积寄存器</a:t>
            </a:r>
          </a:p>
          <a:p>
            <a:pPr algn="l" eaLnBrk="1" hangingPunct="1">
              <a:spcBef>
                <a:spcPct val="50000"/>
              </a:spcBef>
              <a:buClrTx/>
              <a:buFontTx/>
              <a:buNone/>
            </a:pPr>
            <a:r>
              <a:rPr lang="en-US" altLang="zh-CN" sz="2800" dirty="0">
                <a:solidFill>
                  <a:schemeClr val="tx2"/>
                </a:solidFill>
                <a:ea typeface="楷体" panose="02010609060101010101" pitchFamily="49" charset="-122"/>
                <a:cs typeface="Times New Roman" panose="02020603050405020304" pitchFamily="18" charset="0"/>
              </a:rPr>
              <a:t>B</a:t>
            </a:r>
            <a:r>
              <a:rPr lang="zh-CN" altLang="en-US" sz="2800" dirty="0">
                <a:solidFill>
                  <a:schemeClr val="tx2"/>
                </a:solidFill>
                <a:ea typeface="楷体" panose="02010609060101010101" pitchFamily="49" charset="-122"/>
                <a:cs typeface="Times New Roman" panose="02020603050405020304" pitchFamily="18" charset="0"/>
              </a:rPr>
              <a:t>：被乘数寄存器</a:t>
            </a:r>
          </a:p>
          <a:p>
            <a:pPr algn="l" eaLnBrk="1" hangingPunct="1">
              <a:spcBef>
                <a:spcPct val="50000"/>
              </a:spcBef>
              <a:buClrTx/>
              <a:buFontTx/>
              <a:buNone/>
            </a:pPr>
            <a:r>
              <a:rPr lang="en-US" altLang="zh-CN" sz="2800" dirty="0">
                <a:solidFill>
                  <a:schemeClr val="tx2"/>
                </a:solidFill>
                <a:ea typeface="楷体" panose="02010609060101010101" pitchFamily="49" charset="-122"/>
                <a:cs typeface="Times New Roman" panose="02020603050405020304" pitchFamily="18" charset="0"/>
              </a:rPr>
              <a:t>C</a:t>
            </a:r>
            <a:r>
              <a:rPr lang="zh-CN" altLang="en-US" sz="2800" dirty="0">
                <a:solidFill>
                  <a:schemeClr val="tx2"/>
                </a:solidFill>
                <a:ea typeface="楷体" panose="02010609060101010101" pitchFamily="49" charset="-122"/>
                <a:cs typeface="Times New Roman" panose="02020603050405020304" pitchFamily="18" charset="0"/>
              </a:rPr>
              <a:t>：乘数寄存器</a:t>
            </a:r>
          </a:p>
          <a:p>
            <a:pPr algn="l" eaLnBrk="1" hangingPunct="1">
              <a:spcBef>
                <a:spcPct val="50000"/>
              </a:spcBef>
              <a:buClrTx/>
              <a:buFontTx/>
              <a:buNone/>
            </a:pPr>
            <a:r>
              <a:rPr lang="en-US" altLang="zh-CN" sz="2800" dirty="0">
                <a:solidFill>
                  <a:schemeClr val="tx2"/>
                </a:solidFill>
                <a:ea typeface="楷体" panose="02010609060101010101" pitchFamily="49" charset="-122"/>
                <a:cs typeface="Times New Roman" panose="02020603050405020304" pitchFamily="18" charset="0"/>
              </a:rPr>
              <a:t>CR</a:t>
            </a:r>
            <a:r>
              <a:rPr lang="zh-CN" altLang="en-US" sz="2800" dirty="0">
                <a:solidFill>
                  <a:schemeClr val="tx2"/>
                </a:solidFill>
                <a:ea typeface="楷体" panose="02010609060101010101" pitchFamily="49" charset="-122"/>
                <a:cs typeface="Times New Roman" panose="02020603050405020304" pitchFamily="18" charset="0"/>
              </a:rPr>
              <a:t>：计数寄存器</a:t>
            </a:r>
            <a:endParaRPr lang="zh-CN" altLang="en-US" sz="2400" dirty="0">
              <a:solidFill>
                <a:schemeClr val="tx2"/>
              </a:solidFill>
              <a:ea typeface="楷体" panose="02010609060101010101" pitchFamily="49" charset="-122"/>
              <a:cs typeface="Times New Roman" panose="02020603050405020304" pitchFamily="18" charset="0"/>
            </a:endParaRPr>
          </a:p>
        </p:txBody>
      </p:sp>
    </p:spTree>
  </p:cSld>
  <p:clrMapOvr>
    <a:masterClrMapping/>
  </p:clrMapOvr>
  <p:transition spd="med">
    <p:pull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915" name="Rectangle 3">
            <a:extLst>
              <a:ext uri="{FF2B5EF4-FFF2-40B4-BE49-F238E27FC236}">
                <a16:creationId xmlns:a16="http://schemas.microsoft.com/office/drawing/2014/main" id="{9C3C7874-E884-44FC-AC9C-DF93FCE91913}"/>
              </a:ext>
            </a:extLst>
          </p:cNvPr>
          <p:cNvSpPr>
            <a:spLocks noGrp="1" noChangeArrowheads="1"/>
          </p:cNvSpPr>
          <p:nvPr>
            <p:ph type="title"/>
          </p:nvPr>
        </p:nvSpPr>
        <p:spPr>
          <a:xfrm>
            <a:off x="381000" y="249472"/>
            <a:ext cx="8794376" cy="762000"/>
          </a:xfrm>
        </p:spPr>
        <p:txBody>
          <a:bodyPr/>
          <a:lstStyle/>
          <a:p>
            <a:pPr eaLnBrk="1" hangingPunct="1"/>
            <a:r>
              <a:rPr lang="zh-CN" altLang="en-US" dirty="0"/>
              <a:t>原码一位乘法的硬件电路</a:t>
            </a:r>
          </a:p>
        </p:txBody>
      </p:sp>
      <p:pic>
        <p:nvPicPr>
          <p:cNvPr id="34819" name="Picture 2">
            <a:extLst>
              <a:ext uri="{FF2B5EF4-FFF2-40B4-BE49-F238E27FC236}">
                <a16:creationId xmlns:a16="http://schemas.microsoft.com/office/drawing/2014/main" id="{5B327BA4-BAAB-4478-87FB-61DB5D46ED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38366"/>
            <a:ext cx="8713788"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0" name="Text Box 4">
            <a:extLst>
              <a:ext uri="{FF2B5EF4-FFF2-40B4-BE49-F238E27FC236}">
                <a16:creationId xmlns:a16="http://schemas.microsoft.com/office/drawing/2014/main" id="{3B7D6DE6-B606-4ABE-A04B-F99740092D2B}"/>
              </a:ext>
            </a:extLst>
          </p:cNvPr>
          <p:cNvSpPr txBox="1">
            <a:spLocks noChangeArrowheads="1"/>
          </p:cNvSpPr>
          <p:nvPr/>
        </p:nvSpPr>
        <p:spPr bwMode="auto">
          <a:xfrm>
            <a:off x="2916238" y="1714500"/>
            <a:ext cx="4413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50000"/>
              </a:spcBef>
              <a:buClrTx/>
              <a:buFontTx/>
              <a:buNone/>
            </a:pPr>
            <a:r>
              <a:rPr lang="en-US" altLang="zh-CN" sz="2800">
                <a:solidFill>
                  <a:srgbClr val="CC3300"/>
                </a:solidFill>
                <a:ea typeface="宋体" panose="02010600030101010101" pitchFamily="2" charset="-122"/>
              </a:rPr>
              <a:t>A</a:t>
            </a:r>
          </a:p>
        </p:txBody>
      </p:sp>
      <p:sp>
        <p:nvSpPr>
          <p:cNvPr id="34821" name="Text Box 5">
            <a:extLst>
              <a:ext uri="{FF2B5EF4-FFF2-40B4-BE49-F238E27FC236}">
                <a16:creationId xmlns:a16="http://schemas.microsoft.com/office/drawing/2014/main" id="{A8801458-48BD-4136-8ABA-4AED1EE89C67}"/>
              </a:ext>
            </a:extLst>
          </p:cNvPr>
          <p:cNvSpPr txBox="1">
            <a:spLocks noChangeArrowheads="1"/>
          </p:cNvSpPr>
          <p:nvPr/>
        </p:nvSpPr>
        <p:spPr bwMode="auto">
          <a:xfrm>
            <a:off x="5795963" y="1785938"/>
            <a:ext cx="44132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50000"/>
              </a:spcBef>
              <a:buClrTx/>
              <a:buFontTx/>
              <a:buNone/>
            </a:pPr>
            <a:r>
              <a:rPr lang="en-US" altLang="zh-CN" sz="2800">
                <a:solidFill>
                  <a:srgbClr val="CC3300"/>
                </a:solidFill>
                <a:ea typeface="宋体" panose="02010600030101010101" pitchFamily="2" charset="-122"/>
              </a:rPr>
              <a:t>C</a:t>
            </a:r>
          </a:p>
        </p:txBody>
      </p:sp>
      <p:sp>
        <p:nvSpPr>
          <p:cNvPr id="34822" name="Text Box 6">
            <a:extLst>
              <a:ext uri="{FF2B5EF4-FFF2-40B4-BE49-F238E27FC236}">
                <a16:creationId xmlns:a16="http://schemas.microsoft.com/office/drawing/2014/main" id="{22AF3986-9278-456F-A395-609DC0EDCC42}"/>
              </a:ext>
            </a:extLst>
          </p:cNvPr>
          <p:cNvSpPr txBox="1">
            <a:spLocks noChangeArrowheads="1"/>
          </p:cNvSpPr>
          <p:nvPr/>
        </p:nvSpPr>
        <p:spPr bwMode="auto">
          <a:xfrm>
            <a:off x="2794000" y="5214938"/>
            <a:ext cx="420688"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lnSpc>
                <a:spcPct val="80000"/>
              </a:lnSpc>
              <a:spcBef>
                <a:spcPct val="50000"/>
              </a:spcBef>
              <a:buClrTx/>
              <a:buFontTx/>
              <a:buNone/>
            </a:pPr>
            <a:r>
              <a:rPr lang="en-US" altLang="zh-CN" sz="2800">
                <a:solidFill>
                  <a:srgbClr val="CC3300"/>
                </a:solidFill>
                <a:ea typeface="宋体" panose="02010600030101010101" pitchFamily="2" charset="-122"/>
              </a:rPr>
              <a:t>B</a:t>
            </a:r>
          </a:p>
        </p:txBody>
      </p:sp>
      <p:sp>
        <p:nvSpPr>
          <p:cNvPr id="34823" name="TextBox 1">
            <a:extLst>
              <a:ext uri="{FF2B5EF4-FFF2-40B4-BE49-F238E27FC236}">
                <a16:creationId xmlns:a16="http://schemas.microsoft.com/office/drawing/2014/main" id="{5A9E3693-408C-4D02-BC15-FE716FF5C63A}"/>
              </a:ext>
            </a:extLst>
          </p:cNvPr>
          <p:cNvSpPr txBox="1">
            <a:spLocks noChangeArrowheads="1"/>
          </p:cNvSpPr>
          <p:nvPr/>
        </p:nvSpPr>
        <p:spPr bwMode="auto">
          <a:xfrm>
            <a:off x="7688263" y="1804988"/>
            <a:ext cx="555625"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2000">
                <a:ea typeface="黑体" panose="02010609060101010101" pitchFamily="49" charset="-122"/>
              </a:rPr>
              <a:t>CR</a:t>
            </a:r>
            <a:endParaRPr lang="zh-CN" altLang="en-US" sz="2000">
              <a:ea typeface="黑体" panose="02010609060101010101" pitchFamily="49" charset="-122"/>
            </a:endParaRPr>
          </a:p>
        </p:txBody>
      </p:sp>
    </p:spTree>
  </p:cSld>
  <p:clrMapOvr>
    <a:masterClrMapping/>
  </p:clrMapOvr>
  <p:transition spd="med">
    <p:pull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250" name="Rectangle 2">
            <a:extLst>
              <a:ext uri="{FF2B5EF4-FFF2-40B4-BE49-F238E27FC236}">
                <a16:creationId xmlns:a16="http://schemas.microsoft.com/office/drawing/2014/main" id="{FC34ACC3-1EA8-40A4-8C00-1B3E761F71EA}"/>
              </a:ext>
            </a:extLst>
          </p:cNvPr>
          <p:cNvSpPr>
            <a:spLocks noGrp="1" noChangeArrowheads="1"/>
          </p:cNvSpPr>
          <p:nvPr>
            <p:ph type="title"/>
          </p:nvPr>
        </p:nvSpPr>
        <p:spPr/>
        <p:txBody>
          <a:bodyPr/>
          <a:lstStyle/>
          <a:p>
            <a:pPr eaLnBrk="1" hangingPunct="1"/>
            <a:r>
              <a:rPr lang="zh-CN" altLang="en-US" dirty="0"/>
              <a:t>无符号数阵列乘法器</a:t>
            </a:r>
          </a:p>
        </p:txBody>
      </p:sp>
      <p:sp>
        <p:nvSpPr>
          <p:cNvPr id="821252" name="Text Box 4">
            <a:extLst>
              <a:ext uri="{FF2B5EF4-FFF2-40B4-BE49-F238E27FC236}">
                <a16:creationId xmlns:a16="http://schemas.microsoft.com/office/drawing/2014/main" id="{E5CECF70-968C-40AA-970B-9301EA4D634B}"/>
              </a:ext>
            </a:extLst>
          </p:cNvPr>
          <p:cNvSpPr txBox="1">
            <a:spLocks noChangeArrowheads="1"/>
          </p:cNvSpPr>
          <p:nvPr/>
        </p:nvSpPr>
        <p:spPr bwMode="auto">
          <a:xfrm>
            <a:off x="1563688" y="1258888"/>
            <a:ext cx="2436812" cy="954087"/>
          </a:xfrm>
          <a:prstGeom prst="rect">
            <a:avLst/>
          </a:prstGeom>
          <a:noFill/>
          <a:ln w="9525">
            <a:noFill/>
            <a:miter lim="800000"/>
            <a:headEnd/>
            <a:tailEnd/>
          </a:ln>
          <a:effectLst/>
        </p:spPr>
        <p:txBody>
          <a:bodyPr>
            <a:spAutoFit/>
          </a:bodyPr>
          <a:lstStyle/>
          <a:p>
            <a:pPr eaLnBrk="1" hangingPunct="1">
              <a:defRPr/>
            </a:pPr>
            <a:r>
              <a:rPr kumimoji="0" lang="en-US" altLang="zh-CN" sz="2800" dirty="0">
                <a:effectLst>
                  <a:outerShdw blurRad="38100" dist="38100" dir="2700000" algn="tl">
                    <a:srgbClr val="C0C0C0"/>
                  </a:outerShdw>
                </a:effectLst>
                <a:latin typeface="Tahoma" pitchFamily="34" charset="0"/>
                <a:ea typeface="宋体" pitchFamily="2" charset="-122"/>
              </a:rPr>
              <a:t>A=a</a:t>
            </a:r>
            <a:r>
              <a:rPr kumimoji="0" lang="en-US" altLang="zh-CN" sz="2800" baseline="-25000" dirty="0">
                <a:effectLst>
                  <a:outerShdw blurRad="38100" dist="38100" dir="2700000" algn="tl">
                    <a:srgbClr val="C0C0C0"/>
                  </a:outerShdw>
                </a:effectLst>
                <a:latin typeface="Tahoma" pitchFamily="34" charset="0"/>
                <a:ea typeface="宋体" pitchFamily="2" charset="-122"/>
              </a:rPr>
              <a:t>m-1</a:t>
            </a:r>
            <a:r>
              <a:rPr kumimoji="0" lang="en-US" altLang="zh-CN" sz="2800" dirty="0">
                <a:effectLst>
                  <a:outerShdw blurRad="38100" dist="38100" dir="2700000" algn="tl">
                    <a:srgbClr val="C0C0C0"/>
                  </a:outerShdw>
                </a:effectLst>
                <a:latin typeface="Arial"/>
                <a:ea typeface="宋体" pitchFamily="2" charset="-122"/>
              </a:rPr>
              <a:t>…</a:t>
            </a:r>
            <a:r>
              <a:rPr kumimoji="0" lang="en-US" altLang="zh-CN" sz="2800" dirty="0">
                <a:effectLst>
                  <a:outerShdw blurRad="38100" dist="38100" dir="2700000" algn="tl">
                    <a:srgbClr val="C0C0C0"/>
                  </a:outerShdw>
                </a:effectLst>
                <a:latin typeface="Tahoma" pitchFamily="34" charset="0"/>
                <a:ea typeface="宋体" pitchFamily="2" charset="-122"/>
              </a:rPr>
              <a:t>a</a:t>
            </a:r>
            <a:r>
              <a:rPr kumimoji="0" lang="en-US" altLang="zh-CN" sz="2800" baseline="-25000" dirty="0">
                <a:effectLst>
                  <a:outerShdw blurRad="38100" dist="38100" dir="2700000" algn="tl">
                    <a:srgbClr val="C0C0C0"/>
                  </a:outerShdw>
                </a:effectLst>
                <a:latin typeface="Tahoma" pitchFamily="34" charset="0"/>
                <a:ea typeface="宋体" pitchFamily="2" charset="-122"/>
              </a:rPr>
              <a:t>1</a:t>
            </a:r>
            <a:r>
              <a:rPr kumimoji="0" lang="en-US" altLang="zh-CN" sz="2800" dirty="0">
                <a:effectLst>
                  <a:outerShdw blurRad="38100" dist="38100" dir="2700000" algn="tl">
                    <a:srgbClr val="C0C0C0"/>
                  </a:outerShdw>
                </a:effectLst>
                <a:latin typeface="Tahoma" pitchFamily="34" charset="0"/>
                <a:ea typeface="宋体" pitchFamily="2" charset="-122"/>
              </a:rPr>
              <a:t>a</a:t>
            </a:r>
            <a:r>
              <a:rPr kumimoji="0" lang="en-US" altLang="zh-CN" sz="2800" baseline="-25000" dirty="0">
                <a:effectLst>
                  <a:outerShdw blurRad="38100" dist="38100" dir="2700000" algn="tl">
                    <a:srgbClr val="C0C0C0"/>
                  </a:outerShdw>
                </a:effectLst>
                <a:latin typeface="Tahoma" pitchFamily="34" charset="0"/>
                <a:ea typeface="宋体" pitchFamily="2" charset="-122"/>
              </a:rPr>
              <a:t>0</a:t>
            </a:r>
          </a:p>
          <a:p>
            <a:pPr eaLnBrk="1" hangingPunct="1">
              <a:defRPr/>
            </a:pPr>
            <a:r>
              <a:rPr kumimoji="0" lang="en-US" altLang="zh-CN" sz="2800" dirty="0">
                <a:effectLst>
                  <a:outerShdw blurRad="38100" dist="38100" dir="2700000" algn="tl">
                    <a:srgbClr val="C0C0C0"/>
                  </a:outerShdw>
                </a:effectLst>
                <a:latin typeface="Tahoma" pitchFamily="34" charset="0"/>
                <a:ea typeface="宋体" pitchFamily="2" charset="-122"/>
              </a:rPr>
              <a:t>B= b</a:t>
            </a:r>
            <a:r>
              <a:rPr kumimoji="0" lang="en-US" altLang="zh-CN" sz="2800" baseline="-25000" dirty="0">
                <a:effectLst>
                  <a:outerShdw blurRad="38100" dist="38100" dir="2700000" algn="tl">
                    <a:srgbClr val="C0C0C0"/>
                  </a:outerShdw>
                </a:effectLst>
                <a:latin typeface="Tahoma" pitchFamily="34" charset="0"/>
                <a:ea typeface="宋体" pitchFamily="2" charset="-122"/>
              </a:rPr>
              <a:t>n-1</a:t>
            </a:r>
            <a:r>
              <a:rPr kumimoji="0" lang="en-US" altLang="zh-CN" sz="2800" dirty="0">
                <a:effectLst>
                  <a:outerShdw blurRad="38100" dist="38100" dir="2700000" algn="tl">
                    <a:srgbClr val="C0C0C0"/>
                  </a:outerShdw>
                </a:effectLst>
                <a:latin typeface="Arial"/>
                <a:ea typeface="宋体" pitchFamily="2" charset="-122"/>
              </a:rPr>
              <a:t>…</a:t>
            </a:r>
            <a:r>
              <a:rPr kumimoji="0" lang="en-US" altLang="zh-CN" sz="2800" dirty="0">
                <a:effectLst>
                  <a:outerShdw blurRad="38100" dist="38100" dir="2700000" algn="tl">
                    <a:srgbClr val="C0C0C0"/>
                  </a:outerShdw>
                </a:effectLst>
                <a:latin typeface="Tahoma" pitchFamily="34" charset="0"/>
                <a:ea typeface="宋体" pitchFamily="2" charset="-122"/>
              </a:rPr>
              <a:t>b</a:t>
            </a:r>
            <a:r>
              <a:rPr kumimoji="0" lang="en-US" altLang="zh-CN" sz="2800" baseline="-25000" dirty="0">
                <a:effectLst>
                  <a:outerShdw blurRad="38100" dist="38100" dir="2700000" algn="tl">
                    <a:srgbClr val="C0C0C0"/>
                  </a:outerShdw>
                </a:effectLst>
                <a:latin typeface="Tahoma" pitchFamily="34" charset="0"/>
                <a:ea typeface="宋体" pitchFamily="2" charset="-122"/>
              </a:rPr>
              <a:t>1</a:t>
            </a:r>
            <a:r>
              <a:rPr kumimoji="0" lang="en-US" altLang="zh-CN" sz="2800" dirty="0">
                <a:effectLst>
                  <a:outerShdw blurRad="38100" dist="38100" dir="2700000" algn="tl">
                    <a:srgbClr val="C0C0C0"/>
                  </a:outerShdw>
                </a:effectLst>
                <a:latin typeface="Tahoma" pitchFamily="34" charset="0"/>
                <a:ea typeface="宋体" pitchFamily="2" charset="-122"/>
              </a:rPr>
              <a:t>b</a:t>
            </a:r>
            <a:r>
              <a:rPr kumimoji="0" lang="en-US" altLang="zh-CN" sz="2800" baseline="-25000" dirty="0">
                <a:effectLst>
                  <a:outerShdw blurRad="38100" dist="38100" dir="2700000" algn="tl">
                    <a:srgbClr val="C0C0C0"/>
                  </a:outerShdw>
                </a:effectLst>
                <a:latin typeface="Tahoma" pitchFamily="34" charset="0"/>
                <a:ea typeface="宋体" pitchFamily="2" charset="-122"/>
              </a:rPr>
              <a:t>0</a:t>
            </a:r>
          </a:p>
        </p:txBody>
      </p:sp>
      <p:sp>
        <p:nvSpPr>
          <p:cNvPr id="821253" name="Text Box 5">
            <a:extLst>
              <a:ext uri="{FF2B5EF4-FFF2-40B4-BE49-F238E27FC236}">
                <a16:creationId xmlns:a16="http://schemas.microsoft.com/office/drawing/2014/main" id="{32C88064-91A1-467C-B818-D550240ABEAB}"/>
              </a:ext>
            </a:extLst>
          </p:cNvPr>
          <p:cNvSpPr txBox="1">
            <a:spLocks noChangeArrowheads="1"/>
          </p:cNvSpPr>
          <p:nvPr/>
        </p:nvSpPr>
        <p:spPr bwMode="auto">
          <a:xfrm>
            <a:off x="4408488" y="1476375"/>
            <a:ext cx="3455987" cy="519113"/>
          </a:xfrm>
          <a:prstGeom prst="rect">
            <a:avLst/>
          </a:prstGeom>
          <a:noFill/>
          <a:ln w="9525">
            <a:noFill/>
            <a:miter lim="800000"/>
            <a:headEnd/>
            <a:tailEnd/>
          </a:ln>
          <a:effectLst/>
        </p:spPr>
        <p:txBody>
          <a:bodyPr wrap="none">
            <a:spAutoFit/>
          </a:bodyPr>
          <a:lstStyle/>
          <a:p>
            <a:pPr eaLnBrk="1" hangingPunct="1">
              <a:defRPr/>
            </a:pPr>
            <a:r>
              <a:rPr kumimoji="0" lang="en-US" altLang="zh-CN" sz="2800" dirty="0">
                <a:effectLst>
                  <a:outerShdw blurRad="38100" dist="38100" dir="2700000" algn="tl">
                    <a:srgbClr val="C0C0C0"/>
                  </a:outerShdw>
                </a:effectLst>
                <a:latin typeface="Tahoma" pitchFamily="34" charset="0"/>
                <a:ea typeface="宋体" pitchFamily="2" charset="-122"/>
              </a:rPr>
              <a:t>P=A*B=p</a:t>
            </a:r>
            <a:r>
              <a:rPr kumimoji="0" lang="en-US" altLang="zh-CN" sz="2800" baseline="-25000" dirty="0">
                <a:effectLst>
                  <a:outerShdw blurRad="38100" dist="38100" dir="2700000" algn="tl">
                    <a:srgbClr val="C0C0C0"/>
                  </a:outerShdw>
                </a:effectLst>
                <a:latin typeface="Tahoma" pitchFamily="34" charset="0"/>
                <a:ea typeface="宋体" pitchFamily="2" charset="-122"/>
              </a:rPr>
              <a:t>m+n-1</a:t>
            </a:r>
            <a:r>
              <a:rPr kumimoji="0" lang="en-US" altLang="zh-CN" sz="2800" dirty="0">
                <a:effectLst>
                  <a:outerShdw blurRad="38100" dist="38100" dir="2700000" algn="tl">
                    <a:srgbClr val="C0C0C0"/>
                  </a:outerShdw>
                </a:effectLst>
                <a:latin typeface="Arial"/>
                <a:ea typeface="宋体" pitchFamily="2" charset="-122"/>
              </a:rPr>
              <a:t>…</a:t>
            </a:r>
            <a:r>
              <a:rPr kumimoji="0" lang="en-US" altLang="zh-CN" sz="2800" dirty="0">
                <a:effectLst>
                  <a:outerShdw blurRad="38100" dist="38100" dir="2700000" algn="tl">
                    <a:srgbClr val="C0C0C0"/>
                  </a:outerShdw>
                </a:effectLst>
                <a:latin typeface="Tahoma" pitchFamily="34" charset="0"/>
                <a:ea typeface="宋体" pitchFamily="2" charset="-122"/>
              </a:rPr>
              <a:t>p</a:t>
            </a:r>
            <a:r>
              <a:rPr kumimoji="0" lang="en-US" altLang="zh-CN" sz="2800" baseline="-25000" dirty="0">
                <a:effectLst>
                  <a:outerShdw blurRad="38100" dist="38100" dir="2700000" algn="tl">
                    <a:srgbClr val="C0C0C0"/>
                  </a:outerShdw>
                </a:effectLst>
                <a:latin typeface="Tahoma" pitchFamily="34" charset="0"/>
                <a:ea typeface="宋体" pitchFamily="2" charset="-122"/>
              </a:rPr>
              <a:t>1</a:t>
            </a:r>
            <a:r>
              <a:rPr kumimoji="0" lang="en-US" altLang="zh-CN" sz="2800" dirty="0">
                <a:effectLst>
                  <a:outerShdw blurRad="38100" dist="38100" dir="2700000" algn="tl">
                    <a:srgbClr val="C0C0C0"/>
                  </a:outerShdw>
                </a:effectLst>
                <a:latin typeface="Tahoma" pitchFamily="34" charset="0"/>
                <a:ea typeface="宋体" pitchFamily="2" charset="-122"/>
              </a:rPr>
              <a:t>p</a:t>
            </a:r>
            <a:r>
              <a:rPr kumimoji="0" lang="en-US" altLang="zh-CN" sz="2800" baseline="-25000" dirty="0">
                <a:effectLst>
                  <a:outerShdw blurRad="38100" dist="38100" dir="2700000" algn="tl">
                    <a:srgbClr val="C0C0C0"/>
                  </a:outerShdw>
                </a:effectLst>
                <a:latin typeface="Tahoma" pitchFamily="34" charset="0"/>
                <a:ea typeface="宋体" pitchFamily="2" charset="-122"/>
              </a:rPr>
              <a:t>0</a:t>
            </a:r>
          </a:p>
        </p:txBody>
      </p:sp>
      <p:pic>
        <p:nvPicPr>
          <p:cNvPr id="36869" name="Picture 6" descr="2">
            <a:extLst>
              <a:ext uri="{FF2B5EF4-FFF2-40B4-BE49-F238E27FC236}">
                <a16:creationId xmlns:a16="http://schemas.microsoft.com/office/drawing/2014/main" id="{A0EF9F03-B0E8-4CDC-A0F2-951D01384B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2532063"/>
            <a:ext cx="8437563" cy="333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274" name="Rectangle 2">
            <a:extLst>
              <a:ext uri="{FF2B5EF4-FFF2-40B4-BE49-F238E27FC236}">
                <a16:creationId xmlns:a16="http://schemas.microsoft.com/office/drawing/2014/main" id="{3831AF42-3EF3-4B7C-9791-8B3E3BF7FAC0}"/>
              </a:ext>
            </a:extLst>
          </p:cNvPr>
          <p:cNvSpPr>
            <a:spLocks noGrp="1" noChangeArrowheads="1"/>
          </p:cNvSpPr>
          <p:nvPr>
            <p:ph type="title"/>
          </p:nvPr>
        </p:nvSpPr>
        <p:spPr>
          <a:xfrm>
            <a:off x="0" y="228600"/>
            <a:ext cx="8534400" cy="812800"/>
          </a:xfrm>
        </p:spPr>
        <p:txBody>
          <a:bodyPr/>
          <a:lstStyle/>
          <a:p>
            <a:pPr eaLnBrk="1" hangingPunct="1"/>
            <a:r>
              <a:rPr lang="en-US" altLang="zh-CN" sz="4000" dirty="0" err="1"/>
              <a:t>m×n</a:t>
            </a:r>
            <a:r>
              <a:rPr lang="zh-CN" altLang="en-US" sz="4000" dirty="0"/>
              <a:t>位不带符号的阵列乘法器逻辑图 </a:t>
            </a:r>
          </a:p>
        </p:txBody>
      </p:sp>
      <p:pic>
        <p:nvPicPr>
          <p:cNvPr id="37891" name="图片 1">
            <a:extLst>
              <a:ext uri="{FF2B5EF4-FFF2-40B4-BE49-F238E27FC236}">
                <a16:creationId xmlns:a16="http://schemas.microsoft.com/office/drawing/2014/main" id="{98A54E9D-2DED-4AC6-AB47-6DA4CACFC63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447800"/>
            <a:ext cx="5184775" cy="425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3298" name="Rectangle 2">
            <a:extLst>
              <a:ext uri="{FF2B5EF4-FFF2-40B4-BE49-F238E27FC236}">
                <a16:creationId xmlns:a16="http://schemas.microsoft.com/office/drawing/2014/main" id="{10B7FBC6-42CA-4241-92C0-CF745B1AA1EE}"/>
              </a:ext>
            </a:extLst>
          </p:cNvPr>
          <p:cNvSpPr>
            <a:spLocks noGrp="1" noChangeArrowheads="1"/>
          </p:cNvSpPr>
          <p:nvPr>
            <p:ph type="title"/>
          </p:nvPr>
        </p:nvSpPr>
        <p:spPr>
          <a:xfrm>
            <a:off x="184150" y="226266"/>
            <a:ext cx="8382000" cy="812800"/>
          </a:xfrm>
        </p:spPr>
        <p:txBody>
          <a:bodyPr/>
          <a:lstStyle/>
          <a:p>
            <a:pPr eaLnBrk="1" hangingPunct="1"/>
            <a:r>
              <a:rPr lang="en-US" altLang="zh-CN" dirty="0"/>
              <a:t>5</a:t>
            </a:r>
            <a:r>
              <a:rPr lang="zh-CN" altLang="en-US" dirty="0"/>
              <a:t>位</a:t>
            </a:r>
            <a:r>
              <a:rPr lang="en-US" altLang="zh-CN" dirty="0"/>
              <a:t>×5</a:t>
            </a:r>
            <a:r>
              <a:rPr lang="zh-CN" altLang="en-US" dirty="0"/>
              <a:t>位不带符号的阵列乘法器</a:t>
            </a:r>
          </a:p>
        </p:txBody>
      </p:sp>
      <p:pic>
        <p:nvPicPr>
          <p:cNvPr id="38915" name="Picture 16">
            <a:extLst>
              <a:ext uri="{FF2B5EF4-FFF2-40B4-BE49-F238E27FC236}">
                <a16:creationId xmlns:a16="http://schemas.microsoft.com/office/drawing/2014/main" id="{555921D2-8F29-41A7-BB70-C32FFCEF7D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1033462"/>
            <a:ext cx="5970587" cy="544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lgn="ctr">
                <a:solidFill>
                  <a:srgbClr val="000000"/>
                </a:solidFill>
                <a:miter lim="800000"/>
                <a:headEnd/>
                <a:tailEnd/>
              </a14:hiddenLine>
            </a:ext>
          </a:extLst>
        </p:spPr>
      </p:pic>
      <p:grpSp>
        <p:nvGrpSpPr>
          <p:cNvPr id="38916" name="Group 17">
            <a:extLst>
              <a:ext uri="{FF2B5EF4-FFF2-40B4-BE49-F238E27FC236}">
                <a16:creationId xmlns:a16="http://schemas.microsoft.com/office/drawing/2014/main" id="{ED91FD38-F218-4BB7-97DA-4C8F022B8D02}"/>
              </a:ext>
            </a:extLst>
          </p:cNvPr>
          <p:cNvGrpSpPr>
            <a:grpSpLocks/>
          </p:cNvGrpSpPr>
          <p:nvPr/>
        </p:nvGrpSpPr>
        <p:grpSpPr bwMode="auto">
          <a:xfrm>
            <a:off x="6169025" y="1119187"/>
            <a:ext cx="2795588" cy="2735263"/>
            <a:chOff x="3668" y="1752"/>
            <a:chExt cx="1761" cy="1723"/>
          </a:xfrm>
        </p:grpSpPr>
        <p:sp>
          <p:nvSpPr>
            <p:cNvPr id="823301" name="Oval 5">
              <a:extLst>
                <a:ext uri="{FF2B5EF4-FFF2-40B4-BE49-F238E27FC236}">
                  <a16:creationId xmlns:a16="http://schemas.microsoft.com/office/drawing/2014/main" id="{10929AB0-E062-4ED7-855D-038581FA4CDA}"/>
                </a:ext>
              </a:extLst>
            </p:cNvPr>
            <p:cNvSpPr>
              <a:spLocks noChangeArrowheads="1"/>
            </p:cNvSpPr>
            <p:nvPr/>
          </p:nvSpPr>
          <p:spPr bwMode="auto">
            <a:xfrm>
              <a:off x="4354" y="2440"/>
              <a:ext cx="329" cy="329"/>
            </a:xfrm>
            <a:prstGeom prst="ellipse">
              <a:avLst/>
            </a:prstGeom>
            <a:solidFill>
              <a:srgbClr val="00F7F7"/>
            </a:solidFill>
            <a:ln w="19050">
              <a:solidFill>
                <a:schemeClr val="tx1"/>
              </a:solidFill>
              <a:round/>
              <a:headEnd/>
              <a:tailEnd/>
            </a:ln>
            <a:effectLst/>
          </p:spPr>
          <p:txBody>
            <a:bodyPr wrap="none" anchor="ctr"/>
            <a:lstStyle/>
            <a:p>
              <a:pPr algn="ctr" eaLnBrk="1" hangingPunct="1">
                <a:defRPr/>
              </a:pPr>
              <a:r>
                <a:rPr kumimoji="0" lang="en-US" altLang="zh-CN" sz="2400" dirty="0">
                  <a:solidFill>
                    <a:schemeClr val="tx1"/>
                  </a:solidFill>
                  <a:latin typeface="Tahoma" pitchFamily="34" charset="0"/>
                  <a:ea typeface="宋体" pitchFamily="2" charset="-122"/>
                </a:rPr>
                <a:t>FA</a:t>
              </a:r>
            </a:p>
          </p:txBody>
        </p:sp>
        <p:sp>
          <p:nvSpPr>
            <p:cNvPr id="38941" name="Line 6">
              <a:extLst>
                <a:ext uri="{FF2B5EF4-FFF2-40B4-BE49-F238E27FC236}">
                  <a16:creationId xmlns:a16="http://schemas.microsoft.com/office/drawing/2014/main" id="{2FE01847-B2DF-4D1A-82CC-C22582BCB86E}"/>
                </a:ext>
              </a:extLst>
            </p:cNvPr>
            <p:cNvSpPr>
              <a:spLocks noChangeShapeType="1"/>
            </p:cNvSpPr>
            <p:nvPr/>
          </p:nvSpPr>
          <p:spPr bwMode="auto">
            <a:xfrm>
              <a:off x="4519" y="2148"/>
              <a:ext cx="0" cy="292"/>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42" name="Line 7">
              <a:extLst>
                <a:ext uri="{FF2B5EF4-FFF2-40B4-BE49-F238E27FC236}">
                  <a16:creationId xmlns:a16="http://schemas.microsoft.com/office/drawing/2014/main" id="{343C5683-59E9-4D61-9013-D51DD4DC8D88}"/>
                </a:ext>
              </a:extLst>
            </p:cNvPr>
            <p:cNvSpPr>
              <a:spLocks noChangeShapeType="1"/>
            </p:cNvSpPr>
            <p:nvPr/>
          </p:nvSpPr>
          <p:spPr bwMode="auto">
            <a:xfrm flipH="1">
              <a:off x="4647" y="2248"/>
              <a:ext cx="201" cy="24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3304" name="Text Box 8">
              <a:extLst>
                <a:ext uri="{FF2B5EF4-FFF2-40B4-BE49-F238E27FC236}">
                  <a16:creationId xmlns:a16="http://schemas.microsoft.com/office/drawing/2014/main" id="{75E7B6D6-2D39-4BD1-9964-82532200579B}"/>
                </a:ext>
              </a:extLst>
            </p:cNvPr>
            <p:cNvSpPr txBox="1">
              <a:spLocks noChangeArrowheads="1"/>
            </p:cNvSpPr>
            <p:nvPr/>
          </p:nvSpPr>
          <p:spPr bwMode="auto">
            <a:xfrm>
              <a:off x="4927" y="2460"/>
              <a:ext cx="502" cy="288"/>
            </a:xfrm>
            <a:prstGeom prst="rect">
              <a:avLst/>
            </a:prstGeom>
            <a:noFill/>
            <a:ln w="9525">
              <a:noFill/>
              <a:miter lim="800000"/>
              <a:headEnd/>
              <a:tailEnd/>
            </a:ln>
            <a:effectLst/>
          </p:spPr>
          <p:txBody>
            <a:bodyPr wrap="none">
              <a:spAutoFit/>
            </a:bodyPr>
            <a:lstStyle/>
            <a:p>
              <a:pPr algn="ctr" eaLnBrk="1" hangingPunct="1">
                <a:defRPr/>
              </a:pPr>
              <a:r>
                <a:rPr kumimoji="0" lang="zh-CN" altLang="en-US" sz="2400" b="1" dirty="0">
                  <a:effectLst>
                    <a:outerShdw blurRad="38100" dist="38100" dir="2700000" algn="tl">
                      <a:srgbClr val="C0C0C0"/>
                    </a:outerShdw>
                  </a:effectLst>
                  <a:latin typeface="楷体" panose="02010609060101010101" pitchFamily="49" charset="-122"/>
                  <a:ea typeface="楷体" panose="02010609060101010101" pitchFamily="49" charset="-122"/>
                </a:rPr>
                <a:t>加数</a:t>
              </a:r>
            </a:p>
          </p:txBody>
        </p:sp>
        <p:sp>
          <p:nvSpPr>
            <p:cNvPr id="823305" name="Text Box 9">
              <a:extLst>
                <a:ext uri="{FF2B5EF4-FFF2-40B4-BE49-F238E27FC236}">
                  <a16:creationId xmlns:a16="http://schemas.microsoft.com/office/drawing/2014/main" id="{0DA7F69F-62DF-4B37-921E-F6BDA94BE627}"/>
                </a:ext>
              </a:extLst>
            </p:cNvPr>
            <p:cNvSpPr txBox="1">
              <a:spLocks noChangeArrowheads="1"/>
            </p:cNvSpPr>
            <p:nvPr/>
          </p:nvSpPr>
          <p:spPr bwMode="auto">
            <a:xfrm>
              <a:off x="3875" y="1985"/>
              <a:ext cx="695" cy="288"/>
            </a:xfrm>
            <a:prstGeom prst="rect">
              <a:avLst/>
            </a:prstGeom>
            <a:noFill/>
            <a:ln w="9525">
              <a:noFill/>
              <a:miter lim="800000"/>
              <a:headEnd/>
              <a:tailEnd/>
            </a:ln>
            <a:effectLst/>
          </p:spPr>
          <p:txBody>
            <a:bodyPr wrap="none">
              <a:spAutoFit/>
            </a:bodyPr>
            <a:lstStyle/>
            <a:p>
              <a:pPr algn="ctr" eaLnBrk="1" hangingPunct="1">
                <a:defRPr/>
              </a:pPr>
              <a:r>
                <a:rPr kumimoji="0" lang="zh-CN" altLang="en-US" sz="2400" b="1" dirty="0">
                  <a:effectLst>
                    <a:outerShdw blurRad="38100" dist="38100" dir="2700000" algn="tl">
                      <a:srgbClr val="C0C0C0"/>
                    </a:outerShdw>
                  </a:effectLst>
                  <a:latin typeface="楷体" panose="02010609060101010101" pitchFamily="49" charset="-122"/>
                  <a:ea typeface="楷体" panose="02010609060101010101" pitchFamily="49" charset="-122"/>
                </a:rPr>
                <a:t>被加数</a:t>
              </a:r>
            </a:p>
          </p:txBody>
        </p:sp>
        <p:sp>
          <p:nvSpPr>
            <p:cNvPr id="823306" name="Text Box 10">
              <a:extLst>
                <a:ext uri="{FF2B5EF4-FFF2-40B4-BE49-F238E27FC236}">
                  <a16:creationId xmlns:a16="http://schemas.microsoft.com/office/drawing/2014/main" id="{A9D2AC38-DFA1-4D95-AB68-B2E36EC5DD77}"/>
                </a:ext>
              </a:extLst>
            </p:cNvPr>
            <p:cNvSpPr txBox="1">
              <a:spLocks noChangeArrowheads="1"/>
            </p:cNvSpPr>
            <p:nvPr/>
          </p:nvSpPr>
          <p:spPr bwMode="auto">
            <a:xfrm>
              <a:off x="4597" y="1752"/>
              <a:ext cx="701" cy="523"/>
            </a:xfrm>
            <a:prstGeom prst="rect">
              <a:avLst/>
            </a:prstGeom>
            <a:noFill/>
            <a:ln w="9525">
              <a:noFill/>
              <a:miter lim="800000"/>
              <a:headEnd/>
              <a:tailEnd/>
            </a:ln>
            <a:effec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zh-CN" altLang="en-US" sz="2400" b="1" dirty="0">
                  <a:effectLst>
                    <a:outerShdw blurRad="38100" dist="38100" dir="2700000" algn="tl">
                      <a:srgbClr val="C0C0C0"/>
                    </a:outerShdw>
                  </a:effectLst>
                  <a:latin typeface="楷体" panose="02010609060101010101" pitchFamily="49" charset="-122"/>
                  <a:ea typeface="楷体" panose="02010609060101010101" pitchFamily="49" charset="-122"/>
                </a:rPr>
                <a:t>低位来</a:t>
              </a:r>
            </a:p>
            <a:p>
              <a:pPr algn="ctr" eaLnBrk="1" hangingPunct="1"/>
              <a:r>
                <a:rPr kumimoji="0" lang="zh-CN" altLang="en-US" sz="2400" b="1" dirty="0">
                  <a:effectLst>
                    <a:outerShdw blurRad="38100" dist="38100" dir="2700000" algn="tl">
                      <a:srgbClr val="C0C0C0"/>
                    </a:outerShdw>
                  </a:effectLst>
                  <a:latin typeface="楷体" panose="02010609060101010101" pitchFamily="49" charset="-122"/>
                  <a:ea typeface="楷体" panose="02010609060101010101" pitchFamily="49" charset="-122"/>
                </a:rPr>
                <a:t>的进位</a:t>
              </a:r>
            </a:p>
          </p:txBody>
        </p:sp>
        <p:sp>
          <p:nvSpPr>
            <p:cNvPr id="38946" name="Line 11">
              <a:extLst>
                <a:ext uri="{FF2B5EF4-FFF2-40B4-BE49-F238E27FC236}">
                  <a16:creationId xmlns:a16="http://schemas.microsoft.com/office/drawing/2014/main" id="{45E316B5-8EFB-4810-A674-3D31DC89A496}"/>
                </a:ext>
              </a:extLst>
            </p:cNvPr>
            <p:cNvSpPr>
              <a:spLocks noChangeShapeType="1"/>
            </p:cNvSpPr>
            <p:nvPr/>
          </p:nvSpPr>
          <p:spPr bwMode="auto">
            <a:xfrm>
              <a:off x="4519" y="2779"/>
              <a:ext cx="0" cy="356"/>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47" name="Line 12">
              <a:extLst>
                <a:ext uri="{FF2B5EF4-FFF2-40B4-BE49-F238E27FC236}">
                  <a16:creationId xmlns:a16="http://schemas.microsoft.com/office/drawing/2014/main" id="{2F541C8B-F891-4123-ACA1-7FD6E4612713}"/>
                </a:ext>
              </a:extLst>
            </p:cNvPr>
            <p:cNvSpPr>
              <a:spLocks noChangeShapeType="1"/>
            </p:cNvSpPr>
            <p:nvPr/>
          </p:nvSpPr>
          <p:spPr bwMode="auto">
            <a:xfrm flipH="1">
              <a:off x="4171" y="2724"/>
              <a:ext cx="247" cy="33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3309" name="Text Box 13">
              <a:extLst>
                <a:ext uri="{FF2B5EF4-FFF2-40B4-BE49-F238E27FC236}">
                  <a16:creationId xmlns:a16="http://schemas.microsoft.com/office/drawing/2014/main" id="{390F2B38-0D99-4993-90B8-C938E1B67E0F}"/>
                </a:ext>
              </a:extLst>
            </p:cNvPr>
            <p:cNvSpPr txBox="1">
              <a:spLocks noChangeArrowheads="1"/>
            </p:cNvSpPr>
            <p:nvPr/>
          </p:nvSpPr>
          <p:spPr bwMode="auto">
            <a:xfrm>
              <a:off x="3668" y="2976"/>
              <a:ext cx="888" cy="288"/>
            </a:xfrm>
            <a:prstGeom prst="rect">
              <a:avLst/>
            </a:prstGeom>
            <a:noFill/>
            <a:ln w="9525">
              <a:noFill/>
              <a:miter lim="800000"/>
              <a:headEnd/>
              <a:tailEnd/>
            </a:ln>
            <a:effec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zh-CN" altLang="en-US" sz="2400" b="1" dirty="0">
                  <a:effectLst>
                    <a:outerShdw blurRad="38100" dist="38100" dir="2700000" algn="tl">
                      <a:srgbClr val="C0C0C0"/>
                    </a:outerShdw>
                  </a:effectLst>
                  <a:latin typeface="楷体" panose="02010609060101010101" pitchFamily="49" charset="-122"/>
                  <a:ea typeface="楷体" panose="02010609060101010101" pitchFamily="49" charset="-122"/>
                </a:rPr>
                <a:t>进位输出</a:t>
              </a:r>
            </a:p>
          </p:txBody>
        </p:sp>
        <p:sp>
          <p:nvSpPr>
            <p:cNvPr id="823310" name="Text Box 14">
              <a:extLst>
                <a:ext uri="{FF2B5EF4-FFF2-40B4-BE49-F238E27FC236}">
                  <a16:creationId xmlns:a16="http://schemas.microsoft.com/office/drawing/2014/main" id="{16CA7027-3A3A-4EA2-9431-0F805E0D2698}"/>
                </a:ext>
              </a:extLst>
            </p:cNvPr>
            <p:cNvSpPr txBox="1">
              <a:spLocks noChangeArrowheads="1"/>
            </p:cNvSpPr>
            <p:nvPr/>
          </p:nvSpPr>
          <p:spPr bwMode="auto">
            <a:xfrm>
              <a:off x="4241" y="3187"/>
              <a:ext cx="695" cy="288"/>
            </a:xfrm>
            <a:prstGeom prst="rect">
              <a:avLst/>
            </a:prstGeom>
            <a:noFill/>
            <a:ln w="9525">
              <a:noFill/>
              <a:miter lim="800000"/>
              <a:headEnd/>
              <a:tailEnd/>
            </a:ln>
            <a:effec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r>
                <a:rPr kumimoji="0" lang="zh-CN" altLang="en-US" sz="2400" b="1" dirty="0">
                  <a:effectLst>
                    <a:outerShdw blurRad="38100" dist="38100" dir="2700000" algn="tl">
                      <a:srgbClr val="C0C0C0"/>
                    </a:outerShdw>
                  </a:effectLst>
                  <a:latin typeface="楷体" panose="02010609060101010101" pitchFamily="49" charset="-122"/>
                  <a:ea typeface="楷体" panose="02010609060101010101" pitchFamily="49" charset="-122"/>
                </a:rPr>
                <a:t>和输出</a:t>
              </a:r>
            </a:p>
          </p:txBody>
        </p:sp>
        <p:sp>
          <p:nvSpPr>
            <p:cNvPr id="38950" name="Line 15">
              <a:extLst>
                <a:ext uri="{FF2B5EF4-FFF2-40B4-BE49-F238E27FC236}">
                  <a16:creationId xmlns:a16="http://schemas.microsoft.com/office/drawing/2014/main" id="{23CF3434-27A8-4EF5-ABD5-1C2D262A21BB}"/>
                </a:ext>
              </a:extLst>
            </p:cNvPr>
            <p:cNvSpPr>
              <a:spLocks noChangeShapeType="1"/>
            </p:cNvSpPr>
            <p:nvPr/>
          </p:nvSpPr>
          <p:spPr bwMode="auto">
            <a:xfrm flipH="1">
              <a:off x="4683" y="2623"/>
              <a:ext cx="26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8917" name="Line 18">
            <a:extLst>
              <a:ext uri="{FF2B5EF4-FFF2-40B4-BE49-F238E27FC236}">
                <a16:creationId xmlns:a16="http://schemas.microsoft.com/office/drawing/2014/main" id="{303137B3-3028-4255-93C9-DC0C56FE0759}"/>
              </a:ext>
            </a:extLst>
          </p:cNvPr>
          <p:cNvSpPr>
            <a:spLocks noChangeShapeType="1"/>
          </p:cNvSpPr>
          <p:nvPr/>
        </p:nvSpPr>
        <p:spPr bwMode="auto">
          <a:xfrm>
            <a:off x="2916238" y="1747837"/>
            <a:ext cx="503237" cy="2755900"/>
          </a:xfrm>
          <a:prstGeom prst="line">
            <a:avLst/>
          </a:prstGeom>
          <a:noFill/>
          <a:ln w="22225">
            <a:solidFill>
              <a:srgbClr val="CC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18" name="Line 19">
            <a:extLst>
              <a:ext uri="{FF2B5EF4-FFF2-40B4-BE49-F238E27FC236}">
                <a16:creationId xmlns:a16="http://schemas.microsoft.com/office/drawing/2014/main" id="{964AA0F7-1CAC-499D-88CB-D357EAD2682F}"/>
              </a:ext>
            </a:extLst>
          </p:cNvPr>
          <p:cNvSpPr>
            <a:spLocks noChangeShapeType="1"/>
          </p:cNvSpPr>
          <p:nvPr/>
        </p:nvSpPr>
        <p:spPr bwMode="auto">
          <a:xfrm flipH="1">
            <a:off x="2771775" y="4503737"/>
            <a:ext cx="647700" cy="792163"/>
          </a:xfrm>
          <a:prstGeom prst="line">
            <a:avLst/>
          </a:prstGeom>
          <a:noFill/>
          <a:ln w="22225">
            <a:solidFill>
              <a:srgbClr val="CC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19" name="Line 20">
            <a:extLst>
              <a:ext uri="{FF2B5EF4-FFF2-40B4-BE49-F238E27FC236}">
                <a16:creationId xmlns:a16="http://schemas.microsoft.com/office/drawing/2014/main" id="{E5CDF6B7-6855-400F-8565-279FD52D21CF}"/>
              </a:ext>
            </a:extLst>
          </p:cNvPr>
          <p:cNvSpPr>
            <a:spLocks noChangeShapeType="1"/>
          </p:cNvSpPr>
          <p:nvPr/>
        </p:nvSpPr>
        <p:spPr bwMode="auto">
          <a:xfrm flipH="1">
            <a:off x="755650" y="5295900"/>
            <a:ext cx="2016125" cy="0"/>
          </a:xfrm>
          <a:prstGeom prst="line">
            <a:avLst/>
          </a:prstGeom>
          <a:noFill/>
          <a:ln w="22225">
            <a:solidFill>
              <a:srgbClr val="CC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20" name="Text Box 21">
            <a:extLst>
              <a:ext uri="{FF2B5EF4-FFF2-40B4-BE49-F238E27FC236}">
                <a16:creationId xmlns:a16="http://schemas.microsoft.com/office/drawing/2014/main" id="{6AFE4037-A840-4EF8-8306-C9557B7D90A9}"/>
              </a:ext>
            </a:extLst>
          </p:cNvPr>
          <p:cNvSpPr txBox="1">
            <a:spLocks noChangeArrowheads="1"/>
          </p:cNvSpPr>
          <p:nvPr/>
        </p:nvSpPr>
        <p:spPr bwMode="auto">
          <a:xfrm>
            <a:off x="3779838" y="4646612"/>
            <a:ext cx="2328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400" dirty="0">
                <a:solidFill>
                  <a:srgbClr val="3333CC"/>
                </a:solidFill>
                <a:latin typeface="楷体" panose="02010609060101010101" pitchFamily="49" charset="-122"/>
                <a:ea typeface="楷体" panose="02010609060101010101" pitchFamily="49" charset="-122"/>
              </a:rPr>
              <a:t>行波进位加法器</a:t>
            </a:r>
          </a:p>
        </p:txBody>
      </p:sp>
      <p:sp>
        <p:nvSpPr>
          <p:cNvPr id="38921" name="Line 22">
            <a:extLst>
              <a:ext uri="{FF2B5EF4-FFF2-40B4-BE49-F238E27FC236}">
                <a16:creationId xmlns:a16="http://schemas.microsoft.com/office/drawing/2014/main" id="{5E4DFE57-12E4-47AD-9F45-98DAAE5936D1}"/>
              </a:ext>
            </a:extLst>
          </p:cNvPr>
          <p:cNvSpPr>
            <a:spLocks noChangeShapeType="1"/>
          </p:cNvSpPr>
          <p:nvPr/>
        </p:nvSpPr>
        <p:spPr bwMode="auto">
          <a:xfrm flipH="1">
            <a:off x="3419475" y="5103812"/>
            <a:ext cx="936625" cy="192088"/>
          </a:xfrm>
          <a:prstGeom prst="line">
            <a:avLst/>
          </a:prstGeom>
          <a:noFill/>
          <a:ln w="317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22" name="TextBox 22">
            <a:extLst>
              <a:ext uri="{FF2B5EF4-FFF2-40B4-BE49-F238E27FC236}">
                <a16:creationId xmlns:a16="http://schemas.microsoft.com/office/drawing/2014/main" id="{F7634E07-25F2-4A3E-83AA-3B577427E19C}"/>
              </a:ext>
            </a:extLst>
          </p:cNvPr>
          <p:cNvSpPr txBox="1">
            <a:spLocks noChangeArrowheads="1"/>
          </p:cNvSpPr>
          <p:nvPr/>
        </p:nvSpPr>
        <p:spPr bwMode="auto">
          <a:xfrm>
            <a:off x="2214563" y="5281612"/>
            <a:ext cx="428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a:solidFill>
                  <a:srgbClr val="FF0000"/>
                </a:solidFill>
                <a:ea typeface="黑体" panose="02010609060101010101" pitchFamily="49" charset="-122"/>
              </a:rPr>
              <a:t>C</a:t>
            </a:r>
            <a:r>
              <a:rPr lang="en-US" altLang="zh-CN" sz="1800" baseline="-25000">
                <a:solidFill>
                  <a:srgbClr val="FF0000"/>
                </a:solidFill>
                <a:ea typeface="黑体" panose="02010609060101010101" pitchFamily="49" charset="-122"/>
              </a:rPr>
              <a:t>6</a:t>
            </a:r>
            <a:endParaRPr lang="zh-CN" altLang="en-US" sz="1800" baseline="-25000">
              <a:solidFill>
                <a:srgbClr val="FF0000"/>
              </a:solidFill>
              <a:ea typeface="黑体" panose="02010609060101010101" pitchFamily="49" charset="-122"/>
            </a:endParaRPr>
          </a:p>
        </p:txBody>
      </p:sp>
      <p:sp>
        <p:nvSpPr>
          <p:cNvPr id="38923" name="TextBox 23">
            <a:extLst>
              <a:ext uri="{FF2B5EF4-FFF2-40B4-BE49-F238E27FC236}">
                <a16:creationId xmlns:a16="http://schemas.microsoft.com/office/drawing/2014/main" id="{02866D70-1ABD-4D0D-B09D-EE8434B10643}"/>
              </a:ext>
            </a:extLst>
          </p:cNvPr>
          <p:cNvSpPr txBox="1">
            <a:spLocks noChangeArrowheads="1"/>
          </p:cNvSpPr>
          <p:nvPr/>
        </p:nvSpPr>
        <p:spPr bwMode="auto">
          <a:xfrm>
            <a:off x="1500188" y="5281612"/>
            <a:ext cx="428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a:solidFill>
                  <a:srgbClr val="FF0000"/>
                </a:solidFill>
                <a:ea typeface="黑体" panose="02010609060101010101" pitchFamily="49" charset="-122"/>
              </a:rPr>
              <a:t>C</a:t>
            </a:r>
            <a:r>
              <a:rPr lang="en-US" altLang="zh-CN" sz="1800" baseline="-25000">
                <a:solidFill>
                  <a:srgbClr val="FF0000"/>
                </a:solidFill>
                <a:ea typeface="黑体" panose="02010609060101010101" pitchFamily="49" charset="-122"/>
              </a:rPr>
              <a:t>7</a:t>
            </a:r>
            <a:endParaRPr lang="zh-CN" altLang="en-US" sz="1800" baseline="-25000">
              <a:solidFill>
                <a:srgbClr val="FF0000"/>
              </a:solidFill>
              <a:ea typeface="黑体" panose="02010609060101010101" pitchFamily="49" charset="-122"/>
            </a:endParaRPr>
          </a:p>
        </p:txBody>
      </p:sp>
      <p:sp>
        <p:nvSpPr>
          <p:cNvPr id="38924" name="TextBox 24">
            <a:extLst>
              <a:ext uri="{FF2B5EF4-FFF2-40B4-BE49-F238E27FC236}">
                <a16:creationId xmlns:a16="http://schemas.microsoft.com/office/drawing/2014/main" id="{FAC400E4-5C4A-4993-95C0-A81D6CEF0C87}"/>
              </a:ext>
            </a:extLst>
          </p:cNvPr>
          <p:cNvSpPr txBox="1">
            <a:spLocks noChangeArrowheads="1"/>
          </p:cNvSpPr>
          <p:nvPr/>
        </p:nvSpPr>
        <p:spPr bwMode="auto">
          <a:xfrm>
            <a:off x="785813" y="5268912"/>
            <a:ext cx="428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a:solidFill>
                  <a:srgbClr val="FF0000"/>
                </a:solidFill>
                <a:ea typeface="黑体" panose="02010609060101010101" pitchFamily="49" charset="-122"/>
              </a:rPr>
              <a:t>C</a:t>
            </a:r>
            <a:r>
              <a:rPr lang="en-US" altLang="zh-CN" sz="1800" baseline="-25000">
                <a:solidFill>
                  <a:srgbClr val="FF0000"/>
                </a:solidFill>
                <a:ea typeface="黑体" panose="02010609060101010101" pitchFamily="49" charset="-122"/>
              </a:rPr>
              <a:t>8</a:t>
            </a:r>
            <a:endParaRPr lang="zh-CN" altLang="en-US" sz="1800" baseline="-25000">
              <a:solidFill>
                <a:srgbClr val="FF0000"/>
              </a:solidFill>
              <a:ea typeface="黑体" panose="02010609060101010101" pitchFamily="49" charset="-122"/>
            </a:endParaRPr>
          </a:p>
        </p:txBody>
      </p:sp>
      <p:sp>
        <p:nvSpPr>
          <p:cNvPr id="38925" name="TextBox 25">
            <a:extLst>
              <a:ext uri="{FF2B5EF4-FFF2-40B4-BE49-F238E27FC236}">
                <a16:creationId xmlns:a16="http://schemas.microsoft.com/office/drawing/2014/main" id="{26630BDD-7318-47BA-A8B7-1D17844ACAF2}"/>
              </a:ext>
            </a:extLst>
          </p:cNvPr>
          <p:cNvSpPr txBox="1">
            <a:spLocks noChangeArrowheads="1"/>
          </p:cNvSpPr>
          <p:nvPr/>
        </p:nvSpPr>
        <p:spPr bwMode="auto">
          <a:xfrm>
            <a:off x="142875" y="5268912"/>
            <a:ext cx="428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a:solidFill>
                  <a:srgbClr val="FF0000"/>
                </a:solidFill>
                <a:ea typeface="黑体" panose="02010609060101010101" pitchFamily="49" charset="-122"/>
              </a:rPr>
              <a:t>C</a:t>
            </a:r>
            <a:r>
              <a:rPr lang="en-US" altLang="zh-CN" sz="1800" baseline="-25000">
                <a:solidFill>
                  <a:srgbClr val="FF0000"/>
                </a:solidFill>
                <a:ea typeface="黑体" panose="02010609060101010101" pitchFamily="49" charset="-122"/>
              </a:rPr>
              <a:t>9</a:t>
            </a:r>
            <a:endParaRPr lang="zh-CN" altLang="en-US" sz="1800" baseline="-25000">
              <a:solidFill>
                <a:srgbClr val="FF0000"/>
              </a:solidFill>
              <a:ea typeface="黑体" panose="02010609060101010101" pitchFamily="49" charset="-122"/>
            </a:endParaRPr>
          </a:p>
        </p:txBody>
      </p:sp>
      <p:pic>
        <p:nvPicPr>
          <p:cNvPr id="38926" name="Picture 6" descr="2">
            <a:extLst>
              <a:ext uri="{FF2B5EF4-FFF2-40B4-BE49-F238E27FC236}">
                <a16:creationId xmlns:a16="http://schemas.microsoft.com/office/drawing/2014/main" id="{EA72337A-8C0E-4F20-91D6-C79A2653E0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6299" r="11023" b="18588"/>
          <a:stretch>
            <a:fillRect/>
          </a:stretch>
        </p:blipFill>
        <p:spPr bwMode="auto">
          <a:xfrm>
            <a:off x="6365875" y="3890962"/>
            <a:ext cx="2425700" cy="242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7" name="Line 18">
            <a:extLst>
              <a:ext uri="{FF2B5EF4-FFF2-40B4-BE49-F238E27FC236}">
                <a16:creationId xmlns:a16="http://schemas.microsoft.com/office/drawing/2014/main" id="{727591BF-580F-45AC-B8AF-FC34FDB92D8D}"/>
              </a:ext>
            </a:extLst>
          </p:cNvPr>
          <p:cNvSpPr>
            <a:spLocks noChangeShapeType="1"/>
          </p:cNvSpPr>
          <p:nvPr/>
        </p:nvSpPr>
        <p:spPr bwMode="auto">
          <a:xfrm flipH="1">
            <a:off x="785813" y="5281612"/>
            <a:ext cx="0" cy="842963"/>
          </a:xfrm>
          <a:prstGeom prst="line">
            <a:avLst/>
          </a:prstGeom>
          <a:noFill/>
          <a:ln w="22225">
            <a:solidFill>
              <a:srgbClr val="CC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28" name="文本框 1">
            <a:extLst>
              <a:ext uri="{FF2B5EF4-FFF2-40B4-BE49-F238E27FC236}">
                <a16:creationId xmlns:a16="http://schemas.microsoft.com/office/drawing/2014/main" id="{52FA0FA8-8F23-4C50-B75C-87691913A42D}"/>
              </a:ext>
            </a:extLst>
          </p:cNvPr>
          <p:cNvSpPr txBox="1">
            <a:spLocks noChangeArrowheads="1"/>
          </p:cNvSpPr>
          <p:nvPr/>
        </p:nvSpPr>
        <p:spPr bwMode="auto">
          <a:xfrm>
            <a:off x="2952750" y="1979612"/>
            <a:ext cx="4238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600" b="1"/>
              <a:t>6T</a:t>
            </a:r>
            <a:endParaRPr lang="zh-CN" altLang="en-US" sz="1600" b="1"/>
          </a:p>
        </p:txBody>
      </p:sp>
      <p:sp>
        <p:nvSpPr>
          <p:cNvPr id="38929" name="文本框 28">
            <a:extLst>
              <a:ext uri="{FF2B5EF4-FFF2-40B4-BE49-F238E27FC236}">
                <a16:creationId xmlns:a16="http://schemas.microsoft.com/office/drawing/2014/main" id="{5E770D4B-14A5-4209-8328-5E3BB736FFD2}"/>
              </a:ext>
            </a:extLst>
          </p:cNvPr>
          <p:cNvSpPr txBox="1">
            <a:spLocks noChangeArrowheads="1"/>
          </p:cNvSpPr>
          <p:nvPr/>
        </p:nvSpPr>
        <p:spPr bwMode="auto">
          <a:xfrm>
            <a:off x="3106738" y="2854325"/>
            <a:ext cx="5254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600" b="1"/>
              <a:t>12T</a:t>
            </a:r>
            <a:endParaRPr lang="zh-CN" altLang="en-US" sz="1600" b="1"/>
          </a:p>
        </p:txBody>
      </p:sp>
      <p:sp>
        <p:nvSpPr>
          <p:cNvPr id="38930" name="文本框 29">
            <a:extLst>
              <a:ext uri="{FF2B5EF4-FFF2-40B4-BE49-F238E27FC236}">
                <a16:creationId xmlns:a16="http://schemas.microsoft.com/office/drawing/2014/main" id="{623E90BB-1777-447F-9890-FADAE7886867}"/>
              </a:ext>
            </a:extLst>
          </p:cNvPr>
          <p:cNvSpPr txBox="1">
            <a:spLocks noChangeArrowheads="1"/>
          </p:cNvSpPr>
          <p:nvPr/>
        </p:nvSpPr>
        <p:spPr bwMode="auto">
          <a:xfrm>
            <a:off x="3317875" y="3752850"/>
            <a:ext cx="5254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600" b="1"/>
              <a:t>18T</a:t>
            </a:r>
            <a:endParaRPr lang="zh-CN" altLang="en-US" sz="1600" b="1"/>
          </a:p>
        </p:txBody>
      </p:sp>
      <p:sp>
        <p:nvSpPr>
          <p:cNvPr id="38931" name="文本框 30">
            <a:extLst>
              <a:ext uri="{FF2B5EF4-FFF2-40B4-BE49-F238E27FC236}">
                <a16:creationId xmlns:a16="http://schemas.microsoft.com/office/drawing/2014/main" id="{A9806520-42BC-492B-BFCA-4DBB5422D797}"/>
              </a:ext>
            </a:extLst>
          </p:cNvPr>
          <p:cNvSpPr txBox="1">
            <a:spLocks noChangeArrowheads="1"/>
          </p:cNvSpPr>
          <p:nvPr/>
        </p:nvSpPr>
        <p:spPr bwMode="auto">
          <a:xfrm>
            <a:off x="3432175" y="4646612"/>
            <a:ext cx="5270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600" b="1"/>
              <a:t>24T</a:t>
            </a:r>
            <a:endParaRPr lang="zh-CN" altLang="en-US" sz="1600" b="1"/>
          </a:p>
        </p:txBody>
      </p:sp>
      <p:sp>
        <p:nvSpPr>
          <p:cNvPr id="38932" name="文本框 31">
            <a:extLst>
              <a:ext uri="{FF2B5EF4-FFF2-40B4-BE49-F238E27FC236}">
                <a16:creationId xmlns:a16="http://schemas.microsoft.com/office/drawing/2014/main" id="{10A21CDA-B98B-4542-A3D2-F92E20709308}"/>
              </a:ext>
            </a:extLst>
          </p:cNvPr>
          <p:cNvSpPr txBox="1">
            <a:spLocks noChangeArrowheads="1"/>
          </p:cNvSpPr>
          <p:nvPr/>
        </p:nvSpPr>
        <p:spPr bwMode="auto">
          <a:xfrm>
            <a:off x="2347913" y="1906587"/>
            <a:ext cx="4238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600" b="1"/>
              <a:t>5T</a:t>
            </a:r>
            <a:endParaRPr lang="zh-CN" altLang="en-US" sz="1600" b="1"/>
          </a:p>
        </p:txBody>
      </p:sp>
      <p:sp>
        <p:nvSpPr>
          <p:cNvPr id="38933" name="文本框 32">
            <a:extLst>
              <a:ext uri="{FF2B5EF4-FFF2-40B4-BE49-F238E27FC236}">
                <a16:creationId xmlns:a16="http://schemas.microsoft.com/office/drawing/2014/main" id="{65668E86-E3FC-47D6-A20E-9CFFA78FDE3A}"/>
              </a:ext>
            </a:extLst>
          </p:cNvPr>
          <p:cNvSpPr txBox="1">
            <a:spLocks noChangeArrowheads="1"/>
          </p:cNvSpPr>
          <p:nvPr/>
        </p:nvSpPr>
        <p:spPr bwMode="auto">
          <a:xfrm>
            <a:off x="2339975" y="2857500"/>
            <a:ext cx="4238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600" b="1"/>
              <a:t>8T</a:t>
            </a:r>
            <a:endParaRPr lang="zh-CN" altLang="en-US" sz="1600" b="1"/>
          </a:p>
        </p:txBody>
      </p:sp>
      <p:sp>
        <p:nvSpPr>
          <p:cNvPr id="38934" name="文本框 33">
            <a:extLst>
              <a:ext uri="{FF2B5EF4-FFF2-40B4-BE49-F238E27FC236}">
                <a16:creationId xmlns:a16="http://schemas.microsoft.com/office/drawing/2014/main" id="{DE0C6C4B-0ED9-42F0-8D6C-D42076569B3D}"/>
              </a:ext>
            </a:extLst>
          </p:cNvPr>
          <p:cNvSpPr txBox="1">
            <a:spLocks noChangeArrowheads="1"/>
          </p:cNvSpPr>
          <p:nvPr/>
        </p:nvSpPr>
        <p:spPr bwMode="auto">
          <a:xfrm>
            <a:off x="2706688" y="3059112"/>
            <a:ext cx="5143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600" b="1"/>
              <a:t>11T</a:t>
            </a:r>
            <a:endParaRPr lang="zh-CN" altLang="en-US" sz="1600" b="1"/>
          </a:p>
        </p:txBody>
      </p:sp>
      <p:sp>
        <p:nvSpPr>
          <p:cNvPr id="38935" name="文本框 34">
            <a:extLst>
              <a:ext uri="{FF2B5EF4-FFF2-40B4-BE49-F238E27FC236}">
                <a16:creationId xmlns:a16="http://schemas.microsoft.com/office/drawing/2014/main" id="{B06B4C56-51A5-4711-BCF3-F0FBA57031D5}"/>
              </a:ext>
            </a:extLst>
          </p:cNvPr>
          <p:cNvSpPr txBox="1">
            <a:spLocks noChangeArrowheads="1"/>
          </p:cNvSpPr>
          <p:nvPr/>
        </p:nvSpPr>
        <p:spPr bwMode="auto">
          <a:xfrm>
            <a:off x="2500313" y="3670300"/>
            <a:ext cx="5254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600" b="1"/>
              <a:t>14T</a:t>
            </a:r>
            <a:endParaRPr lang="zh-CN" altLang="en-US" sz="1600" b="1"/>
          </a:p>
        </p:txBody>
      </p:sp>
      <p:sp>
        <p:nvSpPr>
          <p:cNvPr id="38936" name="文本框 35">
            <a:extLst>
              <a:ext uri="{FF2B5EF4-FFF2-40B4-BE49-F238E27FC236}">
                <a16:creationId xmlns:a16="http://schemas.microsoft.com/office/drawing/2014/main" id="{5E3F853E-DC7F-4541-99F5-E116CE3E2DAC}"/>
              </a:ext>
            </a:extLst>
          </p:cNvPr>
          <p:cNvSpPr txBox="1">
            <a:spLocks noChangeArrowheads="1"/>
          </p:cNvSpPr>
          <p:nvPr/>
        </p:nvSpPr>
        <p:spPr bwMode="auto">
          <a:xfrm>
            <a:off x="2827338" y="3862387"/>
            <a:ext cx="5254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600" b="1"/>
              <a:t>17T</a:t>
            </a:r>
            <a:endParaRPr lang="zh-CN" altLang="en-US" sz="1600" b="1"/>
          </a:p>
        </p:txBody>
      </p:sp>
      <p:sp>
        <p:nvSpPr>
          <p:cNvPr id="38937" name="文本框 36">
            <a:extLst>
              <a:ext uri="{FF2B5EF4-FFF2-40B4-BE49-F238E27FC236}">
                <a16:creationId xmlns:a16="http://schemas.microsoft.com/office/drawing/2014/main" id="{9FFFBD3E-E42E-4607-A603-B21B7F7A2FA9}"/>
              </a:ext>
            </a:extLst>
          </p:cNvPr>
          <p:cNvSpPr txBox="1">
            <a:spLocks noChangeArrowheads="1"/>
          </p:cNvSpPr>
          <p:nvPr/>
        </p:nvSpPr>
        <p:spPr bwMode="auto">
          <a:xfrm>
            <a:off x="2676525" y="4567237"/>
            <a:ext cx="5254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600" b="1"/>
              <a:t>20T</a:t>
            </a:r>
            <a:endParaRPr lang="zh-CN" altLang="en-US" sz="1600" b="1"/>
          </a:p>
        </p:txBody>
      </p:sp>
      <p:sp>
        <p:nvSpPr>
          <p:cNvPr id="38938" name="文本框 37">
            <a:extLst>
              <a:ext uri="{FF2B5EF4-FFF2-40B4-BE49-F238E27FC236}">
                <a16:creationId xmlns:a16="http://schemas.microsoft.com/office/drawing/2014/main" id="{751334C8-3423-4AD5-92AB-BABDC08B18F4}"/>
              </a:ext>
            </a:extLst>
          </p:cNvPr>
          <p:cNvSpPr txBox="1">
            <a:spLocks noChangeArrowheads="1"/>
          </p:cNvSpPr>
          <p:nvPr/>
        </p:nvSpPr>
        <p:spPr bwMode="auto">
          <a:xfrm>
            <a:off x="2995613" y="4892675"/>
            <a:ext cx="5270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600" b="1"/>
              <a:t>23T</a:t>
            </a:r>
            <a:endParaRPr lang="zh-CN" altLang="en-US" sz="1600" b="1"/>
          </a:p>
        </p:txBody>
      </p:sp>
      <p:sp>
        <p:nvSpPr>
          <p:cNvPr id="38939" name="文本框 38">
            <a:extLst>
              <a:ext uri="{FF2B5EF4-FFF2-40B4-BE49-F238E27FC236}">
                <a16:creationId xmlns:a16="http://schemas.microsoft.com/office/drawing/2014/main" id="{DA519152-01D8-4B40-A7CF-421284431F1C}"/>
              </a:ext>
            </a:extLst>
          </p:cNvPr>
          <p:cNvSpPr txBox="1">
            <a:spLocks noChangeArrowheads="1"/>
          </p:cNvSpPr>
          <p:nvPr/>
        </p:nvSpPr>
        <p:spPr bwMode="auto">
          <a:xfrm>
            <a:off x="758825" y="5978525"/>
            <a:ext cx="5270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r>
              <a:rPr lang="en-US" altLang="zh-CN" sz="1600" b="1"/>
              <a:t>32T</a:t>
            </a:r>
            <a:endParaRPr lang="zh-CN" altLang="en-US" sz="1600" b="1"/>
          </a:p>
        </p:txBody>
      </p:sp>
    </p:spTree>
  </p:cSld>
  <p:clrMapOvr>
    <a:masterClrMapping/>
  </p:clrMapOvr>
  <p:transition spd="med">
    <p:pull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4322" name="Rectangle 2">
            <a:extLst>
              <a:ext uri="{FF2B5EF4-FFF2-40B4-BE49-F238E27FC236}">
                <a16:creationId xmlns:a16="http://schemas.microsoft.com/office/drawing/2014/main" id="{5C5D8817-E3F2-49D2-86B3-CB9CAD010F9F}"/>
              </a:ext>
            </a:extLst>
          </p:cNvPr>
          <p:cNvSpPr>
            <a:spLocks noGrp="1" noChangeArrowheads="1"/>
          </p:cNvSpPr>
          <p:nvPr>
            <p:ph type="title"/>
          </p:nvPr>
        </p:nvSpPr>
        <p:spPr/>
        <p:txBody>
          <a:bodyPr/>
          <a:lstStyle/>
          <a:p>
            <a:pPr eaLnBrk="1" hangingPunct="1"/>
            <a:r>
              <a:rPr lang="zh-CN" altLang="en-US"/>
              <a:t>时间计算</a:t>
            </a:r>
          </a:p>
        </p:txBody>
      </p:sp>
      <p:sp>
        <p:nvSpPr>
          <p:cNvPr id="40962" name="Rectangle 3">
            <a:extLst>
              <a:ext uri="{FF2B5EF4-FFF2-40B4-BE49-F238E27FC236}">
                <a16:creationId xmlns:a16="http://schemas.microsoft.com/office/drawing/2014/main" id="{4C812E4A-2F83-4DB6-AFC0-94CF0D0B579F}"/>
              </a:ext>
            </a:extLst>
          </p:cNvPr>
          <p:cNvSpPr>
            <a:spLocks noGrp="1" noChangeArrowheads="1"/>
          </p:cNvSpPr>
          <p:nvPr>
            <p:ph idx="1"/>
          </p:nvPr>
        </p:nvSpPr>
        <p:spPr/>
        <p:txBody>
          <a:bodyPr/>
          <a:lstStyle/>
          <a:p>
            <a:pPr eaLnBrk="1" hangingPunct="1">
              <a:lnSpc>
                <a:spcPct val="90000"/>
              </a:lnSpc>
            </a:pPr>
            <a:r>
              <a:rPr lang="zh-CN" altLang="en-US" dirty="0"/>
              <a:t>实现</a:t>
            </a:r>
            <a:r>
              <a:rPr lang="en-US" altLang="zh-CN" dirty="0"/>
              <a:t>n</a:t>
            </a:r>
            <a:r>
              <a:rPr lang="zh-CN" altLang="en-US" dirty="0"/>
              <a:t>位</a:t>
            </a:r>
            <a:r>
              <a:rPr lang="en-US" altLang="zh-CN" dirty="0"/>
              <a:t>×n</a:t>
            </a:r>
            <a:r>
              <a:rPr lang="zh-CN" altLang="en-US" dirty="0"/>
              <a:t>位不带符号的原码阵列乘法器，需要</a:t>
            </a:r>
            <a:r>
              <a:rPr lang="en-US" altLang="zh-CN" dirty="0"/>
              <a:t>n(n-1)</a:t>
            </a:r>
            <a:r>
              <a:rPr lang="zh-CN" altLang="en-US" dirty="0"/>
              <a:t>个全加器和</a:t>
            </a:r>
            <a:r>
              <a:rPr lang="en-US" altLang="zh-CN" dirty="0"/>
              <a:t>n</a:t>
            </a:r>
            <a:r>
              <a:rPr lang="en-US" altLang="zh-CN" baseline="30000" dirty="0"/>
              <a:t>2</a:t>
            </a:r>
            <a:r>
              <a:rPr lang="zh-CN" altLang="en-US" dirty="0"/>
              <a:t>个“与”门</a:t>
            </a:r>
          </a:p>
          <a:p>
            <a:pPr eaLnBrk="1" hangingPunct="1">
              <a:lnSpc>
                <a:spcPct val="90000"/>
              </a:lnSpc>
            </a:pPr>
            <a:r>
              <a:rPr lang="en-US" altLang="zh-CN" dirty="0"/>
              <a:t>n</a:t>
            </a:r>
            <a:r>
              <a:rPr lang="zh-CN" altLang="en-US" dirty="0"/>
              <a:t>位</a:t>
            </a:r>
            <a:r>
              <a:rPr lang="en-US" altLang="zh-CN" dirty="0"/>
              <a:t>×n</a:t>
            </a:r>
            <a:r>
              <a:rPr lang="zh-CN" altLang="en-US" dirty="0"/>
              <a:t>位不带符号的原码阵列乘法器总的乘法时间估算为：</a:t>
            </a:r>
          </a:p>
          <a:p>
            <a:pPr lvl="1" eaLnBrk="1" hangingPunct="1">
              <a:lnSpc>
                <a:spcPct val="90000"/>
              </a:lnSpc>
              <a:buFont typeface="Wingdings" panose="05000000000000000000" pitchFamily="2" charset="2"/>
              <a:buNone/>
            </a:pPr>
            <a:r>
              <a:rPr lang="en-US" altLang="zh-CN" sz="2800" dirty="0"/>
              <a:t>t</a:t>
            </a:r>
            <a:r>
              <a:rPr lang="en-US" altLang="zh-CN" sz="2800" baseline="-25000" dirty="0"/>
              <a:t>m</a:t>
            </a:r>
            <a:r>
              <a:rPr lang="en-US" altLang="zh-CN" sz="2800" dirty="0"/>
              <a:t>= T</a:t>
            </a:r>
            <a:r>
              <a:rPr lang="en-US" altLang="zh-CN" sz="2800" baseline="-25000" dirty="0"/>
              <a:t>a</a:t>
            </a:r>
            <a:r>
              <a:rPr lang="en-US" altLang="zh-CN" sz="2800" dirty="0"/>
              <a:t> + (n-1)×6T+(n-1)×</a:t>
            </a:r>
            <a:r>
              <a:rPr lang="en-US" altLang="zh-CN" sz="2800" dirty="0" err="1"/>
              <a:t>T</a:t>
            </a:r>
            <a:r>
              <a:rPr lang="en-US" altLang="zh-CN" sz="2800" baseline="-25000" dirty="0" err="1"/>
              <a:t>f</a:t>
            </a:r>
            <a:endParaRPr lang="en-US" altLang="zh-CN" sz="2800" baseline="-25000" dirty="0"/>
          </a:p>
          <a:p>
            <a:pPr lvl="1" eaLnBrk="1" hangingPunct="1">
              <a:lnSpc>
                <a:spcPct val="90000"/>
              </a:lnSpc>
              <a:buFont typeface="Wingdings" panose="05000000000000000000" pitchFamily="2" charset="2"/>
              <a:buNone/>
            </a:pPr>
            <a:r>
              <a:rPr lang="en-US" altLang="zh-CN" sz="2800" dirty="0"/>
              <a:t>    = T+ (n-1)×6T +(n-1)×</a:t>
            </a:r>
            <a:r>
              <a:rPr lang="en-US" altLang="zh-CN" sz="2800" dirty="0" err="1"/>
              <a:t>T</a:t>
            </a:r>
            <a:r>
              <a:rPr lang="en-US" altLang="zh-CN" sz="2800" baseline="-25000" dirty="0" err="1"/>
              <a:t>f</a:t>
            </a:r>
            <a:endParaRPr lang="en-US" altLang="zh-CN" sz="2800" baseline="-25000" dirty="0"/>
          </a:p>
          <a:p>
            <a:pPr lvl="1" eaLnBrk="1" hangingPunct="1">
              <a:lnSpc>
                <a:spcPct val="90000"/>
              </a:lnSpc>
              <a:buFont typeface="Wingdings" panose="05000000000000000000" pitchFamily="2" charset="2"/>
              <a:buNone/>
            </a:pPr>
            <a:r>
              <a:rPr lang="en-US" altLang="zh-CN" sz="2800" dirty="0"/>
              <a:t>    = (8n-7)T</a:t>
            </a:r>
          </a:p>
          <a:p>
            <a:pPr lvl="1" eaLnBrk="1" hangingPunct="1">
              <a:lnSpc>
                <a:spcPct val="90000"/>
              </a:lnSpc>
            </a:pPr>
            <a:r>
              <a:rPr lang="en-US" altLang="zh-CN" dirty="0"/>
              <a:t>T</a:t>
            </a:r>
            <a:r>
              <a:rPr lang="en-US" altLang="zh-CN" baseline="-25000" dirty="0"/>
              <a:t>a</a:t>
            </a:r>
            <a:r>
              <a:rPr lang="zh-CN" altLang="en-US" dirty="0"/>
              <a:t>是计算</a:t>
            </a:r>
            <a:r>
              <a:rPr lang="en-US" altLang="zh-CN" dirty="0" err="1"/>
              <a:t>aibi</a:t>
            </a:r>
            <a:r>
              <a:rPr lang="zh-CN" altLang="en-US" dirty="0"/>
              <a:t>的时间，为</a:t>
            </a:r>
            <a:r>
              <a:rPr lang="en-US" altLang="zh-CN" dirty="0"/>
              <a:t>1T</a:t>
            </a:r>
            <a:endParaRPr lang="zh-CN" altLang="en-US" dirty="0"/>
          </a:p>
          <a:p>
            <a:pPr lvl="1" eaLnBrk="1" hangingPunct="1">
              <a:lnSpc>
                <a:spcPct val="90000"/>
              </a:lnSpc>
            </a:pPr>
            <a:r>
              <a:rPr lang="en-US" altLang="zh-CN" dirty="0" err="1"/>
              <a:t>T</a:t>
            </a:r>
            <a:r>
              <a:rPr lang="en-US" altLang="zh-CN" baseline="-25000" dirty="0" err="1"/>
              <a:t>f</a:t>
            </a:r>
            <a:r>
              <a:rPr lang="zh-CN" altLang="en-US" dirty="0"/>
              <a:t>是全加器的进位延迟，为</a:t>
            </a:r>
            <a:r>
              <a:rPr lang="en-US" altLang="zh-CN" dirty="0"/>
              <a:t>2T</a:t>
            </a:r>
            <a:endParaRPr lang="zh-CN" altLang="en-US" dirty="0"/>
          </a:p>
        </p:txBody>
      </p:sp>
    </p:spTree>
  </p:cSld>
  <p:clrMapOvr>
    <a:masterClrMapping/>
  </p:clrMapOvr>
  <p:transition spd="med">
    <p:pull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6" name="Rectangle 2">
            <a:extLst>
              <a:ext uri="{FF2B5EF4-FFF2-40B4-BE49-F238E27FC236}">
                <a16:creationId xmlns:a16="http://schemas.microsoft.com/office/drawing/2014/main" id="{68F47E08-0539-4907-91CA-30AC02F3A2C2}"/>
              </a:ext>
            </a:extLst>
          </p:cNvPr>
          <p:cNvSpPr>
            <a:spLocks noGrp="1" noChangeArrowheads="1"/>
          </p:cNvSpPr>
          <p:nvPr>
            <p:ph type="title"/>
          </p:nvPr>
        </p:nvSpPr>
        <p:spPr/>
        <p:txBody>
          <a:bodyPr/>
          <a:lstStyle/>
          <a:p>
            <a:pPr eaLnBrk="1" hangingPunct="1">
              <a:defRPr/>
            </a:pPr>
            <a:r>
              <a:rPr lang="zh-CN" altLang="en-US"/>
              <a:t>例</a:t>
            </a:r>
            <a:r>
              <a:rPr lang="en-US" altLang="zh-CN"/>
              <a:t>19</a:t>
            </a:r>
          </a:p>
        </p:txBody>
      </p:sp>
      <p:sp>
        <p:nvSpPr>
          <p:cNvPr id="41986" name="Rectangle 3">
            <a:extLst>
              <a:ext uri="{FF2B5EF4-FFF2-40B4-BE49-F238E27FC236}">
                <a16:creationId xmlns:a16="http://schemas.microsoft.com/office/drawing/2014/main" id="{F522C075-8981-4724-A662-8CE7D8DF8D56}"/>
              </a:ext>
            </a:extLst>
          </p:cNvPr>
          <p:cNvSpPr>
            <a:spLocks noGrp="1" noChangeArrowheads="1"/>
          </p:cNvSpPr>
          <p:nvPr>
            <p:ph idx="1"/>
          </p:nvPr>
        </p:nvSpPr>
        <p:spPr/>
        <p:txBody>
          <a:bodyPr/>
          <a:lstStyle/>
          <a:p>
            <a:pPr eaLnBrk="1" hangingPunct="1">
              <a:lnSpc>
                <a:spcPct val="90000"/>
              </a:lnSpc>
              <a:buFont typeface="Wingdings 2" panose="05020102010507070707" pitchFamily="18" charset="2"/>
              <a:buNone/>
            </a:pPr>
            <a:r>
              <a:rPr lang="en-US" altLang="zh-CN" sz="2400" i="1"/>
              <a:t>a</a:t>
            </a:r>
            <a:r>
              <a:rPr lang="en-US" altLang="zh-CN" sz="2400"/>
              <a:t>4</a:t>
            </a:r>
            <a:r>
              <a:rPr lang="en-US" altLang="zh-CN" sz="2400" i="1"/>
              <a:t>b</a:t>
            </a:r>
            <a:r>
              <a:rPr lang="en-US" altLang="zh-CN" sz="2400"/>
              <a:t>0</a:t>
            </a:r>
            <a:r>
              <a:rPr lang="zh-CN" altLang="en-US" sz="2400"/>
              <a:t>＝</a:t>
            </a:r>
            <a:r>
              <a:rPr lang="en-US" altLang="zh-CN" sz="2400"/>
              <a:t>1  </a:t>
            </a:r>
            <a:r>
              <a:rPr lang="en-US" altLang="zh-CN" sz="2400" i="1"/>
              <a:t>a</a:t>
            </a:r>
            <a:r>
              <a:rPr lang="en-US" altLang="zh-CN" sz="2400"/>
              <a:t>3</a:t>
            </a:r>
            <a:r>
              <a:rPr lang="en-US" altLang="zh-CN" sz="2400" i="1"/>
              <a:t>b</a:t>
            </a:r>
            <a:r>
              <a:rPr lang="en-US" altLang="zh-CN" sz="2400"/>
              <a:t>0</a:t>
            </a:r>
            <a:r>
              <a:rPr lang="zh-CN" altLang="en-US" sz="2400"/>
              <a:t>＝</a:t>
            </a:r>
            <a:r>
              <a:rPr lang="en-US" altLang="zh-CN" sz="2400"/>
              <a:t>1  </a:t>
            </a:r>
            <a:r>
              <a:rPr lang="en-US" altLang="zh-CN" sz="2400" i="1"/>
              <a:t>a</a:t>
            </a:r>
            <a:r>
              <a:rPr lang="en-US" altLang="zh-CN" sz="2400"/>
              <a:t>2</a:t>
            </a:r>
            <a:r>
              <a:rPr lang="en-US" altLang="zh-CN" sz="2400" i="1"/>
              <a:t>b</a:t>
            </a:r>
            <a:r>
              <a:rPr lang="en-US" altLang="zh-CN" sz="2400"/>
              <a:t>0</a:t>
            </a:r>
            <a:r>
              <a:rPr lang="zh-CN" altLang="en-US" sz="2400"/>
              <a:t>＝</a:t>
            </a:r>
            <a:r>
              <a:rPr lang="en-US" altLang="zh-CN" sz="2400"/>
              <a:t>0  </a:t>
            </a:r>
            <a:r>
              <a:rPr lang="en-US" altLang="zh-CN" sz="2400" i="1"/>
              <a:t>a</a:t>
            </a:r>
            <a:r>
              <a:rPr lang="en-US" altLang="zh-CN" sz="2400"/>
              <a:t>1</a:t>
            </a:r>
            <a:r>
              <a:rPr lang="en-US" altLang="zh-CN" sz="2400" i="1"/>
              <a:t>b</a:t>
            </a:r>
            <a:r>
              <a:rPr lang="en-US" altLang="zh-CN" sz="2400"/>
              <a:t>0</a:t>
            </a:r>
            <a:r>
              <a:rPr lang="zh-CN" altLang="en-US" sz="2400"/>
              <a:t>＝</a:t>
            </a:r>
            <a:r>
              <a:rPr lang="en-US" altLang="zh-CN" sz="2400"/>
              <a:t>1  </a:t>
            </a:r>
            <a:r>
              <a:rPr lang="en-US" altLang="zh-CN" sz="2400" i="1"/>
              <a:t>a</a:t>
            </a:r>
            <a:r>
              <a:rPr lang="en-US" altLang="zh-CN" sz="2400"/>
              <a:t>0</a:t>
            </a:r>
            <a:r>
              <a:rPr lang="en-US" altLang="zh-CN" sz="2400" i="1"/>
              <a:t>b</a:t>
            </a:r>
            <a:r>
              <a:rPr lang="en-US" altLang="zh-CN" sz="2400"/>
              <a:t>0</a:t>
            </a:r>
            <a:r>
              <a:rPr lang="zh-CN" altLang="en-US" sz="2400"/>
              <a:t>＝</a:t>
            </a:r>
            <a:r>
              <a:rPr lang="en-US" altLang="zh-CN" sz="2400"/>
              <a:t>1</a:t>
            </a:r>
            <a:endParaRPr lang="en-US" altLang="zh-CN" sz="2400" i="1"/>
          </a:p>
          <a:p>
            <a:pPr eaLnBrk="1" hangingPunct="1">
              <a:lnSpc>
                <a:spcPct val="90000"/>
              </a:lnSpc>
              <a:buFont typeface="Wingdings 2" panose="05020102010507070707" pitchFamily="18" charset="2"/>
              <a:buNone/>
            </a:pPr>
            <a:r>
              <a:rPr lang="en-US" altLang="zh-CN" sz="2400" i="1"/>
              <a:t>a</a:t>
            </a:r>
            <a:r>
              <a:rPr lang="en-US" altLang="zh-CN" sz="2400"/>
              <a:t>4</a:t>
            </a:r>
            <a:r>
              <a:rPr lang="en-US" altLang="zh-CN" sz="2400" i="1"/>
              <a:t>b</a:t>
            </a:r>
            <a:r>
              <a:rPr lang="en-US" altLang="zh-CN" sz="2400"/>
              <a:t>1</a:t>
            </a:r>
            <a:r>
              <a:rPr lang="zh-CN" altLang="en-US" sz="2400"/>
              <a:t>＝</a:t>
            </a:r>
            <a:r>
              <a:rPr lang="en-US" altLang="zh-CN" sz="2400"/>
              <a:t>0  </a:t>
            </a:r>
            <a:r>
              <a:rPr lang="en-US" altLang="zh-CN" sz="2400" i="1"/>
              <a:t>a</a:t>
            </a:r>
            <a:r>
              <a:rPr lang="en-US" altLang="zh-CN" sz="2400"/>
              <a:t>3</a:t>
            </a:r>
            <a:r>
              <a:rPr lang="en-US" altLang="zh-CN" sz="2400" i="1"/>
              <a:t>b</a:t>
            </a:r>
            <a:r>
              <a:rPr lang="en-US" altLang="zh-CN" sz="2400"/>
              <a:t>1</a:t>
            </a:r>
            <a:r>
              <a:rPr lang="zh-CN" altLang="en-US" sz="2400"/>
              <a:t>＝</a:t>
            </a:r>
            <a:r>
              <a:rPr lang="en-US" altLang="zh-CN" sz="2400"/>
              <a:t>0  </a:t>
            </a:r>
            <a:r>
              <a:rPr lang="en-US" altLang="zh-CN" sz="2400" i="1"/>
              <a:t>a</a:t>
            </a:r>
            <a:r>
              <a:rPr lang="en-US" altLang="zh-CN" sz="2400"/>
              <a:t>2</a:t>
            </a:r>
            <a:r>
              <a:rPr lang="en-US" altLang="zh-CN" sz="2400" i="1"/>
              <a:t>b</a:t>
            </a:r>
            <a:r>
              <a:rPr lang="en-US" altLang="zh-CN" sz="2400"/>
              <a:t>1</a:t>
            </a:r>
            <a:r>
              <a:rPr lang="zh-CN" altLang="en-US" sz="2400"/>
              <a:t>＝</a:t>
            </a:r>
            <a:r>
              <a:rPr lang="en-US" altLang="zh-CN" sz="2400"/>
              <a:t>0  </a:t>
            </a:r>
            <a:r>
              <a:rPr lang="en-US" altLang="zh-CN" sz="2400" i="1"/>
              <a:t>a</a:t>
            </a:r>
            <a:r>
              <a:rPr lang="en-US" altLang="zh-CN" sz="2400"/>
              <a:t>1</a:t>
            </a:r>
            <a:r>
              <a:rPr lang="en-US" altLang="zh-CN" sz="2400" i="1"/>
              <a:t>b</a:t>
            </a:r>
            <a:r>
              <a:rPr lang="en-US" altLang="zh-CN" sz="2400"/>
              <a:t>1</a:t>
            </a:r>
            <a:r>
              <a:rPr lang="zh-CN" altLang="en-US" sz="2400"/>
              <a:t>＝</a:t>
            </a:r>
            <a:r>
              <a:rPr lang="en-US" altLang="zh-CN" sz="2400"/>
              <a:t>0  </a:t>
            </a:r>
            <a:r>
              <a:rPr lang="en-US" altLang="zh-CN" sz="2400" i="1"/>
              <a:t>a</a:t>
            </a:r>
            <a:r>
              <a:rPr lang="en-US" altLang="zh-CN" sz="2400"/>
              <a:t>0</a:t>
            </a:r>
            <a:r>
              <a:rPr lang="en-US" altLang="zh-CN" sz="2400" i="1"/>
              <a:t>b</a:t>
            </a:r>
            <a:r>
              <a:rPr lang="en-US" altLang="zh-CN" sz="2400"/>
              <a:t>1</a:t>
            </a:r>
            <a:r>
              <a:rPr lang="zh-CN" altLang="en-US" sz="2400"/>
              <a:t>＝</a:t>
            </a:r>
            <a:r>
              <a:rPr lang="en-US" altLang="zh-CN" sz="2400"/>
              <a:t>0</a:t>
            </a:r>
            <a:endParaRPr lang="en-US" altLang="zh-CN" sz="2400" i="1"/>
          </a:p>
          <a:p>
            <a:pPr eaLnBrk="1" hangingPunct="1">
              <a:lnSpc>
                <a:spcPct val="90000"/>
              </a:lnSpc>
              <a:buFont typeface="Wingdings 2" panose="05020102010507070707" pitchFamily="18" charset="2"/>
              <a:buNone/>
            </a:pPr>
            <a:r>
              <a:rPr lang="en-US" altLang="zh-CN" sz="2400" i="1"/>
              <a:t>a</a:t>
            </a:r>
            <a:r>
              <a:rPr lang="en-US" altLang="zh-CN" sz="2400"/>
              <a:t>4</a:t>
            </a:r>
            <a:r>
              <a:rPr lang="en-US" altLang="zh-CN" sz="2400" i="1"/>
              <a:t>b</a:t>
            </a:r>
            <a:r>
              <a:rPr lang="en-US" altLang="zh-CN" sz="2400"/>
              <a:t>2</a:t>
            </a:r>
            <a:r>
              <a:rPr lang="zh-CN" altLang="en-US" sz="2400"/>
              <a:t>＝</a:t>
            </a:r>
            <a:r>
              <a:rPr lang="en-US" altLang="zh-CN" sz="2400"/>
              <a:t>1  </a:t>
            </a:r>
            <a:r>
              <a:rPr lang="en-US" altLang="zh-CN" sz="2400" i="1"/>
              <a:t>a</a:t>
            </a:r>
            <a:r>
              <a:rPr lang="en-US" altLang="zh-CN" sz="2400"/>
              <a:t>3</a:t>
            </a:r>
            <a:r>
              <a:rPr lang="en-US" altLang="zh-CN" sz="2400" i="1"/>
              <a:t>b</a:t>
            </a:r>
            <a:r>
              <a:rPr lang="en-US" altLang="zh-CN" sz="2400"/>
              <a:t>2</a:t>
            </a:r>
            <a:r>
              <a:rPr lang="zh-CN" altLang="en-US" sz="2400"/>
              <a:t>＝</a:t>
            </a:r>
            <a:r>
              <a:rPr lang="en-US" altLang="zh-CN" sz="2400"/>
              <a:t>1  </a:t>
            </a:r>
            <a:r>
              <a:rPr lang="en-US" altLang="zh-CN" sz="2400" i="1"/>
              <a:t>a</a:t>
            </a:r>
            <a:r>
              <a:rPr lang="en-US" altLang="zh-CN" sz="2400"/>
              <a:t>2</a:t>
            </a:r>
            <a:r>
              <a:rPr lang="en-US" altLang="zh-CN" sz="2400" i="1"/>
              <a:t>b</a:t>
            </a:r>
            <a:r>
              <a:rPr lang="en-US" altLang="zh-CN" sz="2400"/>
              <a:t>2</a:t>
            </a:r>
            <a:r>
              <a:rPr lang="zh-CN" altLang="en-US" sz="2400"/>
              <a:t>＝</a:t>
            </a:r>
            <a:r>
              <a:rPr lang="en-US" altLang="zh-CN" sz="2400"/>
              <a:t>0  </a:t>
            </a:r>
            <a:r>
              <a:rPr lang="en-US" altLang="zh-CN" sz="2400" i="1"/>
              <a:t>a</a:t>
            </a:r>
            <a:r>
              <a:rPr lang="en-US" altLang="zh-CN" sz="2400"/>
              <a:t>1</a:t>
            </a:r>
            <a:r>
              <a:rPr lang="en-US" altLang="zh-CN" sz="2400" i="1"/>
              <a:t>b</a:t>
            </a:r>
            <a:r>
              <a:rPr lang="en-US" altLang="zh-CN" sz="2400"/>
              <a:t>2</a:t>
            </a:r>
            <a:r>
              <a:rPr lang="zh-CN" altLang="en-US" sz="2400"/>
              <a:t>＝</a:t>
            </a:r>
            <a:r>
              <a:rPr lang="en-US" altLang="zh-CN" sz="2400"/>
              <a:t>1  </a:t>
            </a:r>
            <a:r>
              <a:rPr lang="en-US" altLang="zh-CN" sz="2400" i="1"/>
              <a:t>a</a:t>
            </a:r>
            <a:r>
              <a:rPr lang="en-US" altLang="zh-CN" sz="2400"/>
              <a:t>0</a:t>
            </a:r>
            <a:r>
              <a:rPr lang="en-US" altLang="zh-CN" sz="2400" i="1"/>
              <a:t>b</a:t>
            </a:r>
            <a:r>
              <a:rPr lang="en-US" altLang="zh-CN" sz="2400"/>
              <a:t>2</a:t>
            </a:r>
            <a:r>
              <a:rPr lang="zh-CN" altLang="en-US" sz="2400"/>
              <a:t>＝</a:t>
            </a:r>
            <a:r>
              <a:rPr lang="en-US" altLang="zh-CN" sz="2400"/>
              <a:t>0</a:t>
            </a:r>
            <a:endParaRPr lang="en-US" altLang="zh-CN" sz="2400" i="1"/>
          </a:p>
          <a:p>
            <a:pPr eaLnBrk="1" hangingPunct="1">
              <a:lnSpc>
                <a:spcPct val="90000"/>
              </a:lnSpc>
              <a:buFont typeface="Wingdings 2" panose="05020102010507070707" pitchFamily="18" charset="2"/>
              <a:buNone/>
            </a:pPr>
            <a:r>
              <a:rPr lang="en-US" altLang="zh-CN" sz="2400" i="1"/>
              <a:t>a</a:t>
            </a:r>
            <a:r>
              <a:rPr lang="en-US" altLang="zh-CN" sz="2400"/>
              <a:t>4</a:t>
            </a:r>
            <a:r>
              <a:rPr lang="en-US" altLang="zh-CN" sz="2400" i="1"/>
              <a:t>b</a:t>
            </a:r>
            <a:r>
              <a:rPr lang="en-US" altLang="zh-CN" sz="2400"/>
              <a:t>3</a:t>
            </a:r>
            <a:r>
              <a:rPr lang="zh-CN" altLang="en-US" sz="2400"/>
              <a:t>＝</a:t>
            </a:r>
            <a:r>
              <a:rPr lang="en-US" altLang="zh-CN" sz="2400"/>
              <a:t>0  </a:t>
            </a:r>
            <a:r>
              <a:rPr lang="en-US" altLang="zh-CN" sz="2400" i="1"/>
              <a:t>a</a:t>
            </a:r>
            <a:r>
              <a:rPr lang="en-US" altLang="zh-CN" sz="2400"/>
              <a:t>3</a:t>
            </a:r>
            <a:r>
              <a:rPr lang="en-US" altLang="zh-CN" sz="2400" i="1"/>
              <a:t>b</a:t>
            </a:r>
            <a:r>
              <a:rPr lang="en-US" altLang="zh-CN" sz="2400"/>
              <a:t>3</a:t>
            </a:r>
            <a:r>
              <a:rPr lang="zh-CN" altLang="en-US" sz="2400"/>
              <a:t>＝</a:t>
            </a:r>
            <a:r>
              <a:rPr lang="en-US" altLang="zh-CN" sz="2400"/>
              <a:t>0  </a:t>
            </a:r>
            <a:r>
              <a:rPr lang="en-US" altLang="zh-CN" sz="2400" i="1"/>
              <a:t>a</a:t>
            </a:r>
            <a:r>
              <a:rPr lang="en-US" altLang="zh-CN" sz="2400"/>
              <a:t>2</a:t>
            </a:r>
            <a:r>
              <a:rPr lang="en-US" altLang="zh-CN" sz="2400" i="1"/>
              <a:t>b</a:t>
            </a:r>
            <a:r>
              <a:rPr lang="en-US" altLang="zh-CN" sz="2400"/>
              <a:t>3</a:t>
            </a:r>
            <a:r>
              <a:rPr lang="zh-CN" altLang="en-US" sz="2400"/>
              <a:t>＝</a:t>
            </a:r>
            <a:r>
              <a:rPr lang="en-US" altLang="zh-CN" sz="2400"/>
              <a:t>0  </a:t>
            </a:r>
            <a:r>
              <a:rPr lang="en-US" altLang="zh-CN" sz="2400" i="1"/>
              <a:t>a</a:t>
            </a:r>
            <a:r>
              <a:rPr lang="en-US" altLang="zh-CN" sz="2400"/>
              <a:t>1</a:t>
            </a:r>
            <a:r>
              <a:rPr lang="en-US" altLang="zh-CN" sz="2400" i="1"/>
              <a:t>b</a:t>
            </a:r>
            <a:r>
              <a:rPr lang="en-US" altLang="zh-CN" sz="2400"/>
              <a:t>3</a:t>
            </a:r>
            <a:r>
              <a:rPr lang="zh-CN" altLang="en-US" sz="2400"/>
              <a:t>＝</a:t>
            </a:r>
            <a:r>
              <a:rPr lang="en-US" altLang="zh-CN" sz="2400"/>
              <a:t>0  </a:t>
            </a:r>
            <a:r>
              <a:rPr lang="en-US" altLang="zh-CN" sz="2400" i="1"/>
              <a:t>a</a:t>
            </a:r>
            <a:r>
              <a:rPr lang="en-US" altLang="zh-CN" sz="2400"/>
              <a:t>0</a:t>
            </a:r>
            <a:r>
              <a:rPr lang="en-US" altLang="zh-CN" sz="2400" i="1"/>
              <a:t>b</a:t>
            </a:r>
            <a:r>
              <a:rPr lang="en-US" altLang="zh-CN" sz="2400"/>
              <a:t>3</a:t>
            </a:r>
            <a:r>
              <a:rPr lang="zh-CN" altLang="en-US" sz="2400"/>
              <a:t>＝</a:t>
            </a:r>
            <a:r>
              <a:rPr lang="en-US" altLang="zh-CN" sz="2400"/>
              <a:t>0</a:t>
            </a:r>
            <a:endParaRPr lang="en-US" altLang="zh-CN" sz="2400" i="1"/>
          </a:p>
          <a:p>
            <a:pPr eaLnBrk="1" hangingPunct="1">
              <a:lnSpc>
                <a:spcPct val="90000"/>
              </a:lnSpc>
              <a:buFont typeface="Wingdings 2" panose="05020102010507070707" pitchFamily="18" charset="2"/>
              <a:buNone/>
            </a:pPr>
            <a:r>
              <a:rPr lang="en-US" altLang="zh-CN" sz="2400" i="1"/>
              <a:t>a</a:t>
            </a:r>
            <a:r>
              <a:rPr lang="en-US" altLang="zh-CN" sz="2400"/>
              <a:t>4</a:t>
            </a:r>
            <a:r>
              <a:rPr lang="en-US" altLang="zh-CN" sz="2400" i="1"/>
              <a:t>b</a:t>
            </a:r>
            <a:r>
              <a:rPr lang="en-US" altLang="zh-CN" sz="2400"/>
              <a:t>4</a:t>
            </a:r>
            <a:r>
              <a:rPr lang="zh-CN" altLang="en-US" sz="2400"/>
              <a:t>＝</a:t>
            </a:r>
            <a:r>
              <a:rPr lang="en-US" altLang="zh-CN" sz="2400"/>
              <a:t>1  </a:t>
            </a:r>
            <a:r>
              <a:rPr lang="en-US" altLang="zh-CN" sz="2400" i="1"/>
              <a:t>a</a:t>
            </a:r>
            <a:r>
              <a:rPr lang="en-US" altLang="zh-CN" sz="2400"/>
              <a:t>3</a:t>
            </a:r>
            <a:r>
              <a:rPr lang="en-US" altLang="zh-CN" sz="2400" i="1"/>
              <a:t>b</a:t>
            </a:r>
            <a:r>
              <a:rPr lang="en-US" altLang="zh-CN" sz="2400"/>
              <a:t>4</a:t>
            </a:r>
            <a:r>
              <a:rPr lang="zh-CN" altLang="en-US" sz="2400"/>
              <a:t>＝</a:t>
            </a:r>
            <a:r>
              <a:rPr lang="en-US" altLang="zh-CN" sz="2400"/>
              <a:t>1  </a:t>
            </a:r>
            <a:r>
              <a:rPr lang="en-US" altLang="zh-CN" sz="2400" i="1"/>
              <a:t>a</a:t>
            </a:r>
            <a:r>
              <a:rPr lang="en-US" altLang="zh-CN" sz="2400"/>
              <a:t>2</a:t>
            </a:r>
            <a:r>
              <a:rPr lang="en-US" altLang="zh-CN" sz="2400" i="1"/>
              <a:t>b</a:t>
            </a:r>
            <a:r>
              <a:rPr lang="en-US" altLang="zh-CN" sz="2400"/>
              <a:t>4</a:t>
            </a:r>
            <a:r>
              <a:rPr lang="zh-CN" altLang="en-US" sz="2400"/>
              <a:t>＝</a:t>
            </a:r>
            <a:r>
              <a:rPr lang="en-US" altLang="zh-CN" sz="2400"/>
              <a:t>0  </a:t>
            </a:r>
            <a:r>
              <a:rPr lang="en-US" altLang="zh-CN" sz="2400" i="1"/>
              <a:t>a</a:t>
            </a:r>
            <a:r>
              <a:rPr lang="en-US" altLang="zh-CN" sz="2400"/>
              <a:t>1</a:t>
            </a:r>
            <a:r>
              <a:rPr lang="en-US" altLang="zh-CN" sz="2400" i="1"/>
              <a:t>b</a:t>
            </a:r>
            <a:r>
              <a:rPr lang="en-US" altLang="zh-CN" sz="2400"/>
              <a:t>4</a:t>
            </a:r>
            <a:r>
              <a:rPr lang="zh-CN" altLang="en-US" sz="2400"/>
              <a:t>＝</a:t>
            </a:r>
            <a:r>
              <a:rPr lang="en-US" altLang="zh-CN" sz="2400"/>
              <a:t>1  </a:t>
            </a:r>
            <a:r>
              <a:rPr lang="en-US" altLang="zh-CN" sz="2400" i="1"/>
              <a:t>a</a:t>
            </a:r>
            <a:r>
              <a:rPr lang="en-US" altLang="zh-CN" sz="2400"/>
              <a:t>0</a:t>
            </a:r>
            <a:r>
              <a:rPr lang="en-US" altLang="zh-CN" sz="2400" i="1"/>
              <a:t>b</a:t>
            </a:r>
            <a:r>
              <a:rPr lang="en-US" altLang="zh-CN" sz="2400"/>
              <a:t>4</a:t>
            </a:r>
            <a:r>
              <a:rPr lang="zh-CN" altLang="en-US" sz="2400"/>
              <a:t>＝</a:t>
            </a:r>
            <a:r>
              <a:rPr lang="en-US" altLang="zh-CN" sz="2400"/>
              <a:t>1</a:t>
            </a:r>
          </a:p>
          <a:p>
            <a:pPr eaLnBrk="1" hangingPunct="1">
              <a:lnSpc>
                <a:spcPct val="90000"/>
              </a:lnSpc>
              <a:buFont typeface="Wingdings 2" panose="05020102010507070707" pitchFamily="18" charset="2"/>
              <a:buNone/>
            </a:pPr>
            <a:endParaRPr lang="en-US" altLang="zh-CN" sz="2400"/>
          </a:p>
          <a:p>
            <a:pPr eaLnBrk="1" hangingPunct="1">
              <a:lnSpc>
                <a:spcPct val="90000"/>
              </a:lnSpc>
              <a:buFont typeface="Wingdings 2" panose="05020102010507070707" pitchFamily="18" charset="2"/>
              <a:buNone/>
            </a:pPr>
            <a:endParaRPr lang="en-US" altLang="zh-CN" sz="2400"/>
          </a:p>
          <a:p>
            <a:pPr eaLnBrk="1" hangingPunct="1">
              <a:lnSpc>
                <a:spcPct val="90000"/>
              </a:lnSpc>
              <a:buFont typeface="Wingdings 2" panose="05020102010507070707" pitchFamily="18" charset="2"/>
              <a:buNone/>
            </a:pPr>
            <a:endParaRPr lang="en-US" altLang="zh-CN" sz="2400"/>
          </a:p>
          <a:p>
            <a:pPr eaLnBrk="1" hangingPunct="1">
              <a:lnSpc>
                <a:spcPct val="90000"/>
              </a:lnSpc>
              <a:buFont typeface="Wingdings 2" panose="05020102010507070707" pitchFamily="18" charset="2"/>
              <a:buNone/>
            </a:pPr>
            <a:endParaRPr lang="en-US" altLang="zh-CN" sz="2400"/>
          </a:p>
          <a:p>
            <a:pPr eaLnBrk="1" hangingPunct="1">
              <a:lnSpc>
                <a:spcPct val="90000"/>
              </a:lnSpc>
              <a:buFont typeface="Wingdings 2" panose="05020102010507070707" pitchFamily="18" charset="2"/>
              <a:buNone/>
            </a:pPr>
            <a:endParaRPr lang="en-US" altLang="zh-CN" sz="2400"/>
          </a:p>
          <a:p>
            <a:pPr eaLnBrk="1" hangingPunct="1">
              <a:lnSpc>
                <a:spcPct val="90000"/>
              </a:lnSpc>
              <a:buFont typeface="Wingdings 2" panose="05020102010507070707" pitchFamily="18" charset="2"/>
              <a:buNone/>
            </a:pPr>
            <a:endParaRPr lang="en-US" altLang="zh-CN" sz="2400"/>
          </a:p>
          <a:p>
            <a:pPr eaLnBrk="1" hangingPunct="1">
              <a:lnSpc>
                <a:spcPct val="90000"/>
              </a:lnSpc>
              <a:buFont typeface="Wingdings 2" panose="05020102010507070707" pitchFamily="18" charset="2"/>
              <a:buNone/>
            </a:pPr>
            <a:endParaRPr lang="en-US" altLang="zh-CN" sz="2400"/>
          </a:p>
          <a:p>
            <a:pPr eaLnBrk="1" hangingPunct="1">
              <a:lnSpc>
                <a:spcPct val="90000"/>
              </a:lnSpc>
              <a:buFont typeface="Wingdings 2" panose="05020102010507070707" pitchFamily="18" charset="2"/>
              <a:buNone/>
            </a:pPr>
            <a:r>
              <a:rPr lang="en-US" altLang="zh-CN" sz="2800" i="1"/>
              <a:t>P</a:t>
            </a:r>
            <a:r>
              <a:rPr lang="zh-CN" altLang="en-US" sz="2800"/>
              <a:t>＝</a:t>
            </a:r>
            <a:r>
              <a:rPr lang="en-US" altLang="zh-CN" sz="2800" i="1"/>
              <a:t>p</a:t>
            </a:r>
            <a:r>
              <a:rPr lang="en-US" altLang="zh-CN" sz="2800"/>
              <a:t>9</a:t>
            </a:r>
            <a:r>
              <a:rPr lang="en-US" altLang="zh-CN" sz="2800" i="1"/>
              <a:t>p</a:t>
            </a:r>
            <a:r>
              <a:rPr lang="en-US" altLang="zh-CN" sz="2800"/>
              <a:t>8</a:t>
            </a:r>
            <a:r>
              <a:rPr lang="en-US" altLang="zh-CN" sz="2800" i="1"/>
              <a:t>p</a:t>
            </a:r>
            <a:r>
              <a:rPr lang="en-US" altLang="zh-CN" sz="2800"/>
              <a:t>7</a:t>
            </a:r>
            <a:r>
              <a:rPr lang="en-US" altLang="zh-CN" sz="2800" i="1"/>
              <a:t>p</a:t>
            </a:r>
            <a:r>
              <a:rPr lang="en-US" altLang="zh-CN" sz="2800"/>
              <a:t>6</a:t>
            </a:r>
            <a:r>
              <a:rPr lang="en-US" altLang="zh-CN" sz="2800" i="1"/>
              <a:t>p</a:t>
            </a:r>
            <a:r>
              <a:rPr lang="en-US" altLang="zh-CN" sz="2800"/>
              <a:t>5</a:t>
            </a:r>
            <a:r>
              <a:rPr lang="en-US" altLang="zh-CN" sz="2800" i="1"/>
              <a:t>p</a:t>
            </a:r>
            <a:r>
              <a:rPr lang="en-US" altLang="zh-CN" sz="2800"/>
              <a:t>4</a:t>
            </a:r>
            <a:r>
              <a:rPr lang="en-US" altLang="zh-CN" sz="2800" i="1"/>
              <a:t>p</a:t>
            </a:r>
            <a:r>
              <a:rPr lang="en-US" altLang="zh-CN" sz="2800"/>
              <a:t>3</a:t>
            </a:r>
            <a:r>
              <a:rPr lang="en-US" altLang="zh-CN" sz="2800" i="1"/>
              <a:t>p</a:t>
            </a:r>
            <a:r>
              <a:rPr lang="en-US" altLang="zh-CN" sz="2800"/>
              <a:t>2</a:t>
            </a:r>
            <a:r>
              <a:rPr lang="en-US" altLang="zh-CN" sz="2800" i="1"/>
              <a:t>p</a:t>
            </a:r>
            <a:r>
              <a:rPr lang="en-US" altLang="zh-CN" sz="2800"/>
              <a:t>1</a:t>
            </a:r>
            <a:r>
              <a:rPr lang="en-US" altLang="zh-CN" sz="2800" i="1"/>
              <a:t>p</a:t>
            </a:r>
            <a:r>
              <a:rPr lang="en-US" altLang="zh-CN" sz="2800"/>
              <a:t>0</a:t>
            </a:r>
            <a:r>
              <a:rPr lang="zh-CN" altLang="en-US" sz="2800"/>
              <a:t>＝</a:t>
            </a:r>
            <a:r>
              <a:rPr lang="en-US" altLang="zh-CN" sz="2800"/>
              <a:t>1000110111 (567</a:t>
            </a:r>
            <a:r>
              <a:rPr lang="en-US" altLang="zh-CN" sz="2800" baseline="-25000"/>
              <a:t>10</a:t>
            </a:r>
            <a:r>
              <a:rPr lang="en-US" altLang="zh-CN" sz="2800"/>
              <a:t>)</a:t>
            </a:r>
          </a:p>
        </p:txBody>
      </p:sp>
      <p:pic>
        <p:nvPicPr>
          <p:cNvPr id="41988" name="Picture 4" descr="2">
            <a:extLst>
              <a:ext uri="{FF2B5EF4-FFF2-40B4-BE49-F238E27FC236}">
                <a16:creationId xmlns:a16="http://schemas.microsoft.com/office/drawing/2014/main" id="{492C70B3-299F-4D76-B723-943D9C3A55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3124200"/>
            <a:ext cx="6072188" cy="280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62" name="Rectangle 2">
            <a:extLst>
              <a:ext uri="{FF2B5EF4-FFF2-40B4-BE49-F238E27FC236}">
                <a16:creationId xmlns:a16="http://schemas.microsoft.com/office/drawing/2014/main" id="{A5900447-815D-4F8A-B20F-961E557A1302}"/>
              </a:ext>
            </a:extLst>
          </p:cNvPr>
          <p:cNvSpPr>
            <a:spLocks noGrp="1" noChangeArrowheads="1"/>
          </p:cNvSpPr>
          <p:nvPr>
            <p:ph type="title"/>
          </p:nvPr>
        </p:nvSpPr>
        <p:spPr/>
        <p:txBody>
          <a:bodyPr/>
          <a:lstStyle/>
          <a:p>
            <a:pPr eaLnBrk="1" hangingPunct="1"/>
            <a:r>
              <a:rPr lang="zh-CN" altLang="en-US"/>
              <a:t>有符号数的并行乘法运算</a:t>
            </a:r>
          </a:p>
        </p:txBody>
      </p:sp>
      <p:sp>
        <p:nvSpPr>
          <p:cNvPr id="43010" name="Rectangle 3">
            <a:extLst>
              <a:ext uri="{FF2B5EF4-FFF2-40B4-BE49-F238E27FC236}">
                <a16:creationId xmlns:a16="http://schemas.microsoft.com/office/drawing/2014/main" id="{46345B0E-1DA9-45FE-8227-FC3993102F37}"/>
              </a:ext>
            </a:extLst>
          </p:cNvPr>
          <p:cNvSpPr>
            <a:spLocks noGrp="1" noChangeArrowheads="1"/>
          </p:cNvSpPr>
          <p:nvPr>
            <p:ph idx="1"/>
          </p:nvPr>
        </p:nvSpPr>
        <p:spPr/>
        <p:txBody>
          <a:bodyPr/>
          <a:lstStyle/>
          <a:p>
            <a:pPr eaLnBrk="1" hangingPunct="1">
              <a:lnSpc>
                <a:spcPct val="90000"/>
              </a:lnSpc>
            </a:pPr>
            <a:r>
              <a:rPr lang="zh-CN" altLang="en-US" dirty="0"/>
              <a:t>原码（即用原码表示的机器）</a:t>
            </a:r>
          </a:p>
          <a:p>
            <a:pPr lvl="1" eaLnBrk="1" hangingPunct="1">
              <a:lnSpc>
                <a:spcPct val="90000"/>
              </a:lnSpc>
            </a:pPr>
            <a:r>
              <a:rPr lang="zh-CN" altLang="en-US" dirty="0"/>
              <a:t>尾数参加无符号数乘法器运算。</a:t>
            </a:r>
          </a:p>
          <a:p>
            <a:pPr lvl="1" eaLnBrk="1" hangingPunct="1">
              <a:lnSpc>
                <a:spcPct val="90000"/>
              </a:lnSpc>
            </a:pPr>
            <a:r>
              <a:rPr lang="zh-CN" altLang="en-US" dirty="0"/>
              <a:t>符号位单独处理，即通过异或门得到乘积的符号。</a:t>
            </a:r>
          </a:p>
          <a:p>
            <a:pPr eaLnBrk="1" hangingPunct="1">
              <a:lnSpc>
                <a:spcPct val="90000"/>
              </a:lnSpc>
            </a:pPr>
            <a:r>
              <a:rPr lang="zh-CN" altLang="en-US" dirty="0"/>
              <a:t>补码（用补码表示的机器）</a:t>
            </a:r>
          </a:p>
          <a:p>
            <a:pPr lvl="1" eaLnBrk="1" hangingPunct="1">
              <a:lnSpc>
                <a:spcPct val="90000"/>
              </a:lnSpc>
            </a:pPr>
            <a:r>
              <a:rPr lang="zh-CN" altLang="en-US" dirty="0"/>
              <a:t>间接补码乘法</a:t>
            </a:r>
          </a:p>
          <a:p>
            <a:pPr lvl="2" eaLnBrk="1" hangingPunct="1">
              <a:lnSpc>
                <a:spcPct val="90000"/>
              </a:lnSpc>
              <a:spcBef>
                <a:spcPts val="600"/>
              </a:spcBef>
            </a:pPr>
            <a:r>
              <a:rPr lang="zh-CN" altLang="en-US" dirty="0">
                <a:latin typeface="宋体" panose="02010600030101010101" pitchFamily="2" charset="-122"/>
              </a:rPr>
              <a:t>正数：尾数参加无符号数乘法器运算</a:t>
            </a:r>
          </a:p>
          <a:p>
            <a:pPr lvl="2" eaLnBrk="1" hangingPunct="1">
              <a:lnSpc>
                <a:spcPct val="90000"/>
              </a:lnSpc>
            </a:pPr>
            <a:r>
              <a:rPr lang="zh-CN" altLang="en-US" dirty="0">
                <a:latin typeface="宋体" panose="02010600030101010101" pitchFamily="2" charset="-122"/>
              </a:rPr>
              <a:t>负数：由补码求得其绝对值后参加无符号数乘法器运算</a:t>
            </a:r>
          </a:p>
          <a:p>
            <a:pPr lvl="2" eaLnBrk="1" hangingPunct="1">
              <a:lnSpc>
                <a:spcPct val="90000"/>
              </a:lnSpc>
            </a:pPr>
            <a:r>
              <a:rPr lang="zh-CN" altLang="en-US" dirty="0">
                <a:latin typeface="宋体" panose="02010600030101010101" pitchFamily="2" charset="-122"/>
              </a:rPr>
              <a:t>符号位通过异或门得到乘积的符号</a:t>
            </a:r>
          </a:p>
          <a:p>
            <a:pPr lvl="2" eaLnBrk="1" hangingPunct="1">
              <a:lnSpc>
                <a:spcPct val="90000"/>
              </a:lnSpc>
            </a:pPr>
            <a:r>
              <a:rPr lang="zh-CN" altLang="en-US" dirty="0">
                <a:latin typeface="宋体" panose="02010600030101010101" pitchFamily="2" charset="-122"/>
              </a:rPr>
              <a:t>若乘积为负数，需将乘积的绝对值经过求补电路得到积的补码</a:t>
            </a:r>
          </a:p>
          <a:p>
            <a:pPr lvl="1" eaLnBrk="1" hangingPunct="1">
              <a:lnSpc>
                <a:spcPct val="90000"/>
              </a:lnSpc>
            </a:pPr>
            <a:r>
              <a:rPr lang="zh-CN" altLang="en-US" dirty="0"/>
              <a:t>直接补码乘法（不要求）</a:t>
            </a:r>
          </a:p>
        </p:txBody>
      </p:sp>
    </p:spTree>
  </p:cSld>
  <p:clrMapOvr>
    <a:masterClrMapping/>
  </p:clrMapOvr>
  <p:transition spd="med">
    <p:pull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a:extLst>
              <a:ext uri="{FF2B5EF4-FFF2-40B4-BE49-F238E27FC236}">
                <a16:creationId xmlns:a16="http://schemas.microsoft.com/office/drawing/2014/main" id="{7C1FAB08-3A0E-40FB-91A2-CCE9D92FD4C2}"/>
              </a:ext>
            </a:extLst>
          </p:cNvPr>
          <p:cNvSpPr>
            <a:spLocks noGrp="1" noChangeArrowheads="1"/>
          </p:cNvSpPr>
          <p:nvPr>
            <p:ph type="title"/>
          </p:nvPr>
        </p:nvSpPr>
        <p:spPr/>
        <p:txBody>
          <a:bodyPr/>
          <a:lstStyle/>
          <a:p>
            <a:pPr eaLnBrk="1" hangingPunct="1"/>
            <a:r>
              <a:rPr lang="zh-CN" altLang="en-US" sz="4800" dirty="0"/>
              <a:t>求补器电路图</a:t>
            </a:r>
          </a:p>
        </p:txBody>
      </p:sp>
      <p:sp>
        <p:nvSpPr>
          <p:cNvPr id="826371" name="Rectangle 3">
            <a:extLst>
              <a:ext uri="{FF2B5EF4-FFF2-40B4-BE49-F238E27FC236}">
                <a16:creationId xmlns:a16="http://schemas.microsoft.com/office/drawing/2014/main" id="{052CC824-8595-4578-A6A0-2987B05C5987}"/>
              </a:ext>
            </a:extLst>
          </p:cNvPr>
          <p:cNvSpPr>
            <a:spLocks noGrp="1" noChangeArrowheads="1"/>
          </p:cNvSpPr>
          <p:nvPr>
            <p:ph idx="1"/>
          </p:nvPr>
        </p:nvSpPr>
        <p:spPr>
          <a:xfrm>
            <a:off x="179388" y="1095375"/>
            <a:ext cx="8713787" cy="5610225"/>
          </a:xfrm>
        </p:spPr>
        <p:txBody>
          <a:bodyPr/>
          <a:lstStyle/>
          <a:p>
            <a:pPr marL="0" indent="0" eaLnBrk="1" hangingPunct="1">
              <a:lnSpc>
                <a:spcPct val="80000"/>
              </a:lnSpc>
            </a:pPr>
            <a:r>
              <a:rPr kumimoji="0" lang="zh-CN" altLang="en-US" sz="2800" dirty="0">
                <a:effectLst>
                  <a:outerShdw blurRad="38100" dist="38100" dir="2700000" algn="tl">
                    <a:srgbClr val="C0C0C0"/>
                  </a:outerShdw>
                </a:effectLst>
              </a:rPr>
              <a:t>例：求补</a:t>
            </a:r>
          </a:p>
          <a:p>
            <a:pPr marL="0" indent="0" eaLnBrk="1" hangingPunct="1">
              <a:lnSpc>
                <a:spcPct val="80000"/>
              </a:lnSpc>
              <a:buFont typeface="Wingdings 2" panose="05020102010507070707" pitchFamily="18" charset="2"/>
              <a:buNone/>
            </a:pPr>
            <a:r>
              <a:rPr kumimoji="0" lang="en-US" altLang="zh-CN" sz="2800" b="0" dirty="0">
                <a:solidFill>
                  <a:srgbClr val="3333CC"/>
                </a:solidFill>
                <a:effectLst>
                  <a:outerShdw blurRad="38100" dist="38100" dir="2700000" algn="tl">
                    <a:srgbClr val="C0C0C0"/>
                  </a:outerShdw>
                </a:effectLst>
              </a:rPr>
              <a:t>1</a:t>
            </a:r>
            <a:r>
              <a:rPr kumimoji="0" lang="zh-CN" altLang="en-US" sz="2800" b="0" dirty="0">
                <a:effectLst>
                  <a:outerShdw blurRad="38100" dist="38100" dir="2700000" algn="tl">
                    <a:srgbClr val="C0C0C0"/>
                  </a:outerShdw>
                </a:effectLst>
              </a:rPr>
              <a:t> </a:t>
            </a:r>
            <a:r>
              <a:rPr kumimoji="0" lang="en-US" altLang="zh-CN" sz="2800" b="0" dirty="0">
                <a:effectLst>
                  <a:outerShdw blurRad="38100" dist="38100" dir="2700000" algn="tl">
                    <a:srgbClr val="C0C0C0"/>
                  </a:outerShdw>
                </a:effectLst>
              </a:rPr>
              <a:t>01010</a:t>
            </a:r>
            <a:r>
              <a:rPr kumimoji="0" lang="en-US" altLang="zh-CN" sz="2800" b="0" dirty="0">
                <a:solidFill>
                  <a:srgbClr val="FF0000"/>
                </a:solidFill>
                <a:effectLst>
                  <a:outerShdw blurRad="38100" dist="38100" dir="2700000" algn="tl">
                    <a:srgbClr val="C0C0C0"/>
                  </a:outerShdw>
                </a:effectLst>
              </a:rPr>
              <a:t>1</a:t>
            </a:r>
            <a:r>
              <a:rPr kumimoji="0" lang="en-US" altLang="zh-CN" sz="2800" b="0" dirty="0">
                <a:effectLst>
                  <a:outerShdw blurRad="38100" dist="38100" dir="2700000" algn="tl">
                    <a:srgbClr val="C0C0C0"/>
                  </a:outerShdw>
                </a:effectLst>
              </a:rPr>
              <a:t>  </a:t>
            </a:r>
            <a:r>
              <a:rPr kumimoji="0" lang="zh-CN" altLang="en-US" sz="2800" baseline="10000" dirty="0"/>
              <a:t>求补</a:t>
            </a:r>
            <a:r>
              <a:rPr kumimoji="0" lang="zh-CN" altLang="en-US" sz="2800" b="0" dirty="0">
                <a:effectLst>
                  <a:outerShdw blurRad="38100" dist="38100" dir="2700000" algn="tl">
                    <a:srgbClr val="C0C0C0"/>
                  </a:outerShdw>
                </a:effectLst>
              </a:rPr>
              <a:t> </a:t>
            </a:r>
            <a:r>
              <a:rPr kumimoji="0" lang="en-US" altLang="zh-CN" sz="2800" b="0" dirty="0">
                <a:solidFill>
                  <a:srgbClr val="3333CC"/>
                </a:solidFill>
                <a:effectLst>
                  <a:outerShdw blurRad="38100" dist="38100" dir="2700000" algn="tl">
                    <a:srgbClr val="C0C0C0"/>
                  </a:outerShdw>
                </a:effectLst>
              </a:rPr>
              <a:t>1</a:t>
            </a:r>
            <a:r>
              <a:rPr kumimoji="0" lang="zh-CN" altLang="en-US" sz="2800" b="0" dirty="0">
                <a:effectLst>
                  <a:outerShdw blurRad="38100" dist="38100" dir="2700000" algn="tl">
                    <a:srgbClr val="C0C0C0"/>
                  </a:outerShdw>
                </a:effectLst>
              </a:rPr>
              <a:t> </a:t>
            </a:r>
            <a:r>
              <a:rPr kumimoji="0" lang="en-US" altLang="zh-CN" sz="2800" b="0" dirty="0">
                <a:effectLst>
                  <a:outerShdw blurRad="38100" dist="38100" dir="2700000" algn="tl">
                    <a:srgbClr val="C0C0C0"/>
                  </a:outerShdw>
                </a:effectLst>
              </a:rPr>
              <a:t>10101</a:t>
            </a:r>
            <a:r>
              <a:rPr kumimoji="0" lang="en-US" altLang="zh-CN" sz="2800" b="0" dirty="0">
                <a:solidFill>
                  <a:srgbClr val="FF0000"/>
                </a:solidFill>
                <a:effectLst>
                  <a:outerShdw blurRad="38100" dist="38100" dir="2700000" algn="tl">
                    <a:srgbClr val="C0C0C0"/>
                  </a:outerShdw>
                </a:effectLst>
              </a:rPr>
              <a:t>1</a:t>
            </a:r>
            <a:r>
              <a:rPr kumimoji="0" lang="zh-CN" altLang="en-US" sz="2800" b="0" dirty="0">
                <a:effectLst>
                  <a:outerShdw blurRad="38100" dist="38100" dir="2700000" algn="tl">
                    <a:srgbClr val="C0C0C0"/>
                  </a:outerShdw>
                </a:effectLst>
              </a:rPr>
              <a:t>； </a:t>
            </a:r>
            <a:r>
              <a:rPr kumimoji="0" lang="en-US" altLang="zh-CN" sz="2800" b="0" dirty="0">
                <a:solidFill>
                  <a:srgbClr val="3333CC"/>
                </a:solidFill>
                <a:effectLst>
                  <a:outerShdw blurRad="38100" dist="38100" dir="2700000" algn="tl">
                    <a:srgbClr val="C0C0C0"/>
                  </a:outerShdw>
                </a:effectLst>
              </a:rPr>
              <a:t>1</a:t>
            </a:r>
            <a:r>
              <a:rPr kumimoji="0" lang="en-US" altLang="zh-CN" sz="2800" b="0" dirty="0">
                <a:effectLst>
                  <a:outerShdw blurRad="38100" dist="38100" dir="2700000" algn="tl">
                    <a:srgbClr val="C0C0C0"/>
                  </a:outerShdw>
                </a:effectLst>
              </a:rPr>
              <a:t> 10</a:t>
            </a:r>
            <a:r>
              <a:rPr kumimoji="0" lang="en-US" altLang="zh-CN" sz="2800" b="0" dirty="0">
                <a:solidFill>
                  <a:srgbClr val="FF0000"/>
                </a:solidFill>
                <a:effectLst>
                  <a:outerShdw blurRad="38100" dist="38100" dir="2700000" algn="tl">
                    <a:srgbClr val="C0C0C0"/>
                  </a:outerShdw>
                </a:effectLst>
              </a:rPr>
              <a:t>1</a:t>
            </a:r>
            <a:r>
              <a:rPr kumimoji="0" lang="en-US" altLang="zh-CN" sz="2800" b="0" dirty="0">
                <a:effectLst>
                  <a:outerShdw blurRad="38100" dist="38100" dir="2700000" algn="tl">
                    <a:srgbClr val="C0C0C0"/>
                  </a:outerShdw>
                </a:effectLst>
              </a:rPr>
              <a:t>000  </a:t>
            </a:r>
            <a:r>
              <a:rPr kumimoji="0" lang="zh-CN" altLang="en-US" sz="2800" baseline="10000" dirty="0"/>
              <a:t>求补</a:t>
            </a:r>
            <a:r>
              <a:rPr kumimoji="0" lang="zh-CN" altLang="en-US" sz="2800" b="0" dirty="0">
                <a:effectLst>
                  <a:outerShdw blurRad="38100" dist="38100" dir="2700000" algn="tl">
                    <a:srgbClr val="C0C0C0"/>
                  </a:outerShdw>
                </a:effectLst>
              </a:rPr>
              <a:t>  </a:t>
            </a:r>
            <a:r>
              <a:rPr kumimoji="0" lang="en-US" altLang="zh-CN" sz="2800" b="0" dirty="0">
                <a:solidFill>
                  <a:srgbClr val="3333CC"/>
                </a:solidFill>
                <a:effectLst>
                  <a:outerShdw blurRad="38100" dist="38100" dir="2700000" algn="tl">
                    <a:srgbClr val="C0C0C0"/>
                  </a:outerShdw>
                </a:effectLst>
              </a:rPr>
              <a:t>1</a:t>
            </a:r>
            <a:r>
              <a:rPr kumimoji="0" lang="en-US" altLang="zh-CN" sz="2800" b="0" dirty="0">
                <a:effectLst>
                  <a:outerShdw blurRad="38100" dist="38100" dir="2700000" algn="tl">
                    <a:srgbClr val="C0C0C0"/>
                  </a:outerShdw>
                </a:effectLst>
              </a:rPr>
              <a:t> 01</a:t>
            </a:r>
            <a:r>
              <a:rPr kumimoji="0" lang="en-US" altLang="zh-CN" sz="2800" b="0" dirty="0">
                <a:solidFill>
                  <a:srgbClr val="FF0000"/>
                </a:solidFill>
                <a:effectLst>
                  <a:outerShdw blurRad="38100" dist="38100" dir="2700000" algn="tl">
                    <a:srgbClr val="C0C0C0"/>
                  </a:outerShdw>
                </a:effectLst>
              </a:rPr>
              <a:t>1</a:t>
            </a:r>
            <a:r>
              <a:rPr kumimoji="0" lang="en-US" altLang="zh-CN" sz="2800" b="0" dirty="0">
                <a:effectLst>
                  <a:outerShdw blurRad="38100" dist="38100" dir="2700000" algn="tl">
                    <a:srgbClr val="C0C0C0"/>
                  </a:outerShdw>
                </a:effectLst>
              </a:rPr>
              <a:t>000</a:t>
            </a:r>
          </a:p>
          <a:p>
            <a:pPr lvl="1" eaLnBrk="1" hangingPunct="1">
              <a:lnSpc>
                <a:spcPct val="80000"/>
              </a:lnSpc>
            </a:pPr>
            <a:r>
              <a:rPr kumimoji="0" lang="zh-CN" altLang="en-US" sz="2400" dirty="0"/>
              <a:t>从数的最右端开始，从右向左直到找出第一个“</a:t>
            </a:r>
            <a:r>
              <a:rPr kumimoji="0" lang="en-US" altLang="zh-CN" sz="2400" dirty="0"/>
              <a:t>1”</a:t>
            </a:r>
            <a:r>
              <a:rPr kumimoji="0" lang="zh-CN" altLang="en-US" sz="2400" dirty="0"/>
              <a:t>，该“</a:t>
            </a:r>
            <a:r>
              <a:rPr kumimoji="0" lang="en-US" altLang="zh-CN" sz="2400" dirty="0"/>
              <a:t>1” </a:t>
            </a:r>
            <a:r>
              <a:rPr kumimoji="0" lang="zh-CN" altLang="en-US" sz="2400" dirty="0"/>
              <a:t>保持不变，以左的每一个位都求反</a:t>
            </a:r>
          </a:p>
          <a:p>
            <a:pPr marL="0" indent="0" eaLnBrk="1" hangingPunct="1">
              <a:lnSpc>
                <a:spcPct val="80000"/>
              </a:lnSpc>
              <a:buFont typeface="Wingdings 2" panose="05020102010507070707" pitchFamily="18" charset="2"/>
              <a:buNone/>
            </a:pPr>
            <a:r>
              <a:rPr kumimoji="0" lang="en-US" altLang="zh-CN" sz="2400" dirty="0">
                <a:solidFill>
                  <a:srgbClr val="FF0000"/>
                </a:solidFill>
              </a:rPr>
              <a:t>E</a:t>
            </a:r>
            <a:r>
              <a:rPr kumimoji="0" lang="zh-CN" altLang="en-US" sz="2400" dirty="0">
                <a:solidFill>
                  <a:srgbClr val="FF0000"/>
                </a:solidFill>
              </a:rPr>
              <a:t>是符号位</a:t>
            </a:r>
            <a:endParaRPr kumimoji="0" lang="en-US" altLang="zh-CN" sz="2400" dirty="0">
              <a:solidFill>
                <a:srgbClr val="FF0000"/>
              </a:solidFill>
            </a:endParaRPr>
          </a:p>
          <a:p>
            <a:pPr marL="0" indent="0" eaLnBrk="1" hangingPunct="1">
              <a:lnSpc>
                <a:spcPct val="80000"/>
              </a:lnSpc>
              <a:buFont typeface="Wingdings 2" panose="05020102010507070707" pitchFamily="18" charset="2"/>
              <a:buNone/>
            </a:pPr>
            <a:r>
              <a:rPr kumimoji="0" lang="en-US" altLang="zh-CN" sz="2400" dirty="0"/>
              <a:t>E</a:t>
            </a:r>
            <a:r>
              <a:rPr kumimoji="0" lang="zh-CN" altLang="en-US" sz="2400" dirty="0"/>
              <a:t>＝</a:t>
            </a:r>
            <a:r>
              <a:rPr kumimoji="0" lang="en-US" altLang="zh-CN" sz="2400" dirty="0"/>
              <a:t>0</a:t>
            </a:r>
            <a:r>
              <a:rPr kumimoji="0" lang="zh-CN" altLang="en-US" sz="2400" dirty="0"/>
              <a:t>时输出与输入相等</a:t>
            </a:r>
          </a:p>
          <a:p>
            <a:pPr marL="0" indent="0" eaLnBrk="1" hangingPunct="1">
              <a:lnSpc>
                <a:spcPct val="80000"/>
              </a:lnSpc>
              <a:buFont typeface="Wingdings 2" panose="05020102010507070707" pitchFamily="18" charset="2"/>
              <a:buNone/>
            </a:pPr>
            <a:r>
              <a:rPr kumimoji="0" lang="en-US" altLang="zh-CN" sz="2400" dirty="0"/>
              <a:t>E</a:t>
            </a:r>
            <a:r>
              <a:rPr kumimoji="0" lang="zh-CN" altLang="en-US" sz="2400" dirty="0"/>
              <a:t>＝</a:t>
            </a:r>
            <a:r>
              <a:rPr kumimoji="0" lang="en-US" altLang="zh-CN" sz="2400" dirty="0"/>
              <a:t>1</a:t>
            </a:r>
            <a:r>
              <a:rPr kumimoji="0" lang="zh-CN" altLang="en-US" sz="2400" dirty="0"/>
              <a:t>时对其求补</a:t>
            </a:r>
            <a:endParaRPr kumimoji="0" lang="en-US" altLang="zh-CN" sz="2400" dirty="0"/>
          </a:p>
          <a:p>
            <a:pPr marL="0" indent="0" eaLnBrk="1" hangingPunct="1">
              <a:lnSpc>
                <a:spcPct val="80000"/>
              </a:lnSpc>
              <a:buFont typeface="Wingdings 2" panose="05020102010507070707" pitchFamily="18" charset="2"/>
              <a:buNone/>
            </a:pPr>
            <a:r>
              <a:rPr kumimoji="0" lang="en-US" altLang="zh-CN" sz="2800" dirty="0"/>
              <a:t>C</a:t>
            </a:r>
            <a:r>
              <a:rPr kumimoji="0" lang="en-US" altLang="zh-CN" sz="2800" baseline="-25000" dirty="0"/>
              <a:t>-1</a:t>
            </a:r>
            <a:r>
              <a:rPr kumimoji="0" lang="en-US" altLang="zh-CN" sz="2800" dirty="0"/>
              <a:t>=0</a:t>
            </a:r>
          </a:p>
          <a:p>
            <a:pPr marL="0" indent="0" eaLnBrk="1" hangingPunct="1">
              <a:lnSpc>
                <a:spcPct val="80000"/>
              </a:lnSpc>
              <a:buFont typeface="Wingdings 2" panose="05020102010507070707" pitchFamily="18" charset="2"/>
              <a:buNone/>
            </a:pPr>
            <a:r>
              <a:rPr kumimoji="0" lang="en-US" altLang="zh-CN" sz="2800" dirty="0"/>
              <a:t>C</a:t>
            </a:r>
            <a:r>
              <a:rPr kumimoji="0" lang="en-US" altLang="zh-CN" sz="2800" baseline="-25000" dirty="0"/>
              <a:t>i</a:t>
            </a:r>
            <a:r>
              <a:rPr kumimoji="0" lang="zh-CN" altLang="en-US" sz="2800" dirty="0"/>
              <a:t>＝</a:t>
            </a:r>
            <a:r>
              <a:rPr kumimoji="0" lang="en-US" altLang="zh-CN" sz="2800" dirty="0"/>
              <a:t>a</a:t>
            </a:r>
            <a:r>
              <a:rPr kumimoji="0" lang="en-US" altLang="zh-CN" sz="2800" baseline="-25000" dirty="0"/>
              <a:t>i</a:t>
            </a:r>
            <a:r>
              <a:rPr kumimoji="0" lang="zh-CN" altLang="en-US" sz="2800" dirty="0"/>
              <a:t>＋</a:t>
            </a:r>
            <a:r>
              <a:rPr kumimoji="0" lang="en-US" altLang="zh-CN" sz="2800" dirty="0"/>
              <a:t>C</a:t>
            </a:r>
            <a:r>
              <a:rPr kumimoji="0" lang="en-US" altLang="zh-CN" sz="2800" baseline="-25000" dirty="0"/>
              <a:t>i</a:t>
            </a:r>
            <a:r>
              <a:rPr kumimoji="0" lang="zh-CN" altLang="en-US" sz="2800" baseline="-25000" dirty="0"/>
              <a:t>－</a:t>
            </a:r>
            <a:r>
              <a:rPr kumimoji="0" lang="en-US" altLang="zh-CN" sz="2800" baseline="-25000" dirty="0"/>
              <a:t>1</a:t>
            </a:r>
          </a:p>
          <a:p>
            <a:pPr marL="0" indent="0" eaLnBrk="1" hangingPunct="1">
              <a:lnSpc>
                <a:spcPct val="80000"/>
              </a:lnSpc>
              <a:buFont typeface="Wingdings 2" panose="05020102010507070707" pitchFamily="18" charset="2"/>
              <a:buNone/>
            </a:pPr>
            <a:r>
              <a:rPr kumimoji="0" lang="en-US" altLang="zh-CN" sz="2800" dirty="0"/>
              <a:t>a</a:t>
            </a:r>
            <a:r>
              <a:rPr kumimoji="0" lang="en-US" altLang="zh-CN" sz="2800" baseline="-25000" dirty="0"/>
              <a:t>i</a:t>
            </a:r>
            <a:r>
              <a:rPr kumimoji="0" lang="en-US" altLang="zh-CN" sz="2800" dirty="0"/>
              <a:t>*</a:t>
            </a:r>
            <a:r>
              <a:rPr kumimoji="0" lang="zh-CN" altLang="en-US" sz="2800" dirty="0"/>
              <a:t>＝</a:t>
            </a:r>
            <a:r>
              <a:rPr kumimoji="0" lang="en-US" altLang="zh-CN" sz="2800" dirty="0" err="1"/>
              <a:t>a</a:t>
            </a:r>
            <a:r>
              <a:rPr kumimoji="0" lang="en-US" altLang="zh-CN" sz="2800" baseline="-25000" dirty="0" err="1"/>
              <a:t>i</a:t>
            </a:r>
            <a:r>
              <a:rPr kumimoji="0" lang="en-US" altLang="zh-CN" sz="2800" dirty="0" err="1"/>
              <a:t>⊕EC</a:t>
            </a:r>
            <a:r>
              <a:rPr kumimoji="0" lang="en-US" altLang="zh-CN" sz="2800" baseline="-25000" dirty="0" err="1"/>
              <a:t>i</a:t>
            </a:r>
            <a:r>
              <a:rPr kumimoji="0" lang="zh-CN" altLang="en-US" sz="2800" baseline="-25000" dirty="0"/>
              <a:t>－</a:t>
            </a:r>
            <a:r>
              <a:rPr kumimoji="0" lang="en-US" altLang="zh-CN" sz="2800" baseline="-25000" dirty="0"/>
              <a:t>1</a:t>
            </a:r>
            <a:r>
              <a:rPr kumimoji="0" lang="en-US" altLang="zh-CN" sz="2800" dirty="0"/>
              <a:t> </a:t>
            </a:r>
          </a:p>
          <a:p>
            <a:pPr marL="0" indent="0" eaLnBrk="1" hangingPunct="1">
              <a:lnSpc>
                <a:spcPct val="80000"/>
              </a:lnSpc>
              <a:buFont typeface="Wingdings 2" panose="05020102010507070707" pitchFamily="18" charset="2"/>
              <a:buNone/>
            </a:pPr>
            <a:r>
              <a:rPr kumimoji="0" lang="en-US" altLang="zh-CN" sz="2800" dirty="0"/>
              <a:t>n+1</a:t>
            </a:r>
            <a:r>
              <a:rPr kumimoji="0" lang="zh-CN" altLang="en-US" sz="2800" dirty="0"/>
              <a:t>位</a:t>
            </a:r>
            <a:r>
              <a:rPr kumimoji="0" lang="en-US" altLang="zh-CN" sz="2800" dirty="0"/>
              <a:t>(</a:t>
            </a:r>
            <a:r>
              <a:rPr kumimoji="0" lang="zh-CN" altLang="en-US" sz="2800" dirty="0"/>
              <a:t>不含符号位</a:t>
            </a:r>
            <a:r>
              <a:rPr kumimoji="0" lang="en-US" altLang="zh-CN" sz="2800" dirty="0"/>
              <a:t>)</a:t>
            </a:r>
            <a:r>
              <a:rPr kumimoji="0" lang="zh-CN" altLang="en-US" sz="2800" dirty="0"/>
              <a:t>的时间：</a:t>
            </a:r>
          </a:p>
          <a:p>
            <a:pPr marL="0" indent="0" eaLnBrk="1" hangingPunct="1">
              <a:lnSpc>
                <a:spcPct val="80000"/>
              </a:lnSpc>
              <a:buFont typeface="Wingdings 2" panose="05020102010507070707" pitchFamily="18" charset="2"/>
              <a:buNone/>
            </a:pPr>
            <a:r>
              <a:rPr kumimoji="0" lang="en-US" altLang="zh-CN" sz="2800" dirty="0" err="1"/>
              <a:t>t</a:t>
            </a:r>
            <a:r>
              <a:rPr kumimoji="0" lang="en-US" altLang="zh-CN" sz="2800" baseline="-25000" dirty="0" err="1"/>
              <a:t>TC</a:t>
            </a:r>
            <a:r>
              <a:rPr kumimoji="0" lang="en-US" altLang="zh-CN" sz="2800" dirty="0"/>
              <a:t>=n*2T+5T</a:t>
            </a:r>
          </a:p>
          <a:p>
            <a:pPr marL="0" indent="0" eaLnBrk="1" hangingPunct="1">
              <a:lnSpc>
                <a:spcPct val="80000"/>
              </a:lnSpc>
              <a:buFont typeface="Wingdings 2" panose="05020102010507070707" pitchFamily="18" charset="2"/>
              <a:buNone/>
            </a:pPr>
            <a:r>
              <a:rPr kumimoji="0" lang="en-US" altLang="zh-CN" sz="2800" dirty="0"/>
              <a:t>=(2n+5)T</a:t>
            </a:r>
          </a:p>
          <a:p>
            <a:pPr marL="0" indent="0" eaLnBrk="1" hangingPunct="1">
              <a:lnSpc>
                <a:spcPct val="80000"/>
              </a:lnSpc>
              <a:buFont typeface="Wingdings 2" panose="05020102010507070707" pitchFamily="18" charset="2"/>
              <a:buNone/>
            </a:pPr>
            <a:r>
              <a:rPr kumimoji="0" lang="zh-CN" altLang="en-US" sz="2800" dirty="0"/>
              <a:t>假设：与门、或门延迟为</a:t>
            </a:r>
            <a:r>
              <a:rPr kumimoji="0" lang="en-US" altLang="zh-CN" sz="2800" dirty="0"/>
              <a:t>2T</a:t>
            </a:r>
            <a:r>
              <a:rPr kumimoji="0" lang="zh-CN" altLang="en-US" sz="2800" dirty="0"/>
              <a:t>，异或门延迟为</a:t>
            </a:r>
            <a:r>
              <a:rPr kumimoji="0" lang="en-US" altLang="zh-CN" sz="2800" dirty="0"/>
              <a:t>3T</a:t>
            </a:r>
          </a:p>
        </p:txBody>
      </p:sp>
      <p:sp>
        <p:nvSpPr>
          <p:cNvPr id="44036" name="Line 5">
            <a:extLst>
              <a:ext uri="{FF2B5EF4-FFF2-40B4-BE49-F238E27FC236}">
                <a16:creationId xmlns:a16="http://schemas.microsoft.com/office/drawing/2014/main" id="{86A658C8-6FE3-4317-B1B0-85590C0C77DE}"/>
              </a:ext>
            </a:extLst>
          </p:cNvPr>
          <p:cNvSpPr>
            <a:spLocks noChangeShapeType="1"/>
          </p:cNvSpPr>
          <p:nvPr/>
        </p:nvSpPr>
        <p:spPr bwMode="auto">
          <a:xfrm>
            <a:off x="1619250" y="1628775"/>
            <a:ext cx="792163"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37" name="Line 6">
            <a:extLst>
              <a:ext uri="{FF2B5EF4-FFF2-40B4-BE49-F238E27FC236}">
                <a16:creationId xmlns:a16="http://schemas.microsoft.com/office/drawing/2014/main" id="{57E81444-C3F4-40EE-9525-2EABA8DB632B}"/>
              </a:ext>
            </a:extLst>
          </p:cNvPr>
          <p:cNvSpPr>
            <a:spLocks noChangeShapeType="1"/>
          </p:cNvSpPr>
          <p:nvPr/>
        </p:nvSpPr>
        <p:spPr bwMode="auto">
          <a:xfrm>
            <a:off x="5508625" y="1628775"/>
            <a:ext cx="792163"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826375" name="Picture 7" descr="p1">
            <a:extLst>
              <a:ext uri="{FF2B5EF4-FFF2-40B4-BE49-F238E27FC236}">
                <a16:creationId xmlns:a16="http://schemas.microsoft.com/office/drawing/2014/main" id="{B3AF12C1-78BA-4298-B773-5F1F2BB1A7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82"/>
          <a:stretch>
            <a:fillRect/>
          </a:stretch>
        </p:blipFill>
        <p:spPr bwMode="auto">
          <a:xfrm>
            <a:off x="4427538" y="2505869"/>
            <a:ext cx="4716462" cy="332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26375"/>
                                        </p:tgtEl>
                                        <p:attrNameLst>
                                          <p:attrName>style.visibility</p:attrName>
                                        </p:attrNameLst>
                                      </p:cBhvr>
                                      <p:to>
                                        <p:strVal val="visible"/>
                                      </p:to>
                                    </p:set>
                                    <p:animEffect transition="in" filter="blinds(horizontal)">
                                      <p:cBhvr>
                                        <p:cTn id="7" dur="500"/>
                                        <p:tgtEl>
                                          <p:spTgt spid="8263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26371">
                                            <p:txEl>
                                              <p:pRg st="10" end="10"/>
                                            </p:txEl>
                                          </p:spTgt>
                                        </p:tgtEl>
                                        <p:attrNameLst>
                                          <p:attrName>style.visibility</p:attrName>
                                        </p:attrNameLst>
                                      </p:cBhvr>
                                      <p:to>
                                        <p:strVal val="visible"/>
                                      </p:to>
                                    </p:set>
                                    <p:animEffect transition="in" filter="blinds(horizontal)">
                                      <p:cBhvr>
                                        <p:cTn id="12" dur="500"/>
                                        <p:tgtEl>
                                          <p:spTgt spid="826371">
                                            <p:txEl>
                                              <p:pRg st="10" end="1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826371">
                                            <p:txEl>
                                              <p:pRg st="11" end="11"/>
                                            </p:txEl>
                                          </p:spTgt>
                                        </p:tgtEl>
                                        <p:attrNameLst>
                                          <p:attrName>style.visibility</p:attrName>
                                        </p:attrNameLst>
                                      </p:cBhvr>
                                      <p:to>
                                        <p:strVal val="visible"/>
                                      </p:to>
                                    </p:set>
                                    <p:animEffect transition="in" filter="blinds(horizontal)">
                                      <p:cBhvr>
                                        <p:cTn id="15" dur="500"/>
                                        <p:tgtEl>
                                          <p:spTgt spid="826371">
                                            <p:txEl>
                                              <p:pRg st="11" end="1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826371">
                                            <p:txEl>
                                              <p:pRg st="12" end="12"/>
                                            </p:txEl>
                                          </p:spTgt>
                                        </p:tgtEl>
                                        <p:attrNameLst>
                                          <p:attrName>style.visibility</p:attrName>
                                        </p:attrNameLst>
                                      </p:cBhvr>
                                      <p:to>
                                        <p:strVal val="visible"/>
                                      </p:to>
                                    </p:set>
                                    <p:animEffect transition="in" filter="blinds(horizontal)">
                                      <p:cBhvr>
                                        <p:cTn id="18" dur="500"/>
                                        <p:tgtEl>
                                          <p:spTgt spid="826371">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8418" name="Rectangle 2">
            <a:extLst>
              <a:ext uri="{FF2B5EF4-FFF2-40B4-BE49-F238E27FC236}">
                <a16:creationId xmlns:a16="http://schemas.microsoft.com/office/drawing/2014/main" id="{98071A15-CC2C-4C7F-9708-B06E5041B5F3}"/>
              </a:ext>
            </a:extLst>
          </p:cNvPr>
          <p:cNvSpPr>
            <a:spLocks noGrp="1" noChangeArrowheads="1"/>
          </p:cNvSpPr>
          <p:nvPr>
            <p:ph type="title"/>
          </p:nvPr>
        </p:nvSpPr>
        <p:spPr/>
        <p:txBody>
          <a:bodyPr/>
          <a:lstStyle/>
          <a:p>
            <a:pPr eaLnBrk="1" hangingPunct="1"/>
            <a:r>
              <a:rPr lang="en-US" altLang="zh-CN" dirty="0"/>
              <a:t>n+1</a:t>
            </a:r>
            <a:r>
              <a:rPr lang="zh-CN" altLang="en-US" dirty="0"/>
              <a:t>位间接补码阵列乘法器</a:t>
            </a:r>
          </a:p>
        </p:txBody>
      </p:sp>
      <p:sp>
        <p:nvSpPr>
          <p:cNvPr id="45058" name="Rectangle 3">
            <a:extLst>
              <a:ext uri="{FF2B5EF4-FFF2-40B4-BE49-F238E27FC236}">
                <a16:creationId xmlns:a16="http://schemas.microsoft.com/office/drawing/2014/main" id="{4B5C7C87-2972-4F16-BCCA-DCAC84965FB3}"/>
              </a:ext>
            </a:extLst>
          </p:cNvPr>
          <p:cNvSpPr>
            <a:spLocks noGrp="1" noChangeArrowheads="1"/>
          </p:cNvSpPr>
          <p:nvPr>
            <p:ph idx="1"/>
          </p:nvPr>
        </p:nvSpPr>
        <p:spPr>
          <a:xfrm>
            <a:off x="179388" y="1152525"/>
            <a:ext cx="1882775" cy="5400675"/>
          </a:xfrm>
        </p:spPr>
        <p:txBody>
          <a:bodyPr/>
          <a:lstStyle/>
          <a:p>
            <a:pPr marL="0" indent="0" eaLnBrk="1" hangingPunct="1">
              <a:buFont typeface="Wingdings 2" panose="05020102010507070707" pitchFamily="18" charset="2"/>
              <a:buNone/>
            </a:pPr>
            <a:r>
              <a:rPr lang="zh-CN" altLang="en-US" sz="2800" dirty="0"/>
              <a:t>三个求补器</a:t>
            </a:r>
            <a:r>
              <a:rPr lang="en-US" altLang="zh-CN" sz="2800" dirty="0"/>
              <a:t>:</a:t>
            </a:r>
          </a:p>
          <a:p>
            <a:pPr marL="0" indent="0" eaLnBrk="1" hangingPunct="1"/>
            <a:r>
              <a:rPr lang="zh-CN" altLang="en-US" sz="2800" dirty="0"/>
              <a:t>两个</a:t>
            </a:r>
            <a:r>
              <a:rPr lang="en-US" altLang="zh-CN" sz="2800" dirty="0"/>
              <a:t>n</a:t>
            </a:r>
            <a:r>
              <a:rPr lang="zh-CN" altLang="en-US" sz="2800" dirty="0"/>
              <a:t>位算前求补器</a:t>
            </a:r>
          </a:p>
          <a:p>
            <a:pPr marL="0" indent="0" eaLnBrk="1" hangingPunct="1"/>
            <a:r>
              <a:rPr lang="zh-CN" altLang="en-US" sz="2800" dirty="0"/>
              <a:t>一个</a:t>
            </a:r>
            <a:r>
              <a:rPr lang="en-US" altLang="zh-CN" sz="2800" dirty="0"/>
              <a:t>2n</a:t>
            </a:r>
            <a:r>
              <a:rPr lang="zh-CN" altLang="en-US" sz="2800" dirty="0"/>
              <a:t>位算后求补器</a:t>
            </a:r>
          </a:p>
          <a:p>
            <a:pPr marL="0" indent="0" eaLnBrk="1" hangingPunct="1">
              <a:buFont typeface="Wingdings 2" panose="05020102010507070707" pitchFamily="18" charset="2"/>
              <a:buNone/>
            </a:pPr>
            <a:r>
              <a:rPr lang="en-US" altLang="zh-CN" sz="2800" dirty="0" err="1"/>
              <a:t>n×n</a:t>
            </a:r>
            <a:r>
              <a:rPr lang="zh-CN" altLang="en-US" sz="2800" dirty="0"/>
              <a:t>位不带符号的乘法阵列</a:t>
            </a:r>
          </a:p>
        </p:txBody>
      </p:sp>
      <p:pic>
        <p:nvPicPr>
          <p:cNvPr id="45060" name="Picture 4" descr="p2">
            <a:extLst>
              <a:ext uri="{FF2B5EF4-FFF2-40B4-BE49-F238E27FC236}">
                <a16:creationId xmlns:a16="http://schemas.microsoft.com/office/drawing/2014/main" id="{7B3F459B-7878-4231-8435-75E17CE4B1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975" y="1143000"/>
            <a:ext cx="6769100" cy="531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42" name="Rectangle 2">
            <a:extLst>
              <a:ext uri="{FF2B5EF4-FFF2-40B4-BE49-F238E27FC236}">
                <a16:creationId xmlns:a16="http://schemas.microsoft.com/office/drawing/2014/main" id="{C64B532E-F55D-4098-BE8F-E89EC776B937}"/>
              </a:ext>
            </a:extLst>
          </p:cNvPr>
          <p:cNvSpPr>
            <a:spLocks noGrp="1" noChangeArrowheads="1"/>
          </p:cNvSpPr>
          <p:nvPr>
            <p:ph type="title"/>
          </p:nvPr>
        </p:nvSpPr>
        <p:spPr/>
        <p:txBody>
          <a:bodyPr/>
          <a:lstStyle/>
          <a:p>
            <a:pPr eaLnBrk="1" hangingPunct="1">
              <a:defRPr/>
            </a:pPr>
            <a:r>
              <a:rPr lang="zh-CN" altLang="en-US"/>
              <a:t>例</a:t>
            </a:r>
          </a:p>
        </p:txBody>
      </p:sp>
      <p:sp>
        <p:nvSpPr>
          <p:cNvPr id="46082" name="Rectangle 3">
            <a:extLst>
              <a:ext uri="{FF2B5EF4-FFF2-40B4-BE49-F238E27FC236}">
                <a16:creationId xmlns:a16="http://schemas.microsoft.com/office/drawing/2014/main" id="{A132D5DD-F173-463C-8D1A-E5AC8E08384D}"/>
              </a:ext>
            </a:extLst>
          </p:cNvPr>
          <p:cNvSpPr>
            <a:spLocks noGrp="1" noChangeArrowheads="1"/>
          </p:cNvSpPr>
          <p:nvPr>
            <p:ph idx="1"/>
          </p:nvPr>
        </p:nvSpPr>
        <p:spPr>
          <a:xfrm>
            <a:off x="228600" y="1098550"/>
            <a:ext cx="8686800" cy="5683250"/>
          </a:xfrm>
        </p:spPr>
        <p:txBody>
          <a:bodyPr/>
          <a:lstStyle/>
          <a:p>
            <a:pPr marL="0" indent="0" eaLnBrk="1" hangingPunct="1">
              <a:lnSpc>
                <a:spcPct val="80000"/>
              </a:lnSpc>
              <a:buFont typeface="Wingdings 2" panose="05020102010507070707" pitchFamily="18" charset="2"/>
              <a:buNone/>
            </a:pPr>
            <a:r>
              <a:rPr lang="zh-CN" altLang="en-US" sz="2400" dirty="0"/>
              <a:t>设ｘ＝＋</a:t>
            </a:r>
            <a:r>
              <a:rPr lang="en-US" altLang="zh-CN" sz="2400" dirty="0"/>
              <a:t>15</a:t>
            </a:r>
            <a:r>
              <a:rPr lang="zh-CN" altLang="en-US" sz="2400" dirty="0"/>
              <a:t>，ｙ＝</a:t>
            </a:r>
            <a:r>
              <a:rPr lang="en-US" altLang="zh-CN" sz="2400" dirty="0">
                <a:latin typeface="宋体" panose="02010600030101010101" pitchFamily="2" charset="-122"/>
                <a:ea typeface="宋体" panose="02010600030101010101" pitchFamily="2" charset="-122"/>
              </a:rPr>
              <a:t>–</a:t>
            </a:r>
            <a:r>
              <a:rPr lang="en-US" altLang="zh-CN" sz="2400" dirty="0"/>
              <a:t>13</a:t>
            </a:r>
            <a:r>
              <a:rPr lang="zh-CN" altLang="en-US" sz="2400" dirty="0"/>
              <a:t>，</a:t>
            </a:r>
            <a:r>
              <a:rPr lang="en-US" altLang="zh-CN" sz="2400" dirty="0"/>
              <a:t> </a:t>
            </a:r>
            <a:r>
              <a:rPr lang="zh-CN" altLang="en-US" sz="2400" dirty="0"/>
              <a:t>已知机器补码表示有符号数，请用间接补码阵列乘法器求出乘积ｘ</a:t>
            </a:r>
            <a:r>
              <a:rPr lang="en-US" altLang="zh-CN" sz="2400" dirty="0">
                <a:latin typeface="仿宋" panose="02010609060101010101" pitchFamily="49" charset="-122"/>
                <a:ea typeface="仿宋" panose="02010609060101010101" pitchFamily="49" charset="-122"/>
              </a:rPr>
              <a:t>×</a:t>
            </a:r>
            <a:r>
              <a:rPr lang="zh-CN" altLang="en-US" sz="2400" dirty="0"/>
              <a:t>ｙ＝？</a:t>
            </a:r>
          </a:p>
          <a:p>
            <a:pPr marL="0" indent="0" eaLnBrk="1" hangingPunct="1">
              <a:lnSpc>
                <a:spcPct val="80000"/>
              </a:lnSpc>
              <a:buFont typeface="Wingdings 2" panose="05020102010507070707" pitchFamily="18" charset="2"/>
              <a:buNone/>
            </a:pPr>
            <a:r>
              <a:rPr lang="en-US" altLang="zh-CN" sz="2400" dirty="0"/>
              <a:t>[</a:t>
            </a:r>
            <a:r>
              <a:rPr lang="zh-CN" altLang="en-US" sz="2400" i="1" dirty="0"/>
              <a:t>ｘ</a:t>
            </a:r>
            <a:r>
              <a:rPr lang="en-US" altLang="zh-CN" sz="2400" dirty="0"/>
              <a:t>]</a:t>
            </a:r>
            <a:r>
              <a:rPr lang="zh-CN" altLang="en-US" sz="2400" baseline="-25000" dirty="0"/>
              <a:t>补 </a:t>
            </a:r>
            <a:r>
              <a:rPr lang="zh-CN" altLang="en-US" sz="2400" dirty="0"/>
              <a:t>＝</a:t>
            </a:r>
            <a:r>
              <a:rPr lang="en-US" altLang="zh-CN" sz="2400" dirty="0"/>
              <a:t>01111</a:t>
            </a:r>
            <a:r>
              <a:rPr lang="zh-CN" altLang="en-US" sz="2400" dirty="0"/>
              <a:t>　　　 </a:t>
            </a:r>
            <a:r>
              <a:rPr lang="en-US" altLang="zh-CN" sz="2400" dirty="0"/>
              <a:t>[</a:t>
            </a:r>
            <a:r>
              <a:rPr lang="zh-CN" altLang="en-US" sz="2400" i="1" dirty="0"/>
              <a:t>ｙ</a:t>
            </a:r>
            <a:r>
              <a:rPr lang="en-US" altLang="zh-CN" sz="2400" dirty="0"/>
              <a:t>]</a:t>
            </a:r>
            <a:r>
              <a:rPr lang="zh-CN" altLang="en-US" sz="2400" baseline="-25000" dirty="0"/>
              <a:t>补</a:t>
            </a:r>
            <a:r>
              <a:rPr lang="zh-CN" altLang="en-US" sz="2400" dirty="0"/>
              <a:t> ＝ </a:t>
            </a:r>
            <a:r>
              <a:rPr lang="en-US" altLang="zh-CN" sz="2400" dirty="0"/>
              <a:t>10011 </a:t>
            </a:r>
          </a:p>
          <a:p>
            <a:pPr marL="0" indent="0" eaLnBrk="1" hangingPunct="1">
              <a:lnSpc>
                <a:spcPct val="80000"/>
              </a:lnSpc>
              <a:buFont typeface="Wingdings 2" panose="05020102010507070707" pitchFamily="18" charset="2"/>
              <a:buNone/>
            </a:pPr>
            <a:r>
              <a:rPr lang="zh-CN" altLang="en-US" sz="2400" dirty="0"/>
              <a:t>算前求补器输出 </a:t>
            </a:r>
            <a:r>
              <a:rPr lang="en-US" altLang="zh-CN" sz="2400" dirty="0"/>
              <a:t>|</a:t>
            </a:r>
            <a:r>
              <a:rPr lang="zh-CN" altLang="en-US" sz="2400" dirty="0"/>
              <a:t>ｘ</a:t>
            </a:r>
            <a:r>
              <a:rPr lang="en-US" altLang="zh-CN" sz="2400" dirty="0"/>
              <a:t>|</a:t>
            </a:r>
            <a:r>
              <a:rPr lang="zh-CN" altLang="en-US" sz="2400" dirty="0"/>
              <a:t>＝</a:t>
            </a:r>
            <a:r>
              <a:rPr lang="en-US" altLang="zh-CN" sz="2400" dirty="0"/>
              <a:t>1111</a:t>
            </a:r>
            <a:r>
              <a:rPr lang="zh-CN" altLang="en-US" sz="2400" dirty="0"/>
              <a:t>，</a:t>
            </a:r>
            <a:r>
              <a:rPr lang="en-US" altLang="zh-CN" sz="2400" dirty="0"/>
              <a:t>|</a:t>
            </a:r>
            <a:r>
              <a:rPr lang="zh-CN" altLang="en-US" sz="2400" dirty="0"/>
              <a:t>ｙ</a:t>
            </a:r>
            <a:r>
              <a:rPr lang="en-US" altLang="zh-CN" sz="2400" dirty="0"/>
              <a:t>|</a:t>
            </a:r>
            <a:r>
              <a:rPr lang="zh-CN" altLang="en-US" sz="2400" dirty="0"/>
              <a:t>＝</a:t>
            </a:r>
            <a:r>
              <a:rPr lang="en-US" altLang="zh-CN" sz="2400" dirty="0"/>
              <a:t>1101</a:t>
            </a:r>
          </a:p>
          <a:p>
            <a:pPr marL="0" indent="0" eaLnBrk="1" hangingPunct="1">
              <a:lnSpc>
                <a:spcPct val="80000"/>
              </a:lnSpc>
              <a:buFont typeface="Wingdings 2" panose="05020102010507070707" pitchFamily="18" charset="2"/>
              <a:buNone/>
            </a:pPr>
            <a:r>
              <a:rPr lang="en-US" altLang="zh-CN" sz="2000" dirty="0"/>
              <a:t> </a:t>
            </a:r>
          </a:p>
          <a:p>
            <a:pPr marL="0" indent="0" eaLnBrk="1" hangingPunct="1">
              <a:lnSpc>
                <a:spcPct val="80000"/>
              </a:lnSpc>
              <a:buFont typeface="Wingdings 2" panose="05020102010507070707" pitchFamily="18" charset="2"/>
              <a:buNone/>
            </a:pPr>
            <a:endParaRPr lang="en-US" altLang="zh-CN" sz="2000" dirty="0"/>
          </a:p>
          <a:p>
            <a:pPr marL="0" indent="0" eaLnBrk="1" hangingPunct="1">
              <a:lnSpc>
                <a:spcPct val="80000"/>
              </a:lnSpc>
              <a:buFont typeface="Wingdings 2" panose="05020102010507070707" pitchFamily="18" charset="2"/>
              <a:buNone/>
            </a:pPr>
            <a:endParaRPr lang="en-US" altLang="zh-CN" sz="2000" dirty="0"/>
          </a:p>
          <a:p>
            <a:pPr marL="0" indent="0" eaLnBrk="1" hangingPunct="1">
              <a:lnSpc>
                <a:spcPct val="80000"/>
              </a:lnSpc>
              <a:buFont typeface="Wingdings 2" panose="05020102010507070707" pitchFamily="18" charset="2"/>
              <a:buNone/>
            </a:pPr>
            <a:endParaRPr lang="en-US" altLang="zh-CN" sz="2000" dirty="0"/>
          </a:p>
          <a:p>
            <a:pPr marL="0" indent="0" eaLnBrk="1" hangingPunct="1">
              <a:lnSpc>
                <a:spcPct val="80000"/>
              </a:lnSpc>
              <a:buFont typeface="Wingdings 2" panose="05020102010507070707" pitchFamily="18" charset="2"/>
              <a:buNone/>
            </a:pPr>
            <a:endParaRPr lang="en-US" altLang="zh-CN" sz="2000" dirty="0"/>
          </a:p>
          <a:p>
            <a:pPr marL="0" indent="0" eaLnBrk="1" hangingPunct="1">
              <a:lnSpc>
                <a:spcPct val="80000"/>
              </a:lnSpc>
              <a:buFont typeface="Wingdings 2" panose="05020102010507070707" pitchFamily="18" charset="2"/>
              <a:buNone/>
            </a:pPr>
            <a:endParaRPr lang="en-US" altLang="zh-CN" sz="2000" dirty="0"/>
          </a:p>
          <a:p>
            <a:pPr marL="0" indent="0" eaLnBrk="1" hangingPunct="1">
              <a:lnSpc>
                <a:spcPct val="80000"/>
              </a:lnSpc>
              <a:buFont typeface="Wingdings 2" panose="05020102010507070707" pitchFamily="18" charset="2"/>
              <a:buNone/>
            </a:pPr>
            <a:endParaRPr lang="en-US" altLang="zh-CN" sz="2400" dirty="0"/>
          </a:p>
          <a:p>
            <a:pPr marL="0" indent="0" eaLnBrk="1" hangingPunct="1">
              <a:lnSpc>
                <a:spcPct val="80000"/>
              </a:lnSpc>
              <a:buFont typeface="Wingdings 2" panose="05020102010507070707" pitchFamily="18" charset="2"/>
              <a:buNone/>
            </a:pPr>
            <a:r>
              <a:rPr lang="zh-CN" altLang="en-US" sz="2400" dirty="0"/>
              <a:t>算后求补级输出并加上乘积符号位</a:t>
            </a:r>
            <a:r>
              <a:rPr lang="en-US" altLang="zh-CN" sz="2400" dirty="0"/>
              <a:t>1</a:t>
            </a:r>
            <a:r>
              <a:rPr lang="zh-CN" altLang="en-US" sz="2400" dirty="0"/>
              <a:t>，得</a:t>
            </a:r>
          </a:p>
          <a:p>
            <a:pPr marL="0" indent="0" eaLnBrk="1" hangingPunct="1">
              <a:lnSpc>
                <a:spcPct val="80000"/>
              </a:lnSpc>
              <a:buFont typeface="Wingdings 2" panose="05020102010507070707" pitchFamily="18" charset="2"/>
              <a:buNone/>
            </a:pPr>
            <a:r>
              <a:rPr lang="en-US" altLang="zh-CN" sz="2400" dirty="0"/>
              <a:t>[</a:t>
            </a:r>
            <a:r>
              <a:rPr lang="zh-CN" altLang="en-US" sz="2400" dirty="0"/>
              <a:t>ｘ</a:t>
            </a:r>
            <a:r>
              <a:rPr lang="en-US" altLang="zh-CN" sz="2400" dirty="0"/>
              <a:t>× y]</a:t>
            </a:r>
            <a:r>
              <a:rPr lang="zh-CN" altLang="en-US" sz="2400" baseline="-25000" dirty="0"/>
              <a:t>补 </a:t>
            </a:r>
            <a:r>
              <a:rPr lang="zh-CN" altLang="en-US" sz="2400" dirty="0"/>
              <a:t>＝ </a:t>
            </a:r>
            <a:r>
              <a:rPr lang="en-US" altLang="zh-CN" sz="2400" dirty="0"/>
              <a:t>100111101</a:t>
            </a:r>
          </a:p>
          <a:p>
            <a:pPr marL="0" indent="0" eaLnBrk="1" hangingPunct="1">
              <a:lnSpc>
                <a:spcPct val="80000"/>
              </a:lnSpc>
              <a:buFont typeface="Wingdings 2" panose="05020102010507070707" pitchFamily="18" charset="2"/>
              <a:buNone/>
            </a:pPr>
            <a:r>
              <a:rPr lang="zh-CN" altLang="en-US" sz="2400" dirty="0"/>
              <a:t>二进制数真值</a:t>
            </a:r>
            <a:r>
              <a:rPr lang="en-US" altLang="zh-CN" sz="2400" dirty="0"/>
              <a:t>: </a:t>
            </a:r>
            <a:r>
              <a:rPr lang="zh-CN" altLang="en-US" sz="2400" i="1" dirty="0"/>
              <a:t>ｘ</a:t>
            </a:r>
            <a:r>
              <a:rPr lang="en-US" altLang="zh-CN" sz="2400" dirty="0"/>
              <a:t>×</a:t>
            </a:r>
            <a:r>
              <a:rPr lang="zh-CN" altLang="en-US" sz="2400" i="1" dirty="0"/>
              <a:t>ｙ</a:t>
            </a:r>
            <a:r>
              <a:rPr lang="zh-CN" altLang="en-US" sz="2400" dirty="0"/>
              <a:t>＝</a:t>
            </a:r>
            <a:r>
              <a:rPr lang="en-US" altLang="zh-CN" sz="2400" dirty="0"/>
              <a:t>( </a:t>
            </a:r>
            <a:r>
              <a:rPr lang="zh-CN" altLang="en-US" sz="2400" dirty="0"/>
              <a:t>－</a:t>
            </a:r>
            <a:r>
              <a:rPr lang="en-US" altLang="zh-CN" sz="2400" dirty="0"/>
              <a:t>11000011)</a:t>
            </a:r>
            <a:r>
              <a:rPr lang="en-US" altLang="zh-CN" sz="2400" baseline="-25000" dirty="0"/>
              <a:t>2</a:t>
            </a:r>
            <a:r>
              <a:rPr lang="en-US" altLang="zh-CN" sz="2400" dirty="0"/>
              <a:t>=(-195)</a:t>
            </a:r>
            <a:r>
              <a:rPr lang="en-US" altLang="zh-CN" sz="2400" baseline="-25000" dirty="0"/>
              <a:t>10</a:t>
            </a:r>
          </a:p>
          <a:p>
            <a:pPr marL="0" indent="0" eaLnBrk="1" hangingPunct="1">
              <a:lnSpc>
                <a:spcPct val="80000"/>
              </a:lnSpc>
              <a:buFont typeface="Wingdings 2" panose="05020102010507070707" pitchFamily="18" charset="2"/>
              <a:buNone/>
            </a:pPr>
            <a:r>
              <a:rPr lang="zh-CN" altLang="en-US" sz="2400" dirty="0"/>
              <a:t>十进制数验证：</a:t>
            </a:r>
            <a:r>
              <a:rPr lang="zh-CN" altLang="en-US" sz="2400" i="1" dirty="0"/>
              <a:t>ｘ</a:t>
            </a:r>
            <a:r>
              <a:rPr lang="en-US" altLang="zh-CN" sz="2400" dirty="0"/>
              <a:t>×</a:t>
            </a:r>
            <a:r>
              <a:rPr lang="zh-CN" altLang="en-US" sz="2400" dirty="0"/>
              <a:t>ｙ ＝ </a:t>
            </a:r>
            <a:r>
              <a:rPr lang="en-US" altLang="zh-CN" sz="2400" dirty="0"/>
              <a:t>15× (</a:t>
            </a:r>
            <a:r>
              <a:rPr lang="zh-CN" altLang="en-US" sz="2400" dirty="0"/>
              <a:t>－</a:t>
            </a:r>
            <a:r>
              <a:rPr lang="en-US" altLang="zh-CN" sz="2400" dirty="0"/>
              <a:t>13) </a:t>
            </a:r>
            <a:r>
              <a:rPr lang="zh-CN" altLang="en-US" sz="2400" dirty="0"/>
              <a:t>＝ －</a:t>
            </a:r>
            <a:r>
              <a:rPr lang="en-US" altLang="zh-CN" sz="2400" dirty="0"/>
              <a:t>195</a:t>
            </a:r>
            <a:r>
              <a:rPr lang="zh-CN" altLang="en-US" sz="2400" dirty="0"/>
              <a:t>相等。</a:t>
            </a:r>
            <a:r>
              <a:rPr lang="zh-CN" altLang="en-US" sz="1800" dirty="0"/>
              <a:t> </a:t>
            </a:r>
          </a:p>
        </p:txBody>
      </p:sp>
      <p:pic>
        <p:nvPicPr>
          <p:cNvPr id="46084" name="Picture 4" descr="2">
            <a:extLst>
              <a:ext uri="{FF2B5EF4-FFF2-40B4-BE49-F238E27FC236}">
                <a16:creationId xmlns:a16="http://schemas.microsoft.com/office/drawing/2014/main" id="{4DDE0A1A-01F8-4E64-9129-0CDF001216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2460625"/>
            <a:ext cx="5546725" cy="183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id="{ABAAD32B-BC5C-4789-9566-2169593B5856}"/>
              </a:ext>
            </a:extLst>
          </p:cNvPr>
          <p:cNvSpPr>
            <a:spLocks noGrp="1"/>
          </p:cNvSpPr>
          <p:nvPr>
            <p:ph type="subTitle" idx="1"/>
          </p:nvPr>
        </p:nvSpPr>
        <p:spPr/>
        <p:txBody>
          <a:bodyPr/>
          <a:lstStyle/>
          <a:p>
            <a:endParaRPr lang="zh-CN" altLang="en-US"/>
          </a:p>
        </p:txBody>
      </p:sp>
      <p:sp>
        <p:nvSpPr>
          <p:cNvPr id="3" name="标题 2">
            <a:extLst>
              <a:ext uri="{FF2B5EF4-FFF2-40B4-BE49-F238E27FC236}">
                <a16:creationId xmlns:a16="http://schemas.microsoft.com/office/drawing/2014/main" id="{D1D9BE91-EFF0-4860-AA3F-CFA1A85EBDE0}"/>
              </a:ext>
            </a:extLst>
          </p:cNvPr>
          <p:cNvSpPr>
            <a:spLocks noGrp="1"/>
          </p:cNvSpPr>
          <p:nvPr>
            <p:ph type="title"/>
          </p:nvPr>
        </p:nvSpPr>
        <p:spPr/>
        <p:txBody>
          <a:bodyPr/>
          <a:lstStyle/>
          <a:p>
            <a:r>
              <a:rPr lang="en-US" altLang="zh-CN" dirty="0"/>
              <a:t>2.4 </a:t>
            </a:r>
            <a:r>
              <a:rPr lang="zh-CN" altLang="en-US" dirty="0"/>
              <a:t>定点除法运算</a:t>
            </a:r>
          </a:p>
        </p:txBody>
      </p:sp>
    </p:spTree>
    <p:extLst>
      <p:ext uri="{BB962C8B-B14F-4D97-AF65-F5344CB8AC3E}">
        <p14:creationId xmlns:p14="http://schemas.microsoft.com/office/powerpoint/2010/main" val="3471993802"/>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986" name="Rectangle 2">
            <a:extLst>
              <a:ext uri="{FF2B5EF4-FFF2-40B4-BE49-F238E27FC236}">
                <a16:creationId xmlns:a16="http://schemas.microsoft.com/office/drawing/2014/main" id="{107BD4AB-2E91-4F52-888B-5BCE2CFE6545}"/>
              </a:ext>
            </a:extLst>
          </p:cNvPr>
          <p:cNvSpPr>
            <a:spLocks noGrp="1" noChangeArrowheads="1"/>
          </p:cNvSpPr>
          <p:nvPr>
            <p:ph type="title"/>
          </p:nvPr>
        </p:nvSpPr>
        <p:spPr/>
        <p:txBody>
          <a:bodyPr/>
          <a:lstStyle/>
          <a:p>
            <a:pPr eaLnBrk="1" hangingPunct="1"/>
            <a:r>
              <a:rPr lang="zh-CN" altLang="en-US"/>
              <a:t>原码除法运算原理</a:t>
            </a:r>
          </a:p>
        </p:txBody>
      </p:sp>
      <p:sp>
        <p:nvSpPr>
          <p:cNvPr id="49154" name="Rectangle 3">
            <a:extLst>
              <a:ext uri="{FF2B5EF4-FFF2-40B4-BE49-F238E27FC236}">
                <a16:creationId xmlns:a16="http://schemas.microsoft.com/office/drawing/2014/main" id="{D3FA009D-F8D7-4335-9B4A-C16D7D72BF72}"/>
              </a:ext>
            </a:extLst>
          </p:cNvPr>
          <p:cNvSpPr>
            <a:spLocks noGrp="1" noChangeArrowheads="1"/>
          </p:cNvSpPr>
          <p:nvPr>
            <p:ph idx="1"/>
          </p:nvPr>
        </p:nvSpPr>
        <p:spPr>
          <a:xfrm>
            <a:off x="263525" y="1093694"/>
            <a:ext cx="8616950" cy="5248275"/>
          </a:xfrm>
        </p:spPr>
        <p:txBody>
          <a:bodyPr/>
          <a:lstStyle/>
          <a:p>
            <a:pPr eaLnBrk="1" hangingPunct="1"/>
            <a:r>
              <a:rPr lang="zh-CN" altLang="en-US" dirty="0"/>
              <a:t>设有</a:t>
            </a:r>
            <a:r>
              <a:rPr lang="en-US" altLang="zh-CN" dirty="0"/>
              <a:t>n</a:t>
            </a:r>
            <a:r>
              <a:rPr lang="zh-CN" altLang="en-US" dirty="0"/>
              <a:t>位定点小数（定点整数也适用）</a:t>
            </a:r>
          </a:p>
          <a:p>
            <a:pPr lvl="1" eaLnBrk="1" hangingPunct="1">
              <a:buFont typeface="Wingdings" panose="05000000000000000000" pitchFamily="2" charset="2"/>
              <a:buNone/>
            </a:pPr>
            <a:r>
              <a:rPr lang="zh-CN" altLang="en-US" dirty="0"/>
              <a:t>被除数</a:t>
            </a:r>
            <a:r>
              <a:rPr lang="en-US" altLang="zh-CN" dirty="0"/>
              <a:t>x</a:t>
            </a:r>
            <a:r>
              <a:rPr lang="zh-CN" altLang="en-US" dirty="0"/>
              <a:t>，其原码为</a:t>
            </a:r>
            <a:r>
              <a:rPr lang="en-US" altLang="zh-CN" dirty="0"/>
              <a:t>[x]</a:t>
            </a:r>
            <a:r>
              <a:rPr lang="zh-CN" altLang="en-US" baseline="-25000" dirty="0"/>
              <a:t>原</a:t>
            </a:r>
            <a:r>
              <a:rPr lang="zh-CN" altLang="en-US" dirty="0"/>
              <a:t>＝</a:t>
            </a:r>
            <a:r>
              <a:rPr lang="en-US" altLang="zh-CN" dirty="0"/>
              <a:t>x</a:t>
            </a:r>
            <a:r>
              <a:rPr lang="en-US" altLang="zh-CN" baseline="-25000" dirty="0"/>
              <a:t>f</a:t>
            </a:r>
            <a:r>
              <a:rPr lang="en-US" altLang="zh-CN" dirty="0"/>
              <a:t>.x</a:t>
            </a:r>
            <a:r>
              <a:rPr lang="en-US" altLang="zh-CN" baseline="-25000" dirty="0"/>
              <a:t>n-1</a:t>
            </a:r>
            <a:r>
              <a:rPr lang="en-US" altLang="zh-CN" dirty="0"/>
              <a:t>…x</a:t>
            </a:r>
            <a:r>
              <a:rPr lang="en-US" altLang="zh-CN" baseline="-25000" dirty="0"/>
              <a:t>1</a:t>
            </a:r>
            <a:r>
              <a:rPr lang="en-US" altLang="zh-CN" dirty="0"/>
              <a:t>x</a:t>
            </a:r>
            <a:r>
              <a:rPr lang="en-US" altLang="zh-CN" baseline="-25000" dirty="0"/>
              <a:t>0</a:t>
            </a:r>
          </a:p>
          <a:p>
            <a:pPr lvl="1" eaLnBrk="1" hangingPunct="1">
              <a:buFont typeface="Wingdings" panose="05000000000000000000" pitchFamily="2" charset="2"/>
              <a:buNone/>
            </a:pPr>
            <a:r>
              <a:rPr lang="zh-CN" altLang="en-US" dirty="0"/>
              <a:t>　除数</a:t>
            </a:r>
            <a:r>
              <a:rPr lang="en-US" altLang="zh-CN" dirty="0"/>
              <a:t>y</a:t>
            </a:r>
            <a:r>
              <a:rPr lang="zh-CN" altLang="en-US" dirty="0"/>
              <a:t>，其原码为</a:t>
            </a:r>
            <a:r>
              <a:rPr lang="en-US" altLang="zh-CN" dirty="0"/>
              <a:t>[y]</a:t>
            </a:r>
            <a:r>
              <a:rPr lang="zh-CN" altLang="en-US" baseline="-25000" dirty="0"/>
              <a:t>原</a:t>
            </a:r>
            <a:r>
              <a:rPr lang="zh-CN" altLang="en-US" dirty="0"/>
              <a:t>＝</a:t>
            </a:r>
            <a:r>
              <a:rPr lang="en-US" altLang="zh-CN" dirty="0"/>
              <a:t>y</a:t>
            </a:r>
            <a:r>
              <a:rPr lang="en-US" altLang="zh-CN" baseline="-25000" dirty="0"/>
              <a:t>f</a:t>
            </a:r>
            <a:r>
              <a:rPr lang="en-US" altLang="zh-CN" dirty="0"/>
              <a:t>.y</a:t>
            </a:r>
            <a:r>
              <a:rPr lang="en-US" altLang="zh-CN" baseline="-25000" dirty="0"/>
              <a:t>n-1</a:t>
            </a:r>
            <a:r>
              <a:rPr lang="en-US" altLang="zh-CN" dirty="0"/>
              <a:t>…y</a:t>
            </a:r>
            <a:r>
              <a:rPr lang="en-US" altLang="zh-CN" baseline="-25000" dirty="0"/>
              <a:t>1</a:t>
            </a:r>
            <a:r>
              <a:rPr lang="en-US" altLang="zh-CN" dirty="0"/>
              <a:t>y</a:t>
            </a:r>
            <a:r>
              <a:rPr lang="en-US" altLang="zh-CN" baseline="-25000" dirty="0"/>
              <a:t>0</a:t>
            </a:r>
          </a:p>
          <a:p>
            <a:pPr lvl="1" eaLnBrk="1" hangingPunct="1">
              <a:buFont typeface="Wingdings" panose="05000000000000000000" pitchFamily="2" charset="2"/>
              <a:buNone/>
            </a:pPr>
            <a:r>
              <a:rPr lang="zh-CN" altLang="en-US" dirty="0"/>
              <a:t>则其商</a:t>
            </a:r>
            <a:r>
              <a:rPr lang="en-US" altLang="zh-CN" dirty="0"/>
              <a:t>q</a:t>
            </a:r>
            <a:r>
              <a:rPr lang="zh-CN" altLang="en-US" dirty="0"/>
              <a:t>＝</a:t>
            </a:r>
            <a:r>
              <a:rPr lang="en-US" altLang="zh-CN" dirty="0" err="1"/>
              <a:t>x</a:t>
            </a:r>
            <a:r>
              <a:rPr lang="en-US" altLang="zh-CN" dirty="0" err="1">
                <a:sym typeface="Symbol" panose="05050102010706020507" pitchFamily="18" charset="2"/>
              </a:rPr>
              <a:t></a:t>
            </a:r>
            <a:r>
              <a:rPr lang="en-US" altLang="zh-CN" dirty="0" err="1"/>
              <a:t>y</a:t>
            </a:r>
            <a:r>
              <a:rPr lang="zh-CN" altLang="en-US" dirty="0"/>
              <a:t>，其原码为</a:t>
            </a:r>
          </a:p>
          <a:p>
            <a:pPr lvl="1" eaLnBrk="1" hangingPunct="1">
              <a:buFont typeface="Wingdings" panose="05000000000000000000" pitchFamily="2" charset="2"/>
              <a:buNone/>
            </a:pPr>
            <a:r>
              <a:rPr lang="zh-CN" altLang="en-US" dirty="0"/>
              <a:t>　</a:t>
            </a:r>
            <a:r>
              <a:rPr lang="en-US" altLang="zh-CN" dirty="0"/>
              <a:t>[q]</a:t>
            </a:r>
            <a:r>
              <a:rPr lang="zh-CN" altLang="en-US" baseline="-25000" dirty="0"/>
              <a:t>原</a:t>
            </a:r>
            <a:r>
              <a:rPr lang="zh-CN" altLang="en-US" dirty="0"/>
              <a:t>＝</a:t>
            </a:r>
            <a:r>
              <a:rPr lang="en-US" altLang="zh-CN" dirty="0"/>
              <a:t>(</a:t>
            </a:r>
            <a:r>
              <a:rPr lang="en-US" altLang="zh-CN" dirty="0" err="1"/>
              <a:t>x</a:t>
            </a:r>
            <a:r>
              <a:rPr lang="en-US" altLang="zh-CN" baseline="-25000" dirty="0" err="1"/>
              <a:t>f</a:t>
            </a:r>
            <a:r>
              <a:rPr lang="en-US" altLang="zh-CN" dirty="0" err="1"/>
              <a:t>⊕y</a:t>
            </a:r>
            <a:r>
              <a:rPr lang="en-US" altLang="zh-CN" baseline="-25000" dirty="0" err="1"/>
              <a:t>f</a:t>
            </a:r>
            <a:r>
              <a:rPr lang="en-US" altLang="zh-CN" dirty="0"/>
              <a:t>)+(0.x</a:t>
            </a:r>
            <a:r>
              <a:rPr lang="en-US" altLang="zh-CN" baseline="-25000" dirty="0"/>
              <a:t>n-1</a:t>
            </a:r>
            <a:r>
              <a:rPr lang="en-US" altLang="zh-CN" dirty="0"/>
              <a:t>…x</a:t>
            </a:r>
            <a:r>
              <a:rPr lang="en-US" altLang="zh-CN" baseline="-25000" dirty="0"/>
              <a:t>1</a:t>
            </a:r>
            <a:r>
              <a:rPr lang="en-US" altLang="zh-CN" dirty="0"/>
              <a:t>x</a:t>
            </a:r>
            <a:r>
              <a:rPr lang="en-US" altLang="zh-CN" baseline="-25000" dirty="0"/>
              <a:t>0</a:t>
            </a:r>
            <a:r>
              <a:rPr lang="en-US" altLang="zh-CN" dirty="0">
                <a:sym typeface="Symbol" panose="05050102010706020507" pitchFamily="18" charset="2"/>
              </a:rPr>
              <a:t></a:t>
            </a:r>
            <a:r>
              <a:rPr lang="en-US" altLang="zh-CN" dirty="0"/>
              <a:t>0.y</a:t>
            </a:r>
            <a:r>
              <a:rPr lang="en-US" altLang="zh-CN" baseline="-25000" dirty="0"/>
              <a:t>n-1</a:t>
            </a:r>
            <a:r>
              <a:rPr lang="en-US" altLang="zh-CN" dirty="0"/>
              <a:t>…y</a:t>
            </a:r>
            <a:r>
              <a:rPr lang="en-US" altLang="zh-CN" baseline="-25000" dirty="0"/>
              <a:t>1</a:t>
            </a:r>
            <a:r>
              <a:rPr lang="en-US" altLang="zh-CN" dirty="0"/>
              <a:t>y</a:t>
            </a:r>
            <a:r>
              <a:rPr lang="en-US" altLang="zh-CN" baseline="-25000" dirty="0"/>
              <a:t>0</a:t>
            </a:r>
            <a:r>
              <a:rPr lang="en-US" altLang="zh-CN" dirty="0"/>
              <a:t>)</a:t>
            </a:r>
          </a:p>
        </p:txBody>
      </p:sp>
    </p:spTree>
  </p:cSld>
  <p:clrMapOvr>
    <a:masterClrMapping/>
  </p:clrMapOvr>
  <p:transition spd="med">
    <p:pull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2514" name="Rectangle 2">
            <a:extLst>
              <a:ext uri="{FF2B5EF4-FFF2-40B4-BE49-F238E27FC236}">
                <a16:creationId xmlns:a16="http://schemas.microsoft.com/office/drawing/2014/main" id="{A8852A58-545E-41CF-A302-DC3E909455E8}"/>
              </a:ext>
            </a:extLst>
          </p:cNvPr>
          <p:cNvSpPr>
            <a:spLocks noGrp="1" noChangeArrowheads="1"/>
          </p:cNvSpPr>
          <p:nvPr>
            <p:ph type="title"/>
          </p:nvPr>
        </p:nvSpPr>
        <p:spPr/>
        <p:txBody>
          <a:bodyPr/>
          <a:lstStyle/>
          <a:p>
            <a:pPr eaLnBrk="1" hangingPunct="1"/>
            <a:r>
              <a:rPr lang="zh-CN" altLang="en-US"/>
              <a:t>手工除法运算过程</a:t>
            </a:r>
          </a:p>
        </p:txBody>
      </p:sp>
      <p:sp>
        <p:nvSpPr>
          <p:cNvPr id="51202" name="Rectangle 4">
            <a:extLst>
              <a:ext uri="{FF2B5EF4-FFF2-40B4-BE49-F238E27FC236}">
                <a16:creationId xmlns:a16="http://schemas.microsoft.com/office/drawing/2014/main" id="{2211C3BC-BA44-4FD4-A410-255B8AB9105A}"/>
              </a:ext>
            </a:extLst>
          </p:cNvPr>
          <p:cNvSpPr>
            <a:spLocks noGrp="1" noChangeArrowheads="1"/>
          </p:cNvSpPr>
          <p:nvPr>
            <p:ph idx="1"/>
          </p:nvPr>
        </p:nvSpPr>
        <p:spPr/>
        <p:txBody>
          <a:bodyPr/>
          <a:lstStyle/>
          <a:p>
            <a:pPr marL="180975" indent="-180975" eaLnBrk="1" hangingPunct="1">
              <a:buFont typeface="Wingdings 2" panose="05020102010507070707" pitchFamily="18" charset="2"/>
              <a:buNone/>
            </a:pPr>
            <a:r>
              <a:rPr lang="en-US" altLang="zh-CN" sz="2800"/>
              <a:t>x÷y</a:t>
            </a:r>
            <a:r>
              <a:rPr lang="zh-CN" altLang="en-US" sz="2800"/>
              <a:t>？，</a:t>
            </a:r>
            <a:r>
              <a:rPr lang="en-US" altLang="zh-CN" sz="2800"/>
              <a:t>x=0.1001</a:t>
            </a:r>
            <a:r>
              <a:rPr lang="zh-CN" altLang="en-US" sz="2800"/>
              <a:t>，</a:t>
            </a:r>
            <a:r>
              <a:rPr lang="en-US" altLang="zh-CN" sz="2800"/>
              <a:t>y=0.1011</a:t>
            </a:r>
          </a:p>
          <a:p>
            <a:pPr marL="180975" indent="-180975" eaLnBrk="1" hangingPunct="1">
              <a:buFont typeface="Wingdings 2" panose="05020102010507070707" pitchFamily="18" charset="2"/>
              <a:buNone/>
            </a:pPr>
            <a:r>
              <a:rPr kumimoji="0" lang="en-US" altLang="zh-CN" sz="2000" b="0"/>
              <a:t>                  </a:t>
            </a:r>
            <a:r>
              <a:rPr kumimoji="0" lang="en-US" altLang="zh-CN" sz="2000" b="0" u="sng"/>
              <a:t>                 0.1 1 0 1 </a:t>
            </a:r>
            <a:r>
              <a:rPr kumimoji="0" lang="zh-CN" altLang="en-US" sz="2000" b="0"/>
              <a:t>　 </a:t>
            </a:r>
            <a:r>
              <a:rPr kumimoji="0" lang="zh-CN" altLang="en-US" sz="2000"/>
              <a:t>商</a:t>
            </a:r>
            <a:r>
              <a:rPr kumimoji="0" lang="en-US" altLang="zh-CN" sz="2000" i="1"/>
              <a:t>q</a:t>
            </a:r>
            <a:br>
              <a:rPr kumimoji="0" lang="en-US" altLang="zh-CN" sz="2000" b="0"/>
            </a:br>
            <a:r>
              <a:rPr kumimoji="0" lang="en-US" altLang="zh-CN" sz="2000" b="0"/>
              <a:t>0.1 0 1 1  </a:t>
            </a:r>
            <a:r>
              <a:rPr kumimoji="0" lang="zh-CN" altLang="en-US" sz="2000" b="0"/>
              <a:t>　</a:t>
            </a:r>
            <a:r>
              <a:rPr kumimoji="0" lang="en-US" altLang="zh-CN" sz="2000" b="0"/>
              <a:t>0.1 0 0 1 0</a:t>
            </a:r>
            <a:r>
              <a:rPr kumimoji="0" lang="zh-CN" altLang="en-US" sz="2000" b="0"/>
              <a:t>　　　  </a:t>
            </a:r>
            <a:r>
              <a:rPr kumimoji="0" lang="zh-CN" altLang="en-US" sz="2000"/>
              <a:t>ｘ</a:t>
            </a:r>
            <a:r>
              <a:rPr kumimoji="0" lang="en-US" altLang="zh-CN" sz="2000" b="0"/>
              <a:t>(</a:t>
            </a:r>
            <a:r>
              <a:rPr kumimoji="0" lang="en-US" altLang="zh-CN" sz="2000" i="1"/>
              <a:t>r</a:t>
            </a:r>
            <a:r>
              <a:rPr kumimoji="0" lang="en-US" altLang="zh-CN" sz="2000" i="1" baseline="-25000"/>
              <a:t>0</a:t>
            </a:r>
            <a:r>
              <a:rPr kumimoji="0" lang="en-US" altLang="zh-CN" sz="2000" b="0"/>
              <a:t>)</a:t>
            </a:r>
            <a:r>
              <a:rPr kumimoji="0" lang="zh-CN" altLang="en-US" sz="2000" b="0"/>
              <a:t>　</a:t>
            </a:r>
            <a:r>
              <a:rPr kumimoji="0" lang="zh-CN" altLang="en-US" sz="2000"/>
              <a:t>被除数小于除数，商</a:t>
            </a:r>
            <a:r>
              <a:rPr kumimoji="0" lang="en-US" altLang="zh-CN" sz="2000"/>
              <a:t>0</a:t>
            </a:r>
            <a:br>
              <a:rPr kumimoji="0" lang="en-US" altLang="zh-CN" sz="2000" b="0"/>
            </a:br>
            <a:r>
              <a:rPr kumimoji="0" lang="zh-CN" altLang="en-US" sz="2000" b="0"/>
              <a:t>　　　　－</a:t>
            </a:r>
            <a:r>
              <a:rPr kumimoji="0" lang="en-US" altLang="zh-CN" sz="2000" b="0" u="sng"/>
              <a:t>0.</a:t>
            </a:r>
            <a:r>
              <a:rPr kumimoji="0" lang="en-US" altLang="zh-CN" sz="2000" u="sng">
                <a:solidFill>
                  <a:srgbClr val="CC3300"/>
                </a:solidFill>
              </a:rPr>
              <a:t>0 </a:t>
            </a:r>
            <a:r>
              <a:rPr kumimoji="0" lang="en-US" altLang="zh-CN" sz="2000" b="0" u="sng"/>
              <a:t>1 0 1 1</a:t>
            </a:r>
            <a:r>
              <a:rPr kumimoji="0" lang="zh-CN" altLang="en-US" sz="2000" b="0" u="sng"/>
              <a:t>　　  </a:t>
            </a:r>
            <a:r>
              <a:rPr kumimoji="0" lang="zh-CN" altLang="en-US" sz="2000" b="0"/>
              <a:t>　 </a:t>
            </a:r>
            <a:r>
              <a:rPr kumimoji="0" lang="en-US" altLang="zh-CN" sz="2000" b="0"/>
              <a:t>2</a:t>
            </a:r>
            <a:r>
              <a:rPr kumimoji="0" lang="zh-CN" altLang="en-US" sz="2000" b="0" baseline="30000"/>
              <a:t>－</a:t>
            </a:r>
            <a:r>
              <a:rPr kumimoji="0" lang="en-US" altLang="zh-CN" sz="2000" b="0" baseline="30000"/>
              <a:t>1</a:t>
            </a:r>
            <a:r>
              <a:rPr kumimoji="0" lang="zh-CN" altLang="en-US" sz="2000" i="1"/>
              <a:t>ｙ </a:t>
            </a:r>
            <a:r>
              <a:rPr kumimoji="0" lang="zh-CN" altLang="en-US" sz="2000" b="0" i="1"/>
              <a:t> </a:t>
            </a:r>
            <a:r>
              <a:rPr kumimoji="0" lang="zh-CN" altLang="en-US" sz="2000"/>
              <a:t>除数右移</a:t>
            </a:r>
            <a:r>
              <a:rPr kumimoji="0" lang="en-US" altLang="zh-CN" sz="2000"/>
              <a:t>1</a:t>
            </a:r>
            <a:r>
              <a:rPr kumimoji="0" lang="zh-CN" altLang="en-US" sz="2000"/>
              <a:t>位，减除数，商</a:t>
            </a:r>
            <a:r>
              <a:rPr kumimoji="0" lang="en-US" altLang="zh-CN" sz="2000"/>
              <a:t>1</a:t>
            </a:r>
            <a:r>
              <a:rPr kumimoji="0" lang="en-US" altLang="zh-CN" sz="2000" b="0"/>
              <a:t> </a:t>
            </a:r>
            <a:br>
              <a:rPr kumimoji="0" lang="en-US" altLang="zh-CN" sz="2000" b="0"/>
            </a:br>
            <a:r>
              <a:rPr kumimoji="0" lang="zh-CN" altLang="en-US" sz="2000" b="0"/>
              <a:t>　　　　    </a:t>
            </a:r>
            <a:r>
              <a:rPr kumimoji="0" lang="en-US" altLang="zh-CN" sz="2000" b="0"/>
              <a:t>0.0 0 1 1 1 0</a:t>
            </a:r>
            <a:r>
              <a:rPr kumimoji="0" lang="zh-CN" altLang="en-US" sz="2000" b="0"/>
              <a:t>　　　</a:t>
            </a:r>
            <a:r>
              <a:rPr kumimoji="0" lang="en-US" altLang="zh-CN" sz="2000" i="1"/>
              <a:t>r</a:t>
            </a:r>
            <a:r>
              <a:rPr kumimoji="0" lang="en-US" altLang="zh-CN" sz="2000" i="1" baseline="-25000"/>
              <a:t>1</a:t>
            </a:r>
            <a:r>
              <a:rPr kumimoji="0" lang="zh-CN" altLang="en-US" sz="2000" b="0"/>
              <a:t>　　</a:t>
            </a:r>
            <a:r>
              <a:rPr kumimoji="0" lang="zh-CN" altLang="en-US" sz="2000"/>
              <a:t>得余数</a:t>
            </a:r>
            <a:r>
              <a:rPr kumimoji="0" lang="en-US" altLang="zh-CN" sz="2000"/>
              <a:t>r</a:t>
            </a:r>
            <a:r>
              <a:rPr kumimoji="0" lang="en-US" altLang="zh-CN" sz="2000" i="1" baseline="-25000"/>
              <a:t>1</a:t>
            </a:r>
            <a:br>
              <a:rPr kumimoji="0" lang="en-US" altLang="zh-CN" sz="2000"/>
            </a:br>
            <a:r>
              <a:rPr kumimoji="0" lang="zh-CN" altLang="en-US" sz="2000" b="0"/>
              <a:t>　　　    －</a:t>
            </a:r>
            <a:r>
              <a:rPr kumimoji="0" lang="en-US" altLang="zh-CN" sz="2000" b="0" u="sng"/>
              <a:t>0.</a:t>
            </a:r>
            <a:r>
              <a:rPr kumimoji="0" lang="en-US" altLang="zh-CN" sz="2000" u="sng">
                <a:solidFill>
                  <a:srgbClr val="CC3300"/>
                </a:solidFill>
              </a:rPr>
              <a:t>0</a:t>
            </a:r>
            <a:r>
              <a:rPr kumimoji="0" lang="en-US" altLang="zh-CN" sz="2000">
                <a:solidFill>
                  <a:srgbClr val="CC3300"/>
                </a:solidFill>
              </a:rPr>
              <a:t> </a:t>
            </a:r>
            <a:r>
              <a:rPr kumimoji="0" lang="en-US" altLang="zh-CN" sz="2000" u="sng">
                <a:solidFill>
                  <a:srgbClr val="CC3300"/>
                </a:solidFill>
              </a:rPr>
              <a:t>0</a:t>
            </a:r>
            <a:r>
              <a:rPr kumimoji="0" lang="en-US" altLang="zh-CN" sz="2000" b="0" u="sng"/>
              <a:t> 1 0 1 1</a:t>
            </a:r>
            <a:r>
              <a:rPr kumimoji="0" lang="zh-CN" altLang="en-US" sz="2000" b="0" u="sng"/>
              <a:t>　   </a:t>
            </a:r>
            <a:r>
              <a:rPr kumimoji="0" lang="zh-CN" altLang="en-US" sz="2000" b="0"/>
              <a:t>　 </a:t>
            </a:r>
            <a:r>
              <a:rPr kumimoji="0" lang="en-US" altLang="zh-CN" sz="2000" b="0"/>
              <a:t>2</a:t>
            </a:r>
            <a:r>
              <a:rPr kumimoji="0" lang="zh-CN" altLang="en-US" sz="2000" b="0" baseline="30000"/>
              <a:t>－</a:t>
            </a:r>
            <a:r>
              <a:rPr kumimoji="0" lang="en-US" altLang="zh-CN" sz="2000" b="0" baseline="30000"/>
              <a:t>2</a:t>
            </a:r>
            <a:r>
              <a:rPr kumimoji="0" lang="zh-CN" altLang="en-US" sz="2000" i="1"/>
              <a:t>ｙ</a:t>
            </a:r>
            <a:r>
              <a:rPr kumimoji="0" lang="zh-CN" altLang="en-US" sz="2000" b="0" i="1"/>
              <a:t>  </a:t>
            </a:r>
            <a:r>
              <a:rPr kumimoji="0" lang="zh-CN" altLang="en-US" sz="2000"/>
              <a:t>除数右移</a:t>
            </a:r>
            <a:r>
              <a:rPr kumimoji="0" lang="en-US" altLang="zh-CN" sz="2000"/>
              <a:t>1</a:t>
            </a:r>
            <a:r>
              <a:rPr kumimoji="0" lang="zh-CN" altLang="en-US" sz="2000"/>
              <a:t>位，减除数，商</a:t>
            </a:r>
            <a:r>
              <a:rPr kumimoji="0" lang="en-US" altLang="zh-CN" sz="2000"/>
              <a:t>1</a:t>
            </a:r>
            <a:br>
              <a:rPr kumimoji="0" lang="en-US" altLang="zh-CN" sz="2000"/>
            </a:br>
            <a:r>
              <a:rPr kumimoji="0" lang="en-US" altLang="zh-CN" sz="2000" b="0"/>
              <a:t>                    0.0 0 0 0 1 1 0</a:t>
            </a:r>
            <a:r>
              <a:rPr kumimoji="0" lang="zh-CN" altLang="en-US" sz="2000" b="0"/>
              <a:t>　　 </a:t>
            </a:r>
            <a:r>
              <a:rPr kumimoji="0" lang="en-US" altLang="zh-CN" sz="2000" i="1"/>
              <a:t>r</a:t>
            </a:r>
            <a:r>
              <a:rPr kumimoji="0" lang="en-US" altLang="zh-CN" sz="2000" i="1" baseline="-25000"/>
              <a:t>2</a:t>
            </a:r>
            <a:r>
              <a:rPr kumimoji="0" lang="zh-CN" altLang="en-US" sz="2000" b="0" i="1"/>
              <a:t>　　 </a:t>
            </a:r>
            <a:r>
              <a:rPr kumimoji="0" lang="zh-CN" altLang="en-US" sz="2000"/>
              <a:t>得余数</a:t>
            </a:r>
            <a:r>
              <a:rPr kumimoji="0" lang="en-US" altLang="zh-CN" sz="2000"/>
              <a:t>r</a:t>
            </a:r>
            <a:r>
              <a:rPr kumimoji="0" lang="en-US" altLang="zh-CN" sz="2000" i="1" baseline="-25000"/>
              <a:t>2</a:t>
            </a:r>
            <a:br>
              <a:rPr kumimoji="0" lang="en-US" altLang="zh-CN" sz="2000"/>
            </a:br>
            <a:r>
              <a:rPr kumimoji="0" lang="zh-CN" altLang="en-US" sz="2000" b="0"/>
              <a:t>　　　    －</a:t>
            </a:r>
            <a:r>
              <a:rPr kumimoji="0" lang="en-US" altLang="zh-CN" sz="2000" b="0" u="sng"/>
              <a:t>0.</a:t>
            </a:r>
            <a:r>
              <a:rPr kumimoji="0" lang="en-US" altLang="zh-CN" sz="2000" u="sng">
                <a:solidFill>
                  <a:srgbClr val="CC3300"/>
                </a:solidFill>
              </a:rPr>
              <a:t>0</a:t>
            </a:r>
            <a:r>
              <a:rPr kumimoji="0" lang="en-US" altLang="zh-CN" sz="2000" b="0" u="sng"/>
              <a:t> </a:t>
            </a:r>
            <a:r>
              <a:rPr kumimoji="0" lang="en-US" altLang="zh-CN" sz="2000" u="sng">
                <a:solidFill>
                  <a:srgbClr val="CC3300"/>
                </a:solidFill>
              </a:rPr>
              <a:t>0 0</a:t>
            </a:r>
            <a:r>
              <a:rPr kumimoji="0" lang="en-US" altLang="zh-CN" sz="2000" b="0" u="sng"/>
              <a:t> 1 0 1 1    </a:t>
            </a:r>
            <a:r>
              <a:rPr kumimoji="0" lang="en-US" altLang="zh-CN" sz="2000" b="0"/>
              <a:t>     2</a:t>
            </a:r>
            <a:r>
              <a:rPr kumimoji="0" lang="zh-CN" altLang="en-US" sz="2000" b="0" baseline="30000"/>
              <a:t>－</a:t>
            </a:r>
            <a:r>
              <a:rPr kumimoji="0" lang="en-US" altLang="zh-CN" sz="2000" b="0" baseline="30000"/>
              <a:t>3</a:t>
            </a:r>
            <a:r>
              <a:rPr kumimoji="0" lang="zh-CN" altLang="en-US" sz="2000" i="1"/>
              <a:t>ｙ</a:t>
            </a:r>
            <a:r>
              <a:rPr kumimoji="0" lang="zh-CN" altLang="en-US" sz="2000" b="0" i="1"/>
              <a:t>   </a:t>
            </a:r>
            <a:r>
              <a:rPr kumimoji="0" lang="zh-CN" altLang="en-US" sz="2000"/>
              <a:t>除数右移</a:t>
            </a:r>
            <a:r>
              <a:rPr kumimoji="0" lang="en-US" altLang="zh-CN" sz="2000"/>
              <a:t>1</a:t>
            </a:r>
            <a:r>
              <a:rPr kumimoji="0" lang="zh-CN" altLang="en-US" sz="2000"/>
              <a:t>位，不减除数，商</a:t>
            </a:r>
            <a:r>
              <a:rPr kumimoji="0" lang="en-US" altLang="zh-CN" sz="2000"/>
              <a:t>0</a:t>
            </a:r>
            <a:br>
              <a:rPr kumimoji="0" lang="en-US" altLang="zh-CN" sz="2000"/>
            </a:br>
            <a:r>
              <a:rPr kumimoji="0" lang="zh-CN" altLang="en-US" sz="2000" b="0"/>
              <a:t>　　　　    </a:t>
            </a:r>
            <a:r>
              <a:rPr kumimoji="0" lang="en-US" altLang="zh-CN" sz="2000" b="0"/>
              <a:t>0.0 0 0 0 1 1 0 0      </a:t>
            </a:r>
            <a:r>
              <a:rPr kumimoji="0" lang="en-US" altLang="zh-CN" sz="2000" i="1"/>
              <a:t>r</a:t>
            </a:r>
            <a:r>
              <a:rPr kumimoji="0" lang="en-US" altLang="zh-CN" sz="2000" i="1" baseline="-25000"/>
              <a:t>3</a:t>
            </a:r>
            <a:r>
              <a:rPr kumimoji="0" lang="zh-CN" altLang="en-US" sz="2000" b="0" i="1"/>
              <a:t>　　 </a:t>
            </a:r>
            <a:r>
              <a:rPr kumimoji="0" lang="zh-CN" altLang="en-US" sz="2000"/>
              <a:t>得余数</a:t>
            </a:r>
            <a:r>
              <a:rPr kumimoji="0" lang="en-US" altLang="zh-CN" sz="2000"/>
              <a:t>r</a:t>
            </a:r>
            <a:r>
              <a:rPr kumimoji="0" lang="en-US" altLang="zh-CN" sz="2000" i="1" baseline="-25000"/>
              <a:t>3</a:t>
            </a:r>
            <a:br>
              <a:rPr kumimoji="0" lang="en-US" altLang="zh-CN" sz="2000"/>
            </a:br>
            <a:r>
              <a:rPr kumimoji="0" lang="zh-CN" altLang="en-US" sz="2000" b="0"/>
              <a:t>　　　    －</a:t>
            </a:r>
            <a:r>
              <a:rPr kumimoji="0" lang="en-US" altLang="zh-CN" sz="2000" b="0" u="sng"/>
              <a:t>0.</a:t>
            </a:r>
            <a:r>
              <a:rPr kumimoji="0" lang="en-US" altLang="zh-CN" sz="2000" u="sng">
                <a:solidFill>
                  <a:srgbClr val="CC3300"/>
                </a:solidFill>
              </a:rPr>
              <a:t>0 0 0 0</a:t>
            </a:r>
            <a:r>
              <a:rPr kumimoji="0" lang="en-US" altLang="zh-CN" sz="2000" b="0" u="sng"/>
              <a:t> 1 0 1 1 </a:t>
            </a:r>
            <a:r>
              <a:rPr kumimoji="0" lang="en-US" altLang="zh-CN" sz="2000" b="0"/>
              <a:t>     2</a:t>
            </a:r>
            <a:r>
              <a:rPr kumimoji="0" lang="zh-CN" altLang="en-US" sz="2000" b="0" baseline="30000"/>
              <a:t>－</a:t>
            </a:r>
            <a:r>
              <a:rPr kumimoji="0" lang="en-US" altLang="zh-CN" sz="2000" b="0" baseline="30000"/>
              <a:t>4</a:t>
            </a:r>
            <a:r>
              <a:rPr kumimoji="0" lang="zh-CN" altLang="en-US" sz="2000" i="1"/>
              <a:t>ｙ</a:t>
            </a:r>
            <a:r>
              <a:rPr kumimoji="0" lang="zh-CN" altLang="en-US" sz="2000" b="0" i="1"/>
              <a:t>  </a:t>
            </a:r>
            <a:r>
              <a:rPr kumimoji="0" lang="zh-CN" altLang="en-US" sz="2000"/>
              <a:t>除数右移</a:t>
            </a:r>
            <a:r>
              <a:rPr kumimoji="0" lang="en-US" altLang="zh-CN" sz="2000"/>
              <a:t>1</a:t>
            </a:r>
            <a:r>
              <a:rPr kumimoji="0" lang="zh-CN" altLang="en-US" sz="2000"/>
              <a:t>位，减除数，商</a:t>
            </a:r>
            <a:r>
              <a:rPr kumimoji="0" lang="en-US" altLang="zh-CN" sz="2000"/>
              <a:t>1</a:t>
            </a:r>
            <a:br>
              <a:rPr kumimoji="0" lang="en-US" altLang="zh-CN" sz="2000"/>
            </a:br>
            <a:r>
              <a:rPr kumimoji="0" lang="zh-CN" altLang="en-US" sz="2000" b="0"/>
              <a:t>　　　　－</a:t>
            </a:r>
            <a:r>
              <a:rPr kumimoji="0" lang="en-US" altLang="zh-CN" sz="2000" b="0"/>
              <a:t>0.0 0 0 0 0 0 0 1</a:t>
            </a:r>
            <a:r>
              <a:rPr kumimoji="0" lang="zh-CN" altLang="en-US" sz="2000" b="0"/>
              <a:t>　  </a:t>
            </a:r>
            <a:r>
              <a:rPr kumimoji="0" lang="en-US" altLang="zh-CN" sz="2000" i="1"/>
              <a:t>r</a:t>
            </a:r>
            <a:r>
              <a:rPr kumimoji="0" lang="en-US" altLang="zh-CN" sz="2000" i="1" baseline="-25000"/>
              <a:t>4</a:t>
            </a:r>
            <a:r>
              <a:rPr kumimoji="0" lang="zh-CN" altLang="en-US" sz="2000" b="0"/>
              <a:t>　　 </a:t>
            </a:r>
            <a:r>
              <a:rPr kumimoji="0" lang="zh-CN" altLang="en-US" sz="2000"/>
              <a:t>得余数</a:t>
            </a:r>
            <a:r>
              <a:rPr kumimoji="0" lang="en-US" altLang="zh-CN" sz="2000"/>
              <a:t>r</a:t>
            </a:r>
            <a:r>
              <a:rPr kumimoji="0" lang="en-US" altLang="zh-CN" sz="2000" i="1" baseline="-25000"/>
              <a:t>4</a:t>
            </a:r>
            <a:r>
              <a:rPr kumimoji="0" lang="en-US" altLang="zh-CN" sz="2000"/>
              <a:t> </a:t>
            </a:r>
          </a:p>
          <a:p>
            <a:pPr marL="180975" indent="-180975" eaLnBrk="1" hangingPunct="1">
              <a:buFont typeface="Wingdings 2" panose="05020102010507070707" pitchFamily="18" charset="2"/>
              <a:buNone/>
            </a:pPr>
            <a:endParaRPr kumimoji="0" lang="en-US" altLang="zh-CN" sz="2000"/>
          </a:p>
          <a:p>
            <a:pPr marL="180975" indent="-180975" eaLnBrk="1" hangingPunct="1"/>
            <a:r>
              <a:rPr lang="zh-CN" altLang="en-US" sz="2400">
                <a:latin typeface="楷体_GB2312" pitchFamily="49" charset="-122"/>
              </a:rPr>
              <a:t>商</a:t>
            </a:r>
            <a:r>
              <a:rPr lang="en-US" altLang="zh-CN" sz="2400">
                <a:latin typeface="楷体_GB2312" pitchFamily="49" charset="-122"/>
              </a:rPr>
              <a:t>0</a:t>
            </a:r>
            <a:r>
              <a:rPr lang="zh-CN" altLang="en-US" sz="2400">
                <a:latin typeface="楷体_GB2312" pitchFamily="49" charset="-122"/>
              </a:rPr>
              <a:t>还是商</a:t>
            </a:r>
            <a:r>
              <a:rPr lang="en-US" altLang="zh-CN" sz="2400">
                <a:latin typeface="楷体_GB2312" pitchFamily="49" charset="-122"/>
              </a:rPr>
              <a:t>1</a:t>
            </a:r>
            <a:r>
              <a:rPr lang="zh-CN" altLang="en-US" sz="2400">
                <a:latin typeface="楷体_GB2312" pitchFamily="49" charset="-122"/>
              </a:rPr>
              <a:t>？人比较后才可以确定，但计算机如何确定？</a:t>
            </a:r>
          </a:p>
          <a:p>
            <a:pPr marL="180975" indent="-180975" eaLnBrk="1" hangingPunct="1"/>
            <a:r>
              <a:rPr lang="zh-CN" altLang="en-US" sz="2400">
                <a:latin typeface="楷体_GB2312" pitchFamily="49" charset="-122"/>
              </a:rPr>
              <a:t>余数末位补</a:t>
            </a:r>
            <a:r>
              <a:rPr lang="en-US" altLang="zh-CN" sz="2400">
                <a:latin typeface="楷体_GB2312" pitchFamily="49" charset="-122"/>
              </a:rPr>
              <a:t>0</a:t>
            </a:r>
            <a:r>
              <a:rPr lang="zh-CN" altLang="en-US" sz="2400">
                <a:latin typeface="楷体_GB2312" pitchFamily="49" charset="-122"/>
              </a:rPr>
              <a:t>后，减去除数右移后的值，导致加法器尾数逐渐增多，最后要求加法器的位数必须为被除数的</a:t>
            </a:r>
            <a:r>
              <a:rPr lang="en-US" altLang="zh-CN" sz="2400">
                <a:latin typeface="楷体_GB2312" pitchFamily="49" charset="-122"/>
              </a:rPr>
              <a:t>2</a:t>
            </a:r>
            <a:r>
              <a:rPr lang="zh-CN" altLang="en-US" sz="2400">
                <a:latin typeface="楷体_GB2312" pitchFamily="49" charset="-122"/>
              </a:rPr>
              <a:t>倍</a:t>
            </a:r>
            <a:endParaRPr kumimoji="0" lang="zh-CN" altLang="en-US" sz="2400">
              <a:latin typeface="楷体_GB2312" pitchFamily="49" charset="-122"/>
            </a:endParaRPr>
          </a:p>
        </p:txBody>
      </p:sp>
      <p:sp>
        <p:nvSpPr>
          <p:cNvPr id="51204" name="Freeform 5">
            <a:extLst>
              <a:ext uri="{FF2B5EF4-FFF2-40B4-BE49-F238E27FC236}">
                <a16:creationId xmlns:a16="http://schemas.microsoft.com/office/drawing/2014/main" id="{E538EB6E-5D8F-4BC9-8D55-F650C7A41DFD}"/>
              </a:ext>
            </a:extLst>
          </p:cNvPr>
          <p:cNvSpPr>
            <a:spLocks/>
          </p:cNvSpPr>
          <p:nvPr/>
        </p:nvSpPr>
        <p:spPr bwMode="auto">
          <a:xfrm>
            <a:off x="1447800" y="1905000"/>
            <a:ext cx="144462" cy="319087"/>
          </a:xfrm>
          <a:custGeom>
            <a:avLst/>
            <a:gdLst>
              <a:gd name="T0" fmla="*/ 2147483646 w 63"/>
              <a:gd name="T1" fmla="*/ 0 h 201"/>
              <a:gd name="T2" fmla="*/ 2147483646 w 63"/>
              <a:gd name="T3" fmla="*/ 2147483646 h 201"/>
              <a:gd name="T4" fmla="*/ 0 w 63"/>
              <a:gd name="T5" fmla="*/ 2147483646 h 201"/>
              <a:gd name="T6" fmla="*/ 0 60000 65536"/>
              <a:gd name="T7" fmla="*/ 0 60000 65536"/>
              <a:gd name="T8" fmla="*/ 0 60000 65536"/>
              <a:gd name="T9" fmla="*/ 0 w 63"/>
              <a:gd name="T10" fmla="*/ 0 h 201"/>
              <a:gd name="T11" fmla="*/ 63 w 63"/>
              <a:gd name="T12" fmla="*/ 201 h 201"/>
            </a:gdLst>
            <a:ahLst/>
            <a:cxnLst>
              <a:cxn ang="T6">
                <a:pos x="T0" y="T1"/>
              </a:cxn>
              <a:cxn ang="T7">
                <a:pos x="T2" y="T3"/>
              </a:cxn>
              <a:cxn ang="T8">
                <a:pos x="T4" y="T5"/>
              </a:cxn>
            </a:cxnLst>
            <a:rect l="T9" t="T10" r="T11" b="T12"/>
            <a:pathLst>
              <a:path w="63" h="201">
                <a:moveTo>
                  <a:pt x="46" y="0"/>
                </a:moveTo>
                <a:cubicBezTo>
                  <a:pt x="54" y="52"/>
                  <a:pt x="63" y="104"/>
                  <a:pt x="55" y="137"/>
                </a:cubicBezTo>
                <a:cubicBezTo>
                  <a:pt x="47" y="170"/>
                  <a:pt x="23" y="160"/>
                  <a:pt x="0" y="201"/>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Tree>
  </p:cSld>
  <p:clrMapOvr>
    <a:masterClrMapping/>
  </p:clrMapOvr>
  <p:transition spd="med">
    <p:pull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3538" name="Rectangle 2">
            <a:extLst>
              <a:ext uri="{FF2B5EF4-FFF2-40B4-BE49-F238E27FC236}">
                <a16:creationId xmlns:a16="http://schemas.microsoft.com/office/drawing/2014/main" id="{67FA01A5-E361-42BE-905C-9FD90D2B3C9A}"/>
              </a:ext>
            </a:extLst>
          </p:cNvPr>
          <p:cNvSpPr>
            <a:spLocks noGrp="1" noChangeArrowheads="1"/>
          </p:cNvSpPr>
          <p:nvPr>
            <p:ph type="title"/>
          </p:nvPr>
        </p:nvSpPr>
        <p:spPr/>
        <p:txBody>
          <a:bodyPr/>
          <a:lstStyle/>
          <a:p>
            <a:pPr eaLnBrk="1" hangingPunct="1"/>
            <a:r>
              <a:rPr lang="zh-CN" altLang="en-US"/>
              <a:t>加减交替法（不恢复余数法）</a:t>
            </a:r>
          </a:p>
        </p:txBody>
      </p:sp>
      <p:sp>
        <p:nvSpPr>
          <p:cNvPr id="52226" name="Rectangle 3">
            <a:extLst>
              <a:ext uri="{FF2B5EF4-FFF2-40B4-BE49-F238E27FC236}">
                <a16:creationId xmlns:a16="http://schemas.microsoft.com/office/drawing/2014/main" id="{A47D7724-C8D9-405B-AD00-CEC807D0E0A5}"/>
              </a:ext>
            </a:extLst>
          </p:cNvPr>
          <p:cNvSpPr>
            <a:spLocks noGrp="1" noChangeArrowheads="1"/>
          </p:cNvSpPr>
          <p:nvPr>
            <p:ph idx="1"/>
          </p:nvPr>
        </p:nvSpPr>
        <p:spPr/>
        <p:txBody>
          <a:bodyPr/>
          <a:lstStyle/>
          <a:p>
            <a:pPr marL="363538" indent="-363538" eaLnBrk="1" hangingPunct="1">
              <a:lnSpc>
                <a:spcPct val="90000"/>
              </a:lnSpc>
            </a:pPr>
            <a:r>
              <a:rPr lang="zh-CN" altLang="en-US" sz="2400" dirty="0"/>
              <a:t>判断是否够减： 被除数或部分余数</a:t>
            </a:r>
            <a:r>
              <a:rPr lang="zh-CN" altLang="en-US" sz="2400" dirty="0">
                <a:solidFill>
                  <a:srgbClr val="CC3300"/>
                </a:solidFill>
              </a:rPr>
              <a:t>左移</a:t>
            </a:r>
            <a:r>
              <a:rPr lang="zh-CN" altLang="en-US" sz="2400" dirty="0"/>
              <a:t>减去除数得新余数   </a:t>
            </a:r>
            <a:r>
              <a:rPr lang="en-US" altLang="zh-CN" sz="2400" dirty="0" err="1"/>
              <a:t>r</a:t>
            </a:r>
            <a:r>
              <a:rPr lang="en-US" altLang="zh-CN" sz="2400" dirty="0" err="1">
                <a:ea typeface="宋体" panose="02010600030101010101" pitchFamily="2" charset="-122"/>
                <a:cs typeface="Times New Roman" panose="02020603050405020304" pitchFamily="18" charset="0"/>
              </a:rPr>
              <a:t>'</a:t>
            </a:r>
            <a:r>
              <a:rPr lang="en-US" altLang="zh-CN" sz="2400" baseline="-25000" dirty="0" err="1"/>
              <a:t>i</a:t>
            </a:r>
            <a:r>
              <a:rPr lang="zh-CN" altLang="en-US" sz="2400" dirty="0"/>
              <a:t>＝</a:t>
            </a:r>
            <a:r>
              <a:rPr lang="en-US" altLang="zh-CN" sz="2400" dirty="0"/>
              <a:t>2r</a:t>
            </a:r>
            <a:r>
              <a:rPr lang="en-US" altLang="zh-CN" sz="2400" baseline="-25000" dirty="0"/>
              <a:t>i-1</a:t>
            </a:r>
            <a:r>
              <a:rPr lang="en-US" altLang="zh-CN" sz="2400" dirty="0">
                <a:latin typeface="宋体" panose="02010600030101010101" pitchFamily="2" charset="-122"/>
                <a:ea typeface="宋体" panose="02010600030101010101" pitchFamily="2" charset="-122"/>
              </a:rPr>
              <a:t>–</a:t>
            </a:r>
            <a:r>
              <a:rPr lang="en-US" altLang="zh-CN" sz="2400" dirty="0"/>
              <a:t>y</a:t>
            </a:r>
          </a:p>
          <a:p>
            <a:pPr marL="806450" lvl="1" indent="-263525" eaLnBrk="1" hangingPunct="1">
              <a:lnSpc>
                <a:spcPct val="90000"/>
              </a:lnSpc>
            </a:pPr>
            <a:r>
              <a:rPr lang="zh-CN" altLang="en-US" sz="2400" u="sng" dirty="0"/>
              <a:t>若</a:t>
            </a:r>
            <a:r>
              <a:rPr lang="en-US" altLang="zh-CN" sz="2400" u="sng" dirty="0" err="1"/>
              <a:t>r</a:t>
            </a:r>
            <a:r>
              <a:rPr lang="en-US" altLang="zh-CN" sz="2400" u="sng" dirty="0" err="1">
                <a:ea typeface="宋体" panose="02010600030101010101" pitchFamily="2" charset="-122"/>
              </a:rPr>
              <a:t>'</a:t>
            </a:r>
            <a:r>
              <a:rPr lang="en-US" altLang="zh-CN" sz="2400" u="sng" baseline="-25000" dirty="0" err="1">
                <a:cs typeface="Times New Roman" panose="02020603050405020304" pitchFamily="18" charset="0"/>
              </a:rPr>
              <a:t>i</a:t>
            </a:r>
            <a:r>
              <a:rPr lang="en-US" altLang="zh-CN" sz="2400" u="sng" dirty="0">
                <a:cs typeface="Times New Roman" panose="02020603050405020304" pitchFamily="18" charset="0"/>
              </a:rPr>
              <a:t>&gt;0</a:t>
            </a:r>
            <a:r>
              <a:rPr lang="zh-CN" altLang="en-US" sz="2400" u="sng" dirty="0">
                <a:cs typeface="Times New Roman" panose="02020603050405020304" pitchFamily="18" charset="0"/>
              </a:rPr>
              <a:t>，则</a:t>
            </a:r>
            <a:r>
              <a:rPr lang="en-US" altLang="zh-CN" sz="2400" u="sng" dirty="0" err="1">
                <a:cs typeface="Times New Roman" panose="02020603050405020304" pitchFamily="18" charset="0"/>
              </a:rPr>
              <a:t>i</a:t>
            </a:r>
            <a:r>
              <a:rPr lang="zh-CN" altLang="en-US" sz="2400" u="sng" dirty="0">
                <a:cs typeface="Times New Roman" panose="02020603050405020304" pitchFamily="18" charset="0"/>
              </a:rPr>
              <a:t>位上商</a:t>
            </a:r>
            <a:r>
              <a:rPr lang="en-US" altLang="zh-CN" sz="2400" u="sng" dirty="0">
                <a:cs typeface="Times New Roman" panose="02020603050405020304" pitchFamily="18" charset="0"/>
              </a:rPr>
              <a:t>1</a:t>
            </a:r>
            <a:r>
              <a:rPr lang="zh-CN" altLang="en-US" sz="2400" u="sng" dirty="0">
                <a:cs typeface="Times New Roman" panose="02020603050405020304" pitchFamily="18" charset="0"/>
              </a:rPr>
              <a:t>，且在下一步，</a:t>
            </a:r>
            <a:r>
              <a:rPr lang="en-US" altLang="zh-CN" sz="2400" u="sng" dirty="0" err="1">
                <a:cs typeface="Times New Roman" panose="02020603050405020304" pitchFamily="18" charset="0"/>
              </a:rPr>
              <a:t>r</a:t>
            </a:r>
            <a:r>
              <a:rPr lang="en-US" altLang="zh-CN" sz="2400" u="sng" baseline="-25000" dirty="0" err="1">
                <a:cs typeface="Times New Roman" panose="02020603050405020304" pitchFamily="18" charset="0"/>
              </a:rPr>
              <a:t>i</a:t>
            </a:r>
            <a:r>
              <a:rPr lang="zh-CN" altLang="en-US" sz="2400" u="sng" dirty="0">
                <a:cs typeface="Times New Roman" panose="02020603050405020304" pitchFamily="18" charset="0"/>
              </a:rPr>
              <a:t>左移减除数</a:t>
            </a:r>
            <a:r>
              <a:rPr lang="zh-CN" altLang="en-US" sz="2400" dirty="0">
                <a:cs typeface="Times New Roman" panose="02020603050405020304" pitchFamily="18" charset="0"/>
              </a:rPr>
              <a:t>。因为：</a:t>
            </a:r>
          </a:p>
          <a:p>
            <a:pPr marL="1438275" lvl="2" indent="-452438" eaLnBrk="1" hangingPunct="1">
              <a:lnSpc>
                <a:spcPct val="90000"/>
              </a:lnSpc>
            </a:pPr>
            <a:r>
              <a:rPr lang="en-US" altLang="zh-CN" dirty="0" err="1">
                <a:cs typeface="Times New Roman" panose="02020603050405020304" pitchFamily="18" charset="0"/>
              </a:rPr>
              <a:t>r</a:t>
            </a:r>
            <a:r>
              <a:rPr lang="en-US" altLang="zh-CN" baseline="-25000" dirty="0" err="1">
                <a:cs typeface="Times New Roman" panose="02020603050405020304" pitchFamily="18" charset="0"/>
              </a:rPr>
              <a:t>i</a:t>
            </a:r>
            <a:r>
              <a:rPr lang="en-US" altLang="zh-CN" baseline="-25000" dirty="0">
                <a:cs typeface="Times New Roman" panose="02020603050405020304" pitchFamily="18" charset="0"/>
              </a:rPr>
              <a:t> </a:t>
            </a:r>
            <a:r>
              <a:rPr lang="zh-CN" altLang="en-US" dirty="0">
                <a:cs typeface="Times New Roman" panose="02020603050405020304" pitchFamily="18" charset="0"/>
              </a:rPr>
              <a:t>＝ </a:t>
            </a:r>
            <a:r>
              <a:rPr lang="en-US" altLang="zh-CN" dirty="0" err="1">
                <a:cs typeface="Times New Roman" panose="02020603050405020304" pitchFamily="18" charset="0"/>
              </a:rPr>
              <a:t>r</a:t>
            </a:r>
            <a:r>
              <a:rPr lang="en-US" altLang="zh-CN" dirty="0" err="1">
                <a:ea typeface="宋体" panose="02010600030101010101" pitchFamily="2" charset="-122"/>
              </a:rPr>
              <a:t>'</a:t>
            </a:r>
            <a:r>
              <a:rPr lang="en-US" altLang="zh-CN" baseline="-25000" dirty="0" err="1"/>
              <a:t>i</a:t>
            </a:r>
            <a:endParaRPr lang="en-US" altLang="zh-CN" dirty="0"/>
          </a:p>
          <a:p>
            <a:pPr marL="1438275" lvl="2" indent="-452438" eaLnBrk="1" hangingPunct="1">
              <a:lnSpc>
                <a:spcPct val="90000"/>
              </a:lnSpc>
            </a:pPr>
            <a:r>
              <a:rPr lang="en-US" altLang="zh-CN" dirty="0" err="1"/>
              <a:t>r</a:t>
            </a:r>
            <a:r>
              <a:rPr lang="en-US" altLang="zh-CN" baseline="-25000" dirty="0" err="1"/>
              <a:t>i</a:t>
            </a:r>
            <a:r>
              <a:rPr lang="zh-CN" altLang="en-US" baseline="-25000" dirty="0"/>
              <a:t>＋</a:t>
            </a:r>
            <a:r>
              <a:rPr lang="en-US" altLang="zh-CN" baseline="-25000" dirty="0"/>
              <a:t>1</a:t>
            </a:r>
            <a:r>
              <a:rPr lang="zh-CN" altLang="en-US" dirty="0"/>
              <a:t>＝ </a:t>
            </a:r>
            <a:r>
              <a:rPr lang="en-US" altLang="zh-CN" dirty="0"/>
              <a:t>2r</a:t>
            </a:r>
            <a:r>
              <a:rPr lang="en-US" altLang="zh-CN" baseline="-25000" dirty="0"/>
              <a:t>i</a:t>
            </a:r>
            <a:r>
              <a:rPr lang="en-US" altLang="zh-CN" dirty="0"/>
              <a:t> </a:t>
            </a:r>
            <a:r>
              <a:rPr lang="en-US" altLang="zh-CN" dirty="0">
                <a:latin typeface="宋体" panose="02010600030101010101" pitchFamily="2" charset="-122"/>
                <a:ea typeface="宋体" panose="02010600030101010101" pitchFamily="2" charset="-122"/>
              </a:rPr>
              <a:t>–</a:t>
            </a:r>
            <a:r>
              <a:rPr lang="en-US" altLang="zh-CN" dirty="0"/>
              <a:t>y </a:t>
            </a:r>
            <a:r>
              <a:rPr lang="zh-CN" altLang="en-US" dirty="0"/>
              <a:t>＝ </a:t>
            </a:r>
            <a:r>
              <a:rPr lang="en-US" altLang="zh-CN" dirty="0"/>
              <a:t>2r</a:t>
            </a:r>
            <a:r>
              <a:rPr lang="en-US" altLang="zh-CN" dirty="0">
                <a:ea typeface="宋体" panose="02010600030101010101" pitchFamily="2" charset="-122"/>
              </a:rPr>
              <a:t>'</a:t>
            </a:r>
            <a:r>
              <a:rPr lang="en-US" altLang="zh-CN" baseline="-25000" dirty="0"/>
              <a:t>i</a:t>
            </a:r>
            <a:r>
              <a:rPr lang="en-US" altLang="zh-CN" dirty="0"/>
              <a:t> </a:t>
            </a:r>
            <a:r>
              <a:rPr lang="en-US" altLang="zh-CN" dirty="0">
                <a:latin typeface="宋体" panose="02010600030101010101" pitchFamily="2" charset="-122"/>
                <a:ea typeface="宋体" panose="02010600030101010101" pitchFamily="2" charset="-122"/>
              </a:rPr>
              <a:t>–</a:t>
            </a:r>
            <a:r>
              <a:rPr lang="en-US" altLang="zh-CN" dirty="0"/>
              <a:t>y</a:t>
            </a:r>
          </a:p>
          <a:p>
            <a:pPr marL="806450" lvl="1" indent="-263525" eaLnBrk="1" hangingPunct="1">
              <a:lnSpc>
                <a:spcPct val="90000"/>
              </a:lnSpc>
            </a:pPr>
            <a:r>
              <a:rPr lang="zh-CN" altLang="en-US" sz="2400" u="sng" dirty="0"/>
              <a:t>若</a:t>
            </a:r>
            <a:r>
              <a:rPr lang="en-US" altLang="zh-CN" sz="2400" u="sng" dirty="0" err="1"/>
              <a:t>r</a:t>
            </a:r>
            <a:r>
              <a:rPr lang="en-US" altLang="zh-CN" sz="2400" u="sng" dirty="0" err="1">
                <a:ea typeface="宋体" panose="02010600030101010101" pitchFamily="2" charset="-122"/>
              </a:rPr>
              <a:t>'</a:t>
            </a:r>
            <a:r>
              <a:rPr lang="en-US" altLang="zh-CN" sz="2400" u="sng" baseline="-25000" dirty="0" err="1"/>
              <a:t>i</a:t>
            </a:r>
            <a:r>
              <a:rPr lang="en-US" altLang="zh-CN" sz="2400" u="sng" dirty="0"/>
              <a:t>&lt;0</a:t>
            </a:r>
            <a:r>
              <a:rPr lang="zh-CN" altLang="en-US" sz="2400" u="sng" dirty="0"/>
              <a:t>，则</a:t>
            </a:r>
            <a:r>
              <a:rPr lang="en-US" altLang="zh-CN" sz="2400" u="sng" dirty="0" err="1"/>
              <a:t>i</a:t>
            </a:r>
            <a:r>
              <a:rPr lang="zh-CN" altLang="en-US" sz="2400" u="sng" dirty="0"/>
              <a:t>位上商</a:t>
            </a:r>
            <a:r>
              <a:rPr lang="en-US" altLang="zh-CN" sz="2400" u="sng" dirty="0"/>
              <a:t>0</a:t>
            </a:r>
            <a:r>
              <a:rPr lang="zh-CN" altLang="en-US" sz="2400" u="sng" dirty="0"/>
              <a:t>，且在下一步，</a:t>
            </a:r>
            <a:r>
              <a:rPr lang="en-US" altLang="zh-CN" sz="2400" u="sng" dirty="0" err="1"/>
              <a:t>r</a:t>
            </a:r>
            <a:r>
              <a:rPr lang="en-US" altLang="zh-CN" sz="2400" u="sng" baseline="-25000" dirty="0" err="1"/>
              <a:t>i</a:t>
            </a:r>
            <a:r>
              <a:rPr lang="zh-CN" altLang="en-US" sz="2400" u="sng" dirty="0"/>
              <a:t>左移</a:t>
            </a:r>
            <a:r>
              <a:rPr lang="zh-CN" altLang="en-US" sz="2400" u="sng" dirty="0">
                <a:solidFill>
                  <a:srgbClr val="FF0000"/>
                </a:solidFill>
              </a:rPr>
              <a:t>加</a:t>
            </a:r>
            <a:r>
              <a:rPr lang="zh-CN" altLang="en-US" sz="2400" u="sng" dirty="0"/>
              <a:t>除数</a:t>
            </a:r>
            <a:r>
              <a:rPr lang="zh-CN" altLang="en-US" sz="2400" dirty="0"/>
              <a:t>。因为：</a:t>
            </a:r>
          </a:p>
          <a:p>
            <a:pPr marL="1438275" lvl="2" indent="-452438" eaLnBrk="1" hangingPunct="1">
              <a:lnSpc>
                <a:spcPct val="90000"/>
              </a:lnSpc>
            </a:pPr>
            <a:r>
              <a:rPr lang="en-US" altLang="zh-CN" dirty="0" err="1"/>
              <a:t>r</a:t>
            </a:r>
            <a:r>
              <a:rPr lang="en-US" altLang="zh-CN" baseline="-25000" dirty="0" err="1"/>
              <a:t>i</a:t>
            </a:r>
            <a:r>
              <a:rPr lang="en-US" altLang="zh-CN" baseline="-25000" dirty="0"/>
              <a:t> </a:t>
            </a:r>
            <a:r>
              <a:rPr lang="zh-CN" altLang="en-US" dirty="0"/>
              <a:t>＝ </a:t>
            </a:r>
            <a:r>
              <a:rPr lang="en-US" altLang="zh-CN" dirty="0" err="1"/>
              <a:t>r</a:t>
            </a:r>
            <a:r>
              <a:rPr lang="en-US" altLang="zh-CN" dirty="0" err="1">
                <a:ea typeface="宋体" panose="02010600030101010101" pitchFamily="2" charset="-122"/>
              </a:rPr>
              <a:t>'</a:t>
            </a:r>
            <a:r>
              <a:rPr lang="en-US" altLang="zh-CN" baseline="-25000" dirty="0" err="1"/>
              <a:t>i</a:t>
            </a:r>
            <a:r>
              <a:rPr lang="zh-CN" altLang="en-US" dirty="0"/>
              <a:t>＋</a:t>
            </a:r>
            <a:r>
              <a:rPr lang="en-US" altLang="zh-CN" dirty="0"/>
              <a:t>y</a:t>
            </a:r>
          </a:p>
          <a:p>
            <a:pPr marL="1438275" lvl="2" indent="-452438" eaLnBrk="1" hangingPunct="1">
              <a:lnSpc>
                <a:spcPct val="90000"/>
              </a:lnSpc>
            </a:pPr>
            <a:r>
              <a:rPr lang="en-US" altLang="zh-CN" dirty="0" err="1"/>
              <a:t>r</a:t>
            </a:r>
            <a:r>
              <a:rPr lang="en-US" altLang="zh-CN" baseline="-25000" dirty="0" err="1"/>
              <a:t>i</a:t>
            </a:r>
            <a:r>
              <a:rPr lang="zh-CN" altLang="en-US" baseline="-25000" dirty="0"/>
              <a:t>＋</a:t>
            </a:r>
            <a:r>
              <a:rPr lang="en-US" altLang="zh-CN" baseline="-25000" dirty="0"/>
              <a:t>1 </a:t>
            </a:r>
            <a:r>
              <a:rPr lang="zh-CN" altLang="en-US" dirty="0"/>
              <a:t>＝ </a:t>
            </a:r>
            <a:r>
              <a:rPr lang="en-US" altLang="zh-CN" dirty="0"/>
              <a:t>2r</a:t>
            </a:r>
            <a:r>
              <a:rPr lang="en-US" altLang="zh-CN" baseline="-25000" dirty="0"/>
              <a:t>i</a:t>
            </a:r>
            <a:r>
              <a:rPr lang="en-US" altLang="zh-CN" dirty="0"/>
              <a:t> </a:t>
            </a:r>
            <a:r>
              <a:rPr lang="en-US" altLang="zh-CN" dirty="0">
                <a:latin typeface="宋体" panose="02010600030101010101" pitchFamily="2" charset="-122"/>
                <a:ea typeface="宋体" panose="02010600030101010101" pitchFamily="2" charset="-122"/>
              </a:rPr>
              <a:t>–</a:t>
            </a:r>
            <a:r>
              <a:rPr lang="en-US" altLang="zh-CN" dirty="0"/>
              <a:t>y</a:t>
            </a:r>
            <a:r>
              <a:rPr lang="zh-CN" altLang="en-US" dirty="0"/>
              <a:t>＝ </a:t>
            </a:r>
            <a:r>
              <a:rPr lang="en-US" altLang="zh-CN" dirty="0"/>
              <a:t>2(</a:t>
            </a:r>
            <a:r>
              <a:rPr lang="en-US" altLang="zh-CN" dirty="0" err="1"/>
              <a:t>r</a:t>
            </a:r>
            <a:r>
              <a:rPr lang="en-US" altLang="zh-CN" dirty="0" err="1">
                <a:ea typeface="宋体" panose="02010600030101010101" pitchFamily="2" charset="-122"/>
              </a:rPr>
              <a:t>'</a:t>
            </a:r>
            <a:r>
              <a:rPr lang="en-US" altLang="zh-CN" baseline="-25000" dirty="0" err="1"/>
              <a:t>i</a:t>
            </a:r>
            <a:r>
              <a:rPr lang="zh-CN" altLang="en-US" dirty="0"/>
              <a:t>＋</a:t>
            </a:r>
            <a:r>
              <a:rPr lang="en-US" altLang="zh-CN" dirty="0"/>
              <a:t>y)</a:t>
            </a:r>
            <a:r>
              <a:rPr lang="en-US" altLang="zh-CN" dirty="0">
                <a:latin typeface="宋体" panose="02010600030101010101" pitchFamily="2" charset="-122"/>
                <a:ea typeface="宋体" panose="02010600030101010101" pitchFamily="2" charset="-122"/>
              </a:rPr>
              <a:t>–</a:t>
            </a:r>
            <a:r>
              <a:rPr lang="en-US" altLang="zh-CN" dirty="0"/>
              <a:t>y</a:t>
            </a:r>
            <a:r>
              <a:rPr lang="zh-CN" altLang="en-US" dirty="0"/>
              <a:t>＝</a:t>
            </a:r>
            <a:r>
              <a:rPr lang="en-US" altLang="zh-CN" dirty="0"/>
              <a:t>2r</a:t>
            </a:r>
            <a:r>
              <a:rPr lang="en-US" altLang="zh-CN" dirty="0">
                <a:ea typeface="宋体" panose="02010600030101010101" pitchFamily="2" charset="-122"/>
              </a:rPr>
              <a:t>'</a:t>
            </a:r>
            <a:r>
              <a:rPr lang="en-US" altLang="zh-CN" baseline="-25000" dirty="0"/>
              <a:t>i</a:t>
            </a:r>
            <a:r>
              <a:rPr lang="zh-CN" altLang="en-US" dirty="0"/>
              <a:t>＋</a:t>
            </a:r>
            <a:r>
              <a:rPr lang="en-US" altLang="zh-CN" dirty="0"/>
              <a:t>y</a:t>
            </a:r>
          </a:p>
          <a:p>
            <a:pPr marL="363538" indent="-363538" eaLnBrk="1" hangingPunct="1">
              <a:lnSpc>
                <a:spcPct val="90000"/>
              </a:lnSpc>
              <a:buFont typeface="Wingdings 2" panose="05020102010507070707" pitchFamily="18" charset="2"/>
              <a:buNone/>
            </a:pPr>
            <a:r>
              <a:rPr lang="en-US" altLang="zh-CN" sz="2400" dirty="0"/>
              <a:t>   </a:t>
            </a:r>
            <a:r>
              <a:rPr lang="zh-CN" altLang="en-US" sz="2400" dirty="0"/>
              <a:t>即：将</a:t>
            </a:r>
            <a:r>
              <a:rPr lang="zh-CN" altLang="en-US" sz="2400" dirty="0">
                <a:solidFill>
                  <a:schemeClr val="tx2"/>
                </a:solidFill>
              </a:rPr>
              <a:t>恢复余数</a:t>
            </a:r>
            <a:r>
              <a:rPr lang="zh-CN" altLang="en-US" sz="2400" dirty="0"/>
              <a:t>与下一步</a:t>
            </a:r>
            <a:r>
              <a:rPr lang="zh-CN" altLang="en-US" sz="2400" dirty="0">
                <a:solidFill>
                  <a:schemeClr val="tx2"/>
                </a:solidFill>
              </a:rPr>
              <a:t>部分余数左移减去除数</a:t>
            </a:r>
            <a:r>
              <a:rPr lang="zh-CN" altLang="en-US" sz="2400" dirty="0"/>
              <a:t>合并为</a:t>
            </a:r>
            <a:r>
              <a:rPr lang="zh-CN" altLang="en-US" sz="2400" dirty="0">
                <a:solidFill>
                  <a:schemeClr val="tx2"/>
                </a:solidFill>
              </a:rPr>
              <a:t>加余数。</a:t>
            </a:r>
          </a:p>
          <a:p>
            <a:pPr marL="363538" indent="-363538" eaLnBrk="1" hangingPunct="1">
              <a:lnSpc>
                <a:spcPct val="90000"/>
              </a:lnSpc>
              <a:buFont typeface="Wingdings 2" panose="05020102010507070707" pitchFamily="18" charset="2"/>
              <a:buNone/>
            </a:pPr>
            <a:r>
              <a:rPr lang="zh-CN" altLang="en-US" sz="2400" dirty="0"/>
              <a:t>    </a:t>
            </a:r>
            <a:r>
              <a:rPr lang="en-US" altLang="zh-CN" sz="2400" dirty="0"/>
              <a:t>2r</a:t>
            </a:r>
            <a:r>
              <a:rPr lang="en-US" altLang="zh-CN" sz="2400" dirty="0">
                <a:ea typeface="宋体" panose="02010600030101010101" pitchFamily="2" charset="-122"/>
              </a:rPr>
              <a:t>'</a:t>
            </a:r>
            <a:r>
              <a:rPr lang="en-US" altLang="zh-CN" sz="2400" baseline="-25000" dirty="0"/>
              <a:t>i</a:t>
            </a:r>
            <a:r>
              <a:rPr lang="zh-CN" altLang="en-US" sz="2400" dirty="0"/>
              <a:t>＋</a:t>
            </a:r>
            <a:r>
              <a:rPr lang="en-US" altLang="zh-CN" sz="2400" dirty="0"/>
              <a:t>y</a:t>
            </a:r>
            <a:r>
              <a:rPr lang="zh-CN" altLang="en-US" sz="2400" dirty="0"/>
              <a:t>也可理解为：商</a:t>
            </a:r>
            <a:r>
              <a:rPr lang="en-US" altLang="zh-CN" sz="2400" dirty="0"/>
              <a:t>0</a:t>
            </a:r>
            <a:r>
              <a:rPr lang="zh-CN" altLang="en-US" sz="2400" dirty="0"/>
              <a:t>后，</a:t>
            </a:r>
            <a:r>
              <a:rPr lang="en-US" altLang="zh-CN" sz="2400" dirty="0"/>
              <a:t>2r</a:t>
            </a:r>
            <a:r>
              <a:rPr lang="en-US" altLang="zh-CN" sz="2400" dirty="0">
                <a:ea typeface="宋体" panose="02010600030101010101" pitchFamily="2" charset="-122"/>
              </a:rPr>
              <a:t>'</a:t>
            </a:r>
            <a:r>
              <a:rPr lang="en-US" altLang="zh-CN" sz="2400" baseline="-25000" dirty="0"/>
              <a:t>i</a:t>
            </a:r>
            <a:r>
              <a:rPr lang="zh-CN" altLang="en-US" sz="2400" dirty="0"/>
              <a:t>中已多减了</a:t>
            </a:r>
            <a:r>
              <a:rPr lang="en-US" altLang="zh-CN" sz="2400" dirty="0"/>
              <a:t>2y</a:t>
            </a:r>
            <a:r>
              <a:rPr lang="zh-CN" altLang="en-US" sz="2400" dirty="0"/>
              <a:t>，计算</a:t>
            </a:r>
            <a:r>
              <a:rPr lang="en-US" altLang="zh-CN" sz="2400" dirty="0" err="1"/>
              <a:t>r</a:t>
            </a:r>
            <a:r>
              <a:rPr lang="en-US" altLang="zh-CN" sz="2400" baseline="-25000" dirty="0" err="1"/>
              <a:t>i</a:t>
            </a:r>
            <a:r>
              <a:rPr lang="zh-CN" altLang="en-US" sz="2400" baseline="-25000" dirty="0"/>
              <a:t>＋</a:t>
            </a:r>
            <a:r>
              <a:rPr lang="en-US" altLang="zh-CN" sz="2400" baseline="-25000" dirty="0"/>
              <a:t>1</a:t>
            </a:r>
            <a:r>
              <a:rPr lang="zh-CN" altLang="en-US" sz="2400" dirty="0"/>
              <a:t>时加</a:t>
            </a:r>
            <a:r>
              <a:rPr lang="en-US" altLang="zh-CN" sz="2400" dirty="0"/>
              <a:t>y</a:t>
            </a:r>
            <a:r>
              <a:rPr lang="zh-CN" altLang="en-US" sz="2400" dirty="0"/>
              <a:t>实际取得减除数的作用</a:t>
            </a:r>
            <a:r>
              <a:rPr lang="zh-CN" altLang="en-US" sz="2400" baseline="-25000" dirty="0"/>
              <a:t> </a:t>
            </a:r>
            <a:endParaRPr lang="zh-CN" altLang="en-US" sz="2400" dirty="0"/>
          </a:p>
          <a:p>
            <a:pPr marL="363538" indent="-363538" eaLnBrk="1" hangingPunct="1">
              <a:lnSpc>
                <a:spcPct val="90000"/>
              </a:lnSpc>
            </a:pPr>
            <a:r>
              <a:rPr lang="zh-CN" altLang="en-US" sz="2400" dirty="0"/>
              <a:t>如果最终的余数是负数，需“纠余”得到除法运算的余数： </a:t>
            </a:r>
            <a:r>
              <a:rPr lang="en-US" altLang="zh-CN" sz="2400" dirty="0" err="1"/>
              <a:t>r</a:t>
            </a:r>
            <a:r>
              <a:rPr lang="en-US" altLang="zh-CN" sz="2400" baseline="-25000" dirty="0" err="1"/>
              <a:t>n</a:t>
            </a:r>
            <a:r>
              <a:rPr lang="zh-CN" altLang="en-US" sz="2400" dirty="0"/>
              <a:t>＝</a:t>
            </a:r>
            <a:r>
              <a:rPr lang="en-US" altLang="zh-CN" sz="2400" dirty="0" err="1"/>
              <a:t>r</a:t>
            </a:r>
            <a:r>
              <a:rPr lang="en-US" altLang="zh-CN" sz="2400" dirty="0" err="1">
                <a:ea typeface="宋体" panose="02010600030101010101" pitchFamily="2" charset="-122"/>
              </a:rPr>
              <a:t>'</a:t>
            </a:r>
            <a:r>
              <a:rPr lang="en-US" altLang="zh-CN" sz="2400" baseline="-25000" dirty="0" err="1"/>
              <a:t>n</a:t>
            </a:r>
            <a:r>
              <a:rPr lang="zh-CN" altLang="en-US" sz="2400" dirty="0"/>
              <a:t>＋</a:t>
            </a:r>
            <a:r>
              <a:rPr lang="en-US" altLang="zh-CN" sz="2400" dirty="0"/>
              <a:t>y</a:t>
            </a:r>
          </a:p>
        </p:txBody>
      </p:sp>
    </p:spTree>
  </p:cSld>
  <p:clrMapOvr>
    <a:masterClrMapping/>
  </p:clrMapOvr>
  <p:transition spd="med">
    <p:pull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Line 2">
            <a:extLst>
              <a:ext uri="{FF2B5EF4-FFF2-40B4-BE49-F238E27FC236}">
                <a16:creationId xmlns:a16="http://schemas.microsoft.com/office/drawing/2014/main" id="{31F3428E-F721-4B61-A7EA-45875101521E}"/>
              </a:ext>
            </a:extLst>
          </p:cNvPr>
          <p:cNvSpPr>
            <a:spLocks noChangeShapeType="1"/>
          </p:cNvSpPr>
          <p:nvPr/>
        </p:nvSpPr>
        <p:spPr bwMode="auto">
          <a:xfrm>
            <a:off x="2195512" y="987425"/>
            <a:ext cx="6338887" cy="95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75" name="Text Box 3">
            <a:extLst>
              <a:ext uri="{FF2B5EF4-FFF2-40B4-BE49-F238E27FC236}">
                <a16:creationId xmlns:a16="http://schemas.microsoft.com/office/drawing/2014/main" id="{ADB4BB64-387B-46F1-ABA0-43675A8F7039}"/>
              </a:ext>
            </a:extLst>
          </p:cNvPr>
          <p:cNvSpPr txBox="1">
            <a:spLocks noChangeArrowheads="1"/>
          </p:cNvSpPr>
          <p:nvPr/>
        </p:nvSpPr>
        <p:spPr bwMode="auto">
          <a:xfrm>
            <a:off x="2347913" y="920750"/>
            <a:ext cx="20574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400">
                <a:ea typeface="宋体" panose="02010600030101010101" pitchFamily="2" charset="-122"/>
              </a:rPr>
              <a:t>0 0 1 0 1 1</a:t>
            </a:r>
          </a:p>
          <a:p>
            <a:pPr algn="ctr" eaLnBrk="1" hangingPunct="1">
              <a:spcBef>
                <a:spcPct val="0"/>
              </a:spcBef>
              <a:buClrTx/>
              <a:buFontTx/>
              <a:buNone/>
            </a:pPr>
            <a:r>
              <a:rPr lang="en-US" altLang="zh-CN" sz="2400">
                <a:ea typeface="宋体" panose="02010600030101010101" pitchFamily="2" charset="-122"/>
              </a:rPr>
              <a:t>1 1 0 0 1 1  </a:t>
            </a:r>
          </a:p>
          <a:p>
            <a:pPr algn="ctr" eaLnBrk="1" hangingPunct="1">
              <a:spcBef>
                <a:spcPct val="0"/>
              </a:spcBef>
              <a:buClrTx/>
              <a:buFontTx/>
              <a:buNone/>
            </a:pPr>
            <a:r>
              <a:rPr lang="en-US" altLang="zh-CN" sz="2400" u="sng">
                <a:ea typeface="宋体" panose="02010600030101010101" pitchFamily="2" charset="-122"/>
              </a:rPr>
              <a:t>1</a:t>
            </a:r>
            <a:r>
              <a:rPr lang="en-US" altLang="zh-CN" sz="2400">
                <a:ea typeface="宋体" panose="02010600030101010101" pitchFamily="2" charset="-122"/>
              </a:rPr>
              <a:t> 1 1 1 1 0</a:t>
            </a:r>
          </a:p>
          <a:p>
            <a:pPr algn="ctr" eaLnBrk="1" hangingPunct="1">
              <a:spcBef>
                <a:spcPct val="0"/>
              </a:spcBef>
              <a:buClrTx/>
              <a:buFontTx/>
              <a:buNone/>
            </a:pPr>
            <a:r>
              <a:rPr lang="en-US" altLang="zh-CN" sz="2400">
                <a:ea typeface="宋体" panose="02010600030101010101" pitchFamily="2" charset="-122"/>
              </a:rPr>
              <a:t>1 1 1 1 0 0</a:t>
            </a:r>
          </a:p>
          <a:p>
            <a:pPr algn="ctr" eaLnBrk="1" hangingPunct="1">
              <a:spcBef>
                <a:spcPct val="0"/>
              </a:spcBef>
              <a:buClrTx/>
              <a:buFontTx/>
              <a:buNone/>
            </a:pPr>
            <a:r>
              <a:rPr lang="en-US" altLang="zh-CN" sz="2400">
                <a:ea typeface="宋体" panose="02010600030101010101" pitchFamily="2" charset="-122"/>
              </a:rPr>
              <a:t>0 0 1 1 0 1</a:t>
            </a:r>
          </a:p>
          <a:p>
            <a:pPr algn="ctr" eaLnBrk="1" hangingPunct="1">
              <a:spcBef>
                <a:spcPct val="0"/>
              </a:spcBef>
              <a:buClrTx/>
              <a:buFontTx/>
              <a:buNone/>
            </a:pPr>
            <a:r>
              <a:rPr lang="en-US" altLang="zh-CN" sz="2400" u="sng">
                <a:ea typeface="宋体" panose="02010600030101010101" pitchFamily="2" charset="-122"/>
              </a:rPr>
              <a:t>0</a:t>
            </a:r>
            <a:r>
              <a:rPr lang="en-US" altLang="zh-CN" sz="2400">
                <a:ea typeface="宋体" panose="02010600030101010101" pitchFamily="2" charset="-122"/>
              </a:rPr>
              <a:t> 0 1 0 0 1</a:t>
            </a:r>
          </a:p>
          <a:p>
            <a:pPr algn="ctr" eaLnBrk="1" hangingPunct="1">
              <a:spcBef>
                <a:spcPct val="0"/>
              </a:spcBef>
              <a:buClrTx/>
              <a:buFontTx/>
              <a:buNone/>
            </a:pPr>
            <a:r>
              <a:rPr lang="en-US" altLang="zh-CN" sz="2400">
                <a:ea typeface="宋体" panose="02010600030101010101" pitchFamily="2" charset="-122"/>
              </a:rPr>
              <a:t>0 1 0 0 10</a:t>
            </a:r>
          </a:p>
          <a:p>
            <a:pPr algn="ctr" eaLnBrk="1" hangingPunct="1">
              <a:spcBef>
                <a:spcPct val="0"/>
              </a:spcBef>
              <a:buClrTx/>
              <a:buFontTx/>
              <a:buNone/>
            </a:pPr>
            <a:r>
              <a:rPr lang="en-US" altLang="zh-CN" sz="2400">
                <a:ea typeface="宋体" panose="02010600030101010101" pitchFamily="2" charset="-122"/>
              </a:rPr>
              <a:t>1 1 0 0 1 1</a:t>
            </a:r>
          </a:p>
          <a:p>
            <a:pPr algn="ctr" eaLnBrk="1" hangingPunct="1">
              <a:spcBef>
                <a:spcPct val="0"/>
              </a:spcBef>
              <a:buClrTx/>
              <a:buFontTx/>
              <a:buNone/>
            </a:pPr>
            <a:r>
              <a:rPr lang="en-US" altLang="zh-CN" sz="2400" u="sng">
                <a:ea typeface="宋体" panose="02010600030101010101" pitchFamily="2" charset="-122"/>
              </a:rPr>
              <a:t>0</a:t>
            </a:r>
            <a:r>
              <a:rPr lang="en-US" altLang="zh-CN" sz="2400">
                <a:ea typeface="宋体" panose="02010600030101010101" pitchFamily="2" charset="-122"/>
              </a:rPr>
              <a:t> 0 0 1 0 1</a:t>
            </a:r>
          </a:p>
          <a:p>
            <a:pPr algn="ctr" eaLnBrk="1" hangingPunct="1">
              <a:spcBef>
                <a:spcPct val="0"/>
              </a:spcBef>
              <a:buClrTx/>
              <a:buFontTx/>
              <a:buNone/>
            </a:pPr>
            <a:r>
              <a:rPr lang="en-US" altLang="zh-CN" sz="2400">
                <a:ea typeface="宋体" panose="02010600030101010101" pitchFamily="2" charset="-122"/>
              </a:rPr>
              <a:t>0 0 1 0 1 0</a:t>
            </a:r>
          </a:p>
          <a:p>
            <a:pPr algn="ctr" eaLnBrk="1" hangingPunct="1">
              <a:spcBef>
                <a:spcPct val="0"/>
              </a:spcBef>
              <a:buClrTx/>
              <a:buFontTx/>
              <a:buNone/>
            </a:pPr>
            <a:r>
              <a:rPr lang="en-US" altLang="zh-CN" sz="2400">
                <a:ea typeface="宋体" panose="02010600030101010101" pitchFamily="2" charset="-122"/>
              </a:rPr>
              <a:t>1 1 0 0 1 1</a:t>
            </a:r>
          </a:p>
          <a:p>
            <a:pPr algn="ctr" eaLnBrk="1" hangingPunct="1">
              <a:spcBef>
                <a:spcPct val="0"/>
              </a:spcBef>
              <a:buClrTx/>
              <a:buFontTx/>
              <a:buNone/>
            </a:pPr>
            <a:r>
              <a:rPr lang="en-US" altLang="zh-CN" sz="2400" u="sng">
                <a:ea typeface="宋体" panose="02010600030101010101" pitchFamily="2" charset="-122"/>
              </a:rPr>
              <a:t>1</a:t>
            </a:r>
            <a:r>
              <a:rPr lang="en-US" altLang="zh-CN" sz="2400">
                <a:ea typeface="宋体" panose="02010600030101010101" pitchFamily="2" charset="-122"/>
              </a:rPr>
              <a:t> 1 1 1 0 1</a:t>
            </a:r>
          </a:p>
          <a:p>
            <a:pPr algn="ctr" eaLnBrk="1" hangingPunct="1">
              <a:spcBef>
                <a:spcPct val="0"/>
              </a:spcBef>
              <a:buClrTx/>
              <a:buFontTx/>
              <a:buNone/>
            </a:pPr>
            <a:r>
              <a:rPr lang="en-US" altLang="zh-CN" sz="2400">
                <a:ea typeface="宋体" panose="02010600030101010101" pitchFamily="2" charset="-122"/>
              </a:rPr>
              <a:t>1 1 1 0 1 0</a:t>
            </a:r>
          </a:p>
          <a:p>
            <a:pPr algn="ctr" eaLnBrk="1" hangingPunct="1">
              <a:spcBef>
                <a:spcPct val="0"/>
              </a:spcBef>
              <a:buClrTx/>
              <a:buFontTx/>
              <a:buNone/>
            </a:pPr>
            <a:r>
              <a:rPr lang="en-US" altLang="zh-CN" sz="2400">
                <a:ea typeface="宋体" panose="02010600030101010101" pitchFamily="2" charset="-122"/>
              </a:rPr>
              <a:t>0 0 1 1 01</a:t>
            </a:r>
          </a:p>
          <a:p>
            <a:pPr algn="ctr" eaLnBrk="1" hangingPunct="1">
              <a:spcBef>
                <a:spcPct val="0"/>
              </a:spcBef>
              <a:buClrTx/>
              <a:buFontTx/>
              <a:buNone/>
            </a:pPr>
            <a:r>
              <a:rPr lang="en-US" altLang="zh-CN" sz="2400" u="sng">
                <a:ea typeface="宋体" panose="02010600030101010101" pitchFamily="2" charset="-122"/>
              </a:rPr>
              <a:t>0</a:t>
            </a:r>
            <a:r>
              <a:rPr lang="en-US" altLang="zh-CN" sz="2400">
                <a:ea typeface="宋体" panose="02010600030101010101" pitchFamily="2" charset="-122"/>
              </a:rPr>
              <a:t> 0 0 1 1 1</a:t>
            </a:r>
          </a:p>
        </p:txBody>
      </p:sp>
      <p:sp>
        <p:nvSpPr>
          <p:cNvPr id="54276" name="Line 4">
            <a:extLst>
              <a:ext uri="{FF2B5EF4-FFF2-40B4-BE49-F238E27FC236}">
                <a16:creationId xmlns:a16="http://schemas.microsoft.com/office/drawing/2014/main" id="{1C307FB1-EDFD-4FDF-BC3A-C1868DEB471F}"/>
              </a:ext>
            </a:extLst>
          </p:cNvPr>
          <p:cNvSpPr>
            <a:spLocks noChangeShapeType="1"/>
          </p:cNvSpPr>
          <p:nvPr/>
        </p:nvSpPr>
        <p:spPr bwMode="auto">
          <a:xfrm>
            <a:off x="2463800" y="1687513"/>
            <a:ext cx="1676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77" name="Line 5">
            <a:extLst>
              <a:ext uri="{FF2B5EF4-FFF2-40B4-BE49-F238E27FC236}">
                <a16:creationId xmlns:a16="http://schemas.microsoft.com/office/drawing/2014/main" id="{D56E26A9-5DA0-4AE5-91AC-3CA0EBA6D9F6}"/>
              </a:ext>
            </a:extLst>
          </p:cNvPr>
          <p:cNvSpPr>
            <a:spLocks noChangeShapeType="1"/>
          </p:cNvSpPr>
          <p:nvPr/>
        </p:nvSpPr>
        <p:spPr bwMode="auto">
          <a:xfrm>
            <a:off x="2463800" y="2767013"/>
            <a:ext cx="1676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78" name="Line 6">
            <a:extLst>
              <a:ext uri="{FF2B5EF4-FFF2-40B4-BE49-F238E27FC236}">
                <a16:creationId xmlns:a16="http://schemas.microsoft.com/office/drawing/2014/main" id="{9204C022-2A0D-4DAB-A969-E1B8C85F6369}"/>
              </a:ext>
            </a:extLst>
          </p:cNvPr>
          <p:cNvSpPr>
            <a:spLocks noChangeShapeType="1"/>
          </p:cNvSpPr>
          <p:nvPr/>
        </p:nvSpPr>
        <p:spPr bwMode="auto">
          <a:xfrm>
            <a:off x="2411413" y="3892550"/>
            <a:ext cx="1676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79" name="Line 7">
            <a:extLst>
              <a:ext uri="{FF2B5EF4-FFF2-40B4-BE49-F238E27FC236}">
                <a16:creationId xmlns:a16="http://schemas.microsoft.com/office/drawing/2014/main" id="{B88C0C31-49B4-4A9F-9806-2E6BBD8805C7}"/>
              </a:ext>
            </a:extLst>
          </p:cNvPr>
          <p:cNvSpPr>
            <a:spLocks noChangeShapeType="1"/>
          </p:cNvSpPr>
          <p:nvPr/>
        </p:nvSpPr>
        <p:spPr bwMode="auto">
          <a:xfrm>
            <a:off x="2411413" y="4999038"/>
            <a:ext cx="17526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0" name="Line 8">
            <a:extLst>
              <a:ext uri="{FF2B5EF4-FFF2-40B4-BE49-F238E27FC236}">
                <a16:creationId xmlns:a16="http://schemas.microsoft.com/office/drawing/2014/main" id="{03E69F8D-BCAE-4A6B-AB2F-646BED16CBD0}"/>
              </a:ext>
            </a:extLst>
          </p:cNvPr>
          <p:cNvSpPr>
            <a:spLocks noChangeShapeType="1"/>
          </p:cNvSpPr>
          <p:nvPr/>
        </p:nvSpPr>
        <p:spPr bwMode="auto">
          <a:xfrm>
            <a:off x="2411413" y="6080125"/>
            <a:ext cx="1676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1" name="Text Box 9">
            <a:extLst>
              <a:ext uri="{FF2B5EF4-FFF2-40B4-BE49-F238E27FC236}">
                <a16:creationId xmlns:a16="http://schemas.microsoft.com/office/drawing/2014/main" id="{59E5C0E5-E0E1-44ED-8761-F9AC45D283FF}"/>
              </a:ext>
            </a:extLst>
          </p:cNvPr>
          <p:cNvSpPr txBox="1">
            <a:spLocks noChangeArrowheads="1"/>
          </p:cNvSpPr>
          <p:nvPr/>
        </p:nvSpPr>
        <p:spPr bwMode="auto">
          <a:xfrm>
            <a:off x="5386387" y="971355"/>
            <a:ext cx="3581400"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ct val="0"/>
              </a:spcBef>
              <a:buClrTx/>
              <a:buFontTx/>
              <a:buNone/>
            </a:pPr>
            <a:r>
              <a:rPr lang="en-US" altLang="zh-CN" sz="2400" dirty="0">
                <a:ea typeface="楷体" panose="02010609060101010101" pitchFamily="49" charset="-122"/>
                <a:cs typeface="Times New Roman" panose="02020603050405020304" pitchFamily="18" charset="0"/>
              </a:rPr>
              <a:t>0  0  0  0  0      </a:t>
            </a:r>
            <a:r>
              <a:rPr lang="zh-CN" altLang="en-US" sz="2400" dirty="0">
                <a:ea typeface="楷体" panose="02010609060101010101" pitchFamily="49" charset="-122"/>
                <a:cs typeface="Times New Roman" panose="02020603050405020304" pitchFamily="18" charset="0"/>
              </a:rPr>
              <a:t>开始情形</a:t>
            </a:r>
          </a:p>
          <a:p>
            <a:pPr algn="l" eaLnBrk="1" hangingPunct="1">
              <a:spcBef>
                <a:spcPct val="0"/>
              </a:spcBef>
              <a:buClrTx/>
              <a:buFontTx/>
              <a:buNone/>
            </a:pPr>
            <a:r>
              <a:rPr lang="zh-CN" altLang="en-US" sz="2400" dirty="0">
                <a:ea typeface="楷体" panose="02010609060101010101" pitchFamily="49" charset="-122"/>
                <a:cs typeface="Times New Roman" panose="02020603050405020304" pitchFamily="18" charset="0"/>
              </a:rPr>
              <a:t>                         </a:t>
            </a:r>
            <a:r>
              <a:rPr lang="en-US" altLang="zh-CN" sz="2400" dirty="0">
                <a:ea typeface="楷体" panose="02010609060101010101" pitchFamily="49" charset="-122"/>
                <a:cs typeface="Times New Roman" panose="02020603050405020304" pitchFamily="18" charset="0"/>
              </a:rPr>
              <a:t>-Y</a:t>
            </a:r>
          </a:p>
          <a:p>
            <a:pPr algn="l" eaLnBrk="1" hangingPunct="1">
              <a:spcBef>
                <a:spcPct val="0"/>
              </a:spcBef>
              <a:buClrTx/>
              <a:buFontTx/>
              <a:buNone/>
            </a:pPr>
            <a:r>
              <a:rPr lang="en-US" altLang="zh-CN" sz="2400" dirty="0">
                <a:ea typeface="楷体" panose="02010609060101010101" pitchFamily="49" charset="-122"/>
                <a:cs typeface="Times New Roman" panose="02020603050405020304" pitchFamily="18" charset="0"/>
              </a:rPr>
              <a:t>0  0  0  0  </a:t>
            </a:r>
            <a:r>
              <a:rPr lang="en-US" altLang="zh-CN" sz="2400" u="sng" dirty="0">
                <a:solidFill>
                  <a:srgbClr val="000099"/>
                </a:solidFill>
                <a:ea typeface="楷体" panose="02010609060101010101" pitchFamily="49" charset="-122"/>
                <a:cs typeface="Times New Roman" panose="02020603050405020304" pitchFamily="18" charset="0"/>
              </a:rPr>
              <a:t>0</a:t>
            </a:r>
            <a:r>
              <a:rPr lang="en-US" altLang="zh-CN" sz="2400" dirty="0">
                <a:solidFill>
                  <a:srgbClr val="FF0000"/>
                </a:solidFill>
                <a:ea typeface="楷体" panose="02010609060101010101" pitchFamily="49" charset="-122"/>
                <a:cs typeface="Times New Roman" panose="02020603050405020304" pitchFamily="18" charset="0"/>
              </a:rPr>
              <a:t>         </a:t>
            </a:r>
            <a:r>
              <a:rPr lang="en-US" altLang="zh-CN" sz="2400" dirty="0">
                <a:ea typeface="楷体" panose="02010609060101010101" pitchFamily="49" charset="-122"/>
                <a:cs typeface="Times New Roman" panose="02020603050405020304" pitchFamily="18" charset="0"/>
              </a:rPr>
              <a:t>&lt;0, </a:t>
            </a:r>
            <a:r>
              <a:rPr lang="zh-CN" altLang="en-US" sz="2400" dirty="0">
                <a:ea typeface="楷体" panose="02010609060101010101" pitchFamily="49" charset="-122"/>
                <a:cs typeface="Times New Roman" panose="02020603050405020304" pitchFamily="18" charset="0"/>
              </a:rPr>
              <a:t>商</a:t>
            </a:r>
            <a:r>
              <a:rPr lang="en-US" altLang="zh-CN" sz="2400" dirty="0">
                <a:solidFill>
                  <a:schemeClr val="tx2"/>
                </a:solidFill>
                <a:ea typeface="楷体" panose="02010609060101010101" pitchFamily="49" charset="-122"/>
                <a:cs typeface="Times New Roman" panose="02020603050405020304" pitchFamily="18" charset="0"/>
              </a:rPr>
              <a:t>0</a:t>
            </a:r>
          </a:p>
          <a:p>
            <a:pPr algn="l" eaLnBrk="1" hangingPunct="1">
              <a:spcBef>
                <a:spcPct val="0"/>
              </a:spcBef>
              <a:buClrTx/>
              <a:buFontTx/>
              <a:buNone/>
            </a:pPr>
            <a:r>
              <a:rPr lang="en-US" altLang="zh-CN" sz="2400" dirty="0">
                <a:ea typeface="楷体" panose="02010609060101010101" pitchFamily="49" charset="-122"/>
                <a:cs typeface="Times New Roman" panose="02020603050405020304" pitchFamily="18" charset="0"/>
              </a:rPr>
              <a:t>0  0  0  </a:t>
            </a:r>
            <a:r>
              <a:rPr lang="en-US" altLang="zh-CN" sz="2400" dirty="0">
                <a:solidFill>
                  <a:srgbClr val="000099"/>
                </a:solidFill>
                <a:ea typeface="楷体" panose="02010609060101010101" pitchFamily="49" charset="-122"/>
                <a:cs typeface="Times New Roman" panose="02020603050405020304" pitchFamily="18" charset="0"/>
              </a:rPr>
              <a:t>0</a:t>
            </a:r>
            <a:r>
              <a:rPr lang="en-US" altLang="zh-CN" sz="2400" dirty="0">
                <a:ea typeface="楷体" panose="02010609060101010101" pitchFamily="49" charset="-122"/>
                <a:cs typeface="Times New Roman" panose="02020603050405020304" pitchFamily="18" charset="0"/>
              </a:rPr>
              <a:t>  0       </a:t>
            </a:r>
            <a:r>
              <a:rPr lang="zh-CN" altLang="en-US" sz="2400" dirty="0">
                <a:ea typeface="楷体" panose="02010609060101010101" pitchFamily="49" charset="-122"/>
                <a:cs typeface="Times New Roman" panose="02020603050405020304" pitchFamily="18" charset="0"/>
              </a:rPr>
              <a:t>左移</a:t>
            </a:r>
            <a:r>
              <a:rPr lang="en-US" altLang="zh-CN" sz="2400" dirty="0">
                <a:ea typeface="楷体" panose="02010609060101010101" pitchFamily="49" charset="-122"/>
                <a:cs typeface="Times New Roman" panose="02020603050405020304" pitchFamily="18" charset="0"/>
              </a:rPr>
              <a:t>1</a:t>
            </a:r>
            <a:r>
              <a:rPr lang="zh-CN" altLang="en-US" sz="2400" dirty="0">
                <a:ea typeface="楷体" panose="02010609060101010101" pitchFamily="49" charset="-122"/>
                <a:cs typeface="Times New Roman" panose="02020603050405020304" pitchFamily="18" charset="0"/>
              </a:rPr>
              <a:t>位</a:t>
            </a:r>
          </a:p>
          <a:p>
            <a:pPr algn="l" eaLnBrk="1" hangingPunct="1">
              <a:spcBef>
                <a:spcPct val="0"/>
              </a:spcBef>
              <a:buClrTx/>
              <a:buFontTx/>
              <a:buNone/>
            </a:pPr>
            <a:r>
              <a:rPr lang="zh-CN" altLang="en-US" sz="2400" dirty="0">
                <a:ea typeface="楷体" panose="02010609060101010101" pitchFamily="49" charset="-122"/>
                <a:cs typeface="Times New Roman" panose="02020603050405020304" pitchFamily="18" charset="0"/>
              </a:rPr>
              <a:t>                         </a:t>
            </a:r>
            <a:r>
              <a:rPr lang="en-US" altLang="zh-CN" sz="2400" dirty="0">
                <a:solidFill>
                  <a:srgbClr val="FF0000"/>
                </a:solidFill>
                <a:ea typeface="楷体" panose="02010609060101010101" pitchFamily="49" charset="-122"/>
                <a:cs typeface="Times New Roman" panose="02020603050405020304" pitchFamily="18" charset="0"/>
              </a:rPr>
              <a:t>+Y</a:t>
            </a:r>
          </a:p>
          <a:p>
            <a:pPr algn="l" eaLnBrk="1" hangingPunct="1">
              <a:spcBef>
                <a:spcPct val="0"/>
              </a:spcBef>
              <a:buClrTx/>
              <a:buFontTx/>
              <a:buNone/>
            </a:pPr>
            <a:r>
              <a:rPr lang="en-US" altLang="zh-CN" sz="2400" dirty="0">
                <a:ea typeface="楷体" panose="02010609060101010101" pitchFamily="49" charset="-122"/>
                <a:cs typeface="Times New Roman" panose="02020603050405020304" pitchFamily="18" charset="0"/>
              </a:rPr>
              <a:t>0  0  0  </a:t>
            </a:r>
            <a:r>
              <a:rPr lang="en-US" altLang="zh-CN" sz="2400" dirty="0">
                <a:solidFill>
                  <a:srgbClr val="000099"/>
                </a:solidFill>
                <a:ea typeface="楷体" panose="02010609060101010101" pitchFamily="49" charset="-122"/>
                <a:cs typeface="Times New Roman" panose="02020603050405020304" pitchFamily="18" charset="0"/>
              </a:rPr>
              <a:t>0  </a:t>
            </a:r>
            <a:r>
              <a:rPr lang="en-US" altLang="zh-CN" sz="2400" u="sng" dirty="0">
                <a:solidFill>
                  <a:srgbClr val="000099"/>
                </a:solidFill>
                <a:ea typeface="楷体" panose="02010609060101010101" pitchFamily="49" charset="-122"/>
                <a:cs typeface="Times New Roman" panose="02020603050405020304" pitchFamily="18" charset="0"/>
              </a:rPr>
              <a:t>1</a:t>
            </a:r>
            <a:r>
              <a:rPr lang="en-US" altLang="zh-CN" sz="2400" dirty="0">
                <a:solidFill>
                  <a:srgbClr val="FF0000"/>
                </a:solidFill>
                <a:ea typeface="楷体" panose="02010609060101010101" pitchFamily="49" charset="-122"/>
                <a:cs typeface="Times New Roman" panose="02020603050405020304" pitchFamily="18" charset="0"/>
              </a:rPr>
              <a:t>        </a:t>
            </a:r>
            <a:r>
              <a:rPr lang="en-US" altLang="zh-CN" sz="2400" dirty="0">
                <a:ea typeface="楷体" panose="02010609060101010101" pitchFamily="49" charset="-122"/>
                <a:cs typeface="Times New Roman" panose="02020603050405020304" pitchFamily="18" charset="0"/>
              </a:rPr>
              <a:t>&gt;0, </a:t>
            </a:r>
            <a:r>
              <a:rPr lang="zh-CN" altLang="en-US" sz="2400" dirty="0">
                <a:ea typeface="楷体" panose="02010609060101010101" pitchFamily="49" charset="-122"/>
                <a:cs typeface="Times New Roman" panose="02020603050405020304" pitchFamily="18" charset="0"/>
              </a:rPr>
              <a:t>商</a:t>
            </a:r>
            <a:r>
              <a:rPr lang="en-US" altLang="zh-CN" sz="2400" dirty="0">
                <a:solidFill>
                  <a:schemeClr val="tx2"/>
                </a:solidFill>
                <a:ea typeface="楷体" panose="02010609060101010101" pitchFamily="49" charset="-122"/>
                <a:cs typeface="Times New Roman" panose="02020603050405020304" pitchFamily="18" charset="0"/>
              </a:rPr>
              <a:t>1</a:t>
            </a:r>
          </a:p>
          <a:p>
            <a:pPr algn="l" eaLnBrk="1" hangingPunct="1">
              <a:spcBef>
                <a:spcPct val="0"/>
              </a:spcBef>
              <a:buClrTx/>
              <a:buFontTx/>
              <a:buNone/>
            </a:pPr>
            <a:r>
              <a:rPr lang="en-US" altLang="zh-CN" sz="2400" dirty="0">
                <a:ea typeface="楷体" panose="02010609060101010101" pitchFamily="49" charset="-122"/>
                <a:cs typeface="Times New Roman" panose="02020603050405020304" pitchFamily="18" charset="0"/>
              </a:rPr>
              <a:t>0  0  </a:t>
            </a:r>
            <a:r>
              <a:rPr lang="en-US" altLang="zh-CN" sz="2400" dirty="0">
                <a:solidFill>
                  <a:srgbClr val="000099"/>
                </a:solidFill>
                <a:ea typeface="楷体" panose="02010609060101010101" pitchFamily="49" charset="-122"/>
                <a:cs typeface="Times New Roman" panose="02020603050405020304" pitchFamily="18" charset="0"/>
              </a:rPr>
              <a:t>0  1</a:t>
            </a:r>
            <a:r>
              <a:rPr lang="en-US" altLang="zh-CN" sz="2400" dirty="0">
                <a:ea typeface="楷体" panose="02010609060101010101" pitchFamily="49" charset="-122"/>
                <a:cs typeface="Times New Roman" panose="02020603050405020304" pitchFamily="18" charset="0"/>
              </a:rPr>
              <a:t>  0      </a:t>
            </a:r>
            <a:r>
              <a:rPr lang="zh-CN" altLang="en-US" sz="2400" dirty="0">
                <a:ea typeface="楷体" panose="02010609060101010101" pitchFamily="49" charset="-122"/>
                <a:cs typeface="Times New Roman" panose="02020603050405020304" pitchFamily="18" charset="0"/>
              </a:rPr>
              <a:t>左移</a:t>
            </a:r>
            <a:r>
              <a:rPr lang="en-US" altLang="zh-CN" sz="2400" dirty="0">
                <a:ea typeface="楷体" panose="02010609060101010101" pitchFamily="49" charset="-122"/>
                <a:cs typeface="Times New Roman" panose="02020603050405020304" pitchFamily="18" charset="0"/>
              </a:rPr>
              <a:t>1</a:t>
            </a:r>
            <a:r>
              <a:rPr lang="zh-CN" altLang="en-US" sz="2400" dirty="0">
                <a:ea typeface="楷体" panose="02010609060101010101" pitchFamily="49" charset="-122"/>
                <a:cs typeface="Times New Roman" panose="02020603050405020304" pitchFamily="18" charset="0"/>
              </a:rPr>
              <a:t>位</a:t>
            </a:r>
          </a:p>
          <a:p>
            <a:pPr algn="l" eaLnBrk="1" hangingPunct="1">
              <a:spcBef>
                <a:spcPct val="0"/>
              </a:spcBef>
              <a:buClrTx/>
              <a:buFontTx/>
              <a:buNone/>
            </a:pPr>
            <a:r>
              <a:rPr lang="zh-CN" altLang="en-US" sz="2400" dirty="0">
                <a:ea typeface="楷体" panose="02010609060101010101" pitchFamily="49" charset="-122"/>
                <a:cs typeface="Times New Roman" panose="02020603050405020304" pitchFamily="18" charset="0"/>
              </a:rPr>
              <a:t>                         </a:t>
            </a:r>
            <a:r>
              <a:rPr lang="en-US" altLang="zh-CN" sz="2400" dirty="0">
                <a:ea typeface="楷体" panose="02010609060101010101" pitchFamily="49" charset="-122"/>
                <a:cs typeface="Times New Roman" panose="02020603050405020304" pitchFamily="18" charset="0"/>
              </a:rPr>
              <a:t>-Y</a:t>
            </a:r>
          </a:p>
          <a:p>
            <a:pPr algn="l" eaLnBrk="1" hangingPunct="1">
              <a:spcBef>
                <a:spcPct val="0"/>
              </a:spcBef>
              <a:buClrTx/>
              <a:buFontTx/>
              <a:buNone/>
            </a:pPr>
            <a:r>
              <a:rPr lang="en-US" altLang="zh-CN" sz="2400" dirty="0">
                <a:ea typeface="楷体" panose="02010609060101010101" pitchFamily="49" charset="-122"/>
                <a:cs typeface="Times New Roman" panose="02020603050405020304" pitchFamily="18" charset="0"/>
              </a:rPr>
              <a:t>0  0  </a:t>
            </a:r>
            <a:r>
              <a:rPr lang="en-US" altLang="zh-CN" sz="2400" dirty="0">
                <a:solidFill>
                  <a:srgbClr val="000099"/>
                </a:solidFill>
                <a:ea typeface="楷体" panose="02010609060101010101" pitchFamily="49" charset="-122"/>
                <a:cs typeface="Times New Roman" panose="02020603050405020304" pitchFamily="18" charset="0"/>
              </a:rPr>
              <a:t>0  1  </a:t>
            </a:r>
            <a:r>
              <a:rPr lang="en-US" altLang="zh-CN" sz="2400" u="sng" dirty="0">
                <a:solidFill>
                  <a:srgbClr val="000099"/>
                </a:solidFill>
                <a:ea typeface="楷体" panose="02010609060101010101" pitchFamily="49" charset="-122"/>
                <a:cs typeface="Times New Roman" panose="02020603050405020304" pitchFamily="18" charset="0"/>
              </a:rPr>
              <a:t>1</a:t>
            </a:r>
            <a:r>
              <a:rPr lang="en-US" altLang="zh-CN" sz="2400" dirty="0">
                <a:solidFill>
                  <a:srgbClr val="000099"/>
                </a:solidFill>
                <a:ea typeface="楷体" panose="02010609060101010101" pitchFamily="49" charset="-122"/>
                <a:cs typeface="Times New Roman" panose="02020603050405020304" pitchFamily="18" charset="0"/>
              </a:rPr>
              <a:t>        </a:t>
            </a:r>
            <a:r>
              <a:rPr lang="en-US" altLang="zh-CN" sz="2400" dirty="0">
                <a:ea typeface="楷体" panose="02010609060101010101" pitchFamily="49" charset="-122"/>
                <a:cs typeface="Times New Roman" panose="02020603050405020304" pitchFamily="18" charset="0"/>
              </a:rPr>
              <a:t>&gt;0, </a:t>
            </a:r>
            <a:r>
              <a:rPr lang="zh-CN" altLang="en-US" sz="2400" dirty="0">
                <a:ea typeface="楷体" panose="02010609060101010101" pitchFamily="49" charset="-122"/>
                <a:cs typeface="Times New Roman" panose="02020603050405020304" pitchFamily="18" charset="0"/>
              </a:rPr>
              <a:t>商</a:t>
            </a:r>
            <a:r>
              <a:rPr lang="en-US" altLang="zh-CN" sz="2400" dirty="0">
                <a:solidFill>
                  <a:schemeClr val="tx2"/>
                </a:solidFill>
                <a:ea typeface="楷体" panose="02010609060101010101" pitchFamily="49" charset="-122"/>
                <a:cs typeface="Times New Roman" panose="02020603050405020304" pitchFamily="18" charset="0"/>
              </a:rPr>
              <a:t>1</a:t>
            </a:r>
          </a:p>
          <a:p>
            <a:pPr algn="l" eaLnBrk="1" hangingPunct="1">
              <a:spcBef>
                <a:spcPct val="0"/>
              </a:spcBef>
              <a:buClrTx/>
              <a:buFontTx/>
              <a:buNone/>
            </a:pPr>
            <a:r>
              <a:rPr lang="en-US" altLang="zh-CN" sz="2400" dirty="0">
                <a:ea typeface="楷体" panose="02010609060101010101" pitchFamily="49" charset="-122"/>
                <a:cs typeface="Times New Roman" panose="02020603050405020304" pitchFamily="18" charset="0"/>
              </a:rPr>
              <a:t>0  </a:t>
            </a:r>
            <a:r>
              <a:rPr lang="en-US" altLang="zh-CN" sz="2400" dirty="0">
                <a:solidFill>
                  <a:srgbClr val="000099"/>
                </a:solidFill>
                <a:ea typeface="楷体" panose="02010609060101010101" pitchFamily="49" charset="-122"/>
                <a:cs typeface="Times New Roman" panose="02020603050405020304" pitchFamily="18" charset="0"/>
              </a:rPr>
              <a:t>0  1  1  </a:t>
            </a:r>
            <a:r>
              <a:rPr lang="en-US" altLang="zh-CN" sz="2400" dirty="0">
                <a:ea typeface="楷体" panose="02010609060101010101" pitchFamily="49" charset="-122"/>
                <a:cs typeface="Times New Roman" panose="02020603050405020304" pitchFamily="18" charset="0"/>
              </a:rPr>
              <a:t>0      </a:t>
            </a:r>
            <a:r>
              <a:rPr lang="zh-CN" altLang="en-US" sz="2400" dirty="0">
                <a:ea typeface="楷体" panose="02010609060101010101" pitchFamily="49" charset="-122"/>
                <a:cs typeface="Times New Roman" panose="02020603050405020304" pitchFamily="18" charset="0"/>
              </a:rPr>
              <a:t>左移</a:t>
            </a:r>
            <a:r>
              <a:rPr lang="en-US" altLang="zh-CN" sz="2400" dirty="0">
                <a:ea typeface="楷体" panose="02010609060101010101" pitchFamily="49" charset="-122"/>
                <a:cs typeface="Times New Roman" panose="02020603050405020304" pitchFamily="18" charset="0"/>
              </a:rPr>
              <a:t>1</a:t>
            </a:r>
            <a:r>
              <a:rPr lang="zh-CN" altLang="en-US" sz="2400" dirty="0">
                <a:ea typeface="楷体" panose="02010609060101010101" pitchFamily="49" charset="-122"/>
                <a:cs typeface="Times New Roman" panose="02020603050405020304" pitchFamily="18" charset="0"/>
              </a:rPr>
              <a:t>位</a:t>
            </a:r>
          </a:p>
          <a:p>
            <a:pPr algn="l" eaLnBrk="1" hangingPunct="1">
              <a:spcBef>
                <a:spcPct val="0"/>
              </a:spcBef>
              <a:buClrTx/>
              <a:buFontTx/>
              <a:buNone/>
            </a:pPr>
            <a:r>
              <a:rPr lang="zh-CN" altLang="en-US" sz="2400" dirty="0">
                <a:ea typeface="楷体" panose="02010609060101010101" pitchFamily="49" charset="-122"/>
                <a:cs typeface="Times New Roman" panose="02020603050405020304" pitchFamily="18" charset="0"/>
              </a:rPr>
              <a:t>                         </a:t>
            </a:r>
            <a:r>
              <a:rPr lang="en-US" altLang="zh-CN" sz="2400" dirty="0">
                <a:ea typeface="楷体" panose="02010609060101010101" pitchFamily="49" charset="-122"/>
                <a:cs typeface="Times New Roman" panose="02020603050405020304" pitchFamily="18" charset="0"/>
              </a:rPr>
              <a:t>-Y</a:t>
            </a:r>
          </a:p>
          <a:p>
            <a:pPr algn="l" eaLnBrk="1" hangingPunct="1">
              <a:spcBef>
                <a:spcPct val="0"/>
              </a:spcBef>
              <a:buClrTx/>
              <a:buFontTx/>
              <a:buNone/>
            </a:pPr>
            <a:r>
              <a:rPr lang="en-US" altLang="zh-CN" sz="2400" dirty="0">
                <a:ea typeface="楷体" panose="02010609060101010101" pitchFamily="49" charset="-122"/>
                <a:cs typeface="Times New Roman" panose="02020603050405020304" pitchFamily="18" charset="0"/>
              </a:rPr>
              <a:t>0  </a:t>
            </a:r>
            <a:r>
              <a:rPr lang="en-US" altLang="zh-CN" sz="2400" dirty="0">
                <a:solidFill>
                  <a:srgbClr val="000099"/>
                </a:solidFill>
                <a:ea typeface="楷体" panose="02010609060101010101" pitchFamily="49" charset="-122"/>
                <a:cs typeface="Times New Roman" panose="02020603050405020304" pitchFamily="18" charset="0"/>
              </a:rPr>
              <a:t>0  1  1  </a:t>
            </a:r>
            <a:r>
              <a:rPr lang="en-US" altLang="zh-CN" sz="2400" u="sng" dirty="0">
                <a:solidFill>
                  <a:srgbClr val="000099"/>
                </a:solidFill>
                <a:ea typeface="楷体" panose="02010609060101010101" pitchFamily="49" charset="-122"/>
                <a:cs typeface="Times New Roman" panose="02020603050405020304" pitchFamily="18" charset="0"/>
              </a:rPr>
              <a:t>0</a:t>
            </a:r>
            <a:r>
              <a:rPr lang="en-US" altLang="zh-CN" sz="2400" dirty="0">
                <a:solidFill>
                  <a:srgbClr val="000099"/>
                </a:solidFill>
                <a:ea typeface="楷体" panose="02010609060101010101" pitchFamily="49" charset="-122"/>
                <a:cs typeface="Times New Roman" panose="02020603050405020304" pitchFamily="18" charset="0"/>
              </a:rPr>
              <a:t>        </a:t>
            </a:r>
            <a:r>
              <a:rPr lang="en-US" altLang="zh-CN" sz="2400" dirty="0">
                <a:ea typeface="楷体" panose="02010609060101010101" pitchFamily="49" charset="-122"/>
                <a:cs typeface="Times New Roman" panose="02020603050405020304" pitchFamily="18" charset="0"/>
              </a:rPr>
              <a:t>&lt;0, </a:t>
            </a:r>
            <a:r>
              <a:rPr lang="zh-CN" altLang="en-US" sz="2400" dirty="0">
                <a:ea typeface="楷体" panose="02010609060101010101" pitchFamily="49" charset="-122"/>
                <a:cs typeface="Times New Roman" panose="02020603050405020304" pitchFamily="18" charset="0"/>
              </a:rPr>
              <a:t>商</a:t>
            </a:r>
            <a:r>
              <a:rPr lang="en-US" altLang="zh-CN" sz="2400" dirty="0">
                <a:solidFill>
                  <a:schemeClr val="tx2"/>
                </a:solidFill>
                <a:ea typeface="楷体" panose="02010609060101010101" pitchFamily="49" charset="-122"/>
                <a:cs typeface="Times New Roman" panose="02020603050405020304" pitchFamily="18" charset="0"/>
              </a:rPr>
              <a:t>0</a:t>
            </a:r>
          </a:p>
          <a:p>
            <a:pPr algn="l" eaLnBrk="1" hangingPunct="1">
              <a:spcBef>
                <a:spcPct val="0"/>
              </a:spcBef>
              <a:buClrTx/>
              <a:buFontTx/>
              <a:buNone/>
            </a:pPr>
            <a:r>
              <a:rPr lang="en-US" altLang="zh-CN" sz="2400" dirty="0">
                <a:solidFill>
                  <a:srgbClr val="000099"/>
                </a:solidFill>
                <a:ea typeface="楷体" panose="02010609060101010101" pitchFamily="49" charset="-122"/>
                <a:cs typeface="Times New Roman" panose="02020603050405020304" pitchFamily="18" charset="0"/>
              </a:rPr>
              <a:t>0  1  1  0  </a:t>
            </a:r>
            <a:r>
              <a:rPr lang="en-US" altLang="zh-CN" sz="2400" dirty="0">
                <a:ea typeface="楷体" panose="02010609060101010101" pitchFamily="49" charset="-122"/>
                <a:cs typeface="Times New Roman" panose="02020603050405020304" pitchFamily="18" charset="0"/>
              </a:rPr>
              <a:t>0      </a:t>
            </a:r>
            <a:r>
              <a:rPr lang="zh-CN" altLang="en-US" sz="2400" dirty="0">
                <a:ea typeface="楷体" panose="02010609060101010101" pitchFamily="49" charset="-122"/>
                <a:cs typeface="Times New Roman" panose="02020603050405020304" pitchFamily="18" charset="0"/>
              </a:rPr>
              <a:t>左移</a:t>
            </a:r>
            <a:r>
              <a:rPr lang="en-US" altLang="zh-CN" sz="2400" dirty="0">
                <a:ea typeface="楷体" panose="02010609060101010101" pitchFamily="49" charset="-122"/>
                <a:cs typeface="Times New Roman" panose="02020603050405020304" pitchFamily="18" charset="0"/>
              </a:rPr>
              <a:t>1</a:t>
            </a:r>
            <a:r>
              <a:rPr lang="zh-CN" altLang="en-US" sz="2400" dirty="0">
                <a:ea typeface="楷体" panose="02010609060101010101" pitchFamily="49" charset="-122"/>
                <a:cs typeface="Times New Roman" panose="02020603050405020304" pitchFamily="18" charset="0"/>
              </a:rPr>
              <a:t>位</a:t>
            </a:r>
          </a:p>
          <a:p>
            <a:pPr algn="l" eaLnBrk="1" hangingPunct="1">
              <a:spcBef>
                <a:spcPct val="0"/>
              </a:spcBef>
              <a:buClrTx/>
              <a:buFontTx/>
              <a:buNone/>
            </a:pPr>
            <a:r>
              <a:rPr lang="zh-CN" altLang="en-US" sz="2400" dirty="0">
                <a:ea typeface="楷体" panose="02010609060101010101" pitchFamily="49" charset="-122"/>
                <a:cs typeface="Times New Roman" panose="02020603050405020304" pitchFamily="18" charset="0"/>
              </a:rPr>
              <a:t>                         </a:t>
            </a:r>
            <a:r>
              <a:rPr lang="en-US" altLang="zh-CN" sz="2400" dirty="0">
                <a:solidFill>
                  <a:srgbClr val="FF0000"/>
                </a:solidFill>
                <a:ea typeface="楷体" panose="02010609060101010101" pitchFamily="49" charset="-122"/>
                <a:cs typeface="Times New Roman" panose="02020603050405020304" pitchFamily="18" charset="0"/>
              </a:rPr>
              <a:t>+Y</a:t>
            </a:r>
          </a:p>
          <a:p>
            <a:pPr algn="l" eaLnBrk="1" hangingPunct="1">
              <a:spcBef>
                <a:spcPct val="0"/>
              </a:spcBef>
              <a:buClrTx/>
              <a:buFontTx/>
              <a:buNone/>
            </a:pPr>
            <a:r>
              <a:rPr lang="en-US" altLang="zh-CN" sz="2400" dirty="0">
                <a:solidFill>
                  <a:srgbClr val="000099"/>
                </a:solidFill>
                <a:ea typeface="楷体" panose="02010609060101010101" pitchFamily="49" charset="-122"/>
                <a:cs typeface="Times New Roman" panose="02020603050405020304" pitchFamily="18" charset="0"/>
              </a:rPr>
              <a:t>0  1  1  0  </a:t>
            </a:r>
            <a:r>
              <a:rPr lang="en-US" altLang="zh-CN" sz="2400" u="sng" dirty="0">
                <a:solidFill>
                  <a:srgbClr val="000099"/>
                </a:solidFill>
                <a:ea typeface="楷体" panose="02010609060101010101" pitchFamily="49" charset="-122"/>
                <a:cs typeface="Times New Roman" panose="02020603050405020304" pitchFamily="18" charset="0"/>
              </a:rPr>
              <a:t>1</a:t>
            </a:r>
            <a:r>
              <a:rPr lang="en-US" altLang="zh-CN" sz="2400" dirty="0">
                <a:solidFill>
                  <a:srgbClr val="000099"/>
                </a:solidFill>
                <a:ea typeface="楷体" panose="02010609060101010101" pitchFamily="49" charset="-122"/>
                <a:cs typeface="Times New Roman" panose="02020603050405020304" pitchFamily="18" charset="0"/>
              </a:rPr>
              <a:t>        </a:t>
            </a:r>
            <a:r>
              <a:rPr lang="en-US" altLang="zh-CN" sz="2400" dirty="0">
                <a:ea typeface="楷体" panose="02010609060101010101" pitchFamily="49" charset="-122"/>
                <a:cs typeface="Times New Roman" panose="02020603050405020304" pitchFamily="18" charset="0"/>
              </a:rPr>
              <a:t>&gt;0, </a:t>
            </a:r>
            <a:r>
              <a:rPr lang="zh-CN" altLang="en-US" sz="2400" dirty="0">
                <a:ea typeface="楷体" panose="02010609060101010101" pitchFamily="49" charset="-122"/>
                <a:cs typeface="Times New Roman" panose="02020603050405020304" pitchFamily="18" charset="0"/>
              </a:rPr>
              <a:t>商</a:t>
            </a:r>
            <a:r>
              <a:rPr lang="en-US" altLang="zh-CN" sz="2400" dirty="0">
                <a:solidFill>
                  <a:schemeClr val="tx2"/>
                </a:solidFill>
                <a:ea typeface="楷体" panose="02010609060101010101" pitchFamily="49" charset="-122"/>
                <a:cs typeface="Times New Roman" panose="02020603050405020304" pitchFamily="18" charset="0"/>
              </a:rPr>
              <a:t>1</a:t>
            </a:r>
          </a:p>
        </p:txBody>
      </p:sp>
      <p:sp>
        <p:nvSpPr>
          <p:cNvPr id="54282" name="Line 10">
            <a:extLst>
              <a:ext uri="{FF2B5EF4-FFF2-40B4-BE49-F238E27FC236}">
                <a16:creationId xmlns:a16="http://schemas.microsoft.com/office/drawing/2014/main" id="{8CB9FF2E-8B5D-4207-9380-E6DC1BA3B50C}"/>
              </a:ext>
            </a:extLst>
          </p:cNvPr>
          <p:cNvSpPr>
            <a:spLocks noChangeShapeType="1"/>
          </p:cNvSpPr>
          <p:nvPr/>
        </p:nvSpPr>
        <p:spPr bwMode="auto">
          <a:xfrm>
            <a:off x="6615113" y="1606550"/>
            <a:ext cx="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3" name="Line 11">
            <a:extLst>
              <a:ext uri="{FF2B5EF4-FFF2-40B4-BE49-F238E27FC236}">
                <a16:creationId xmlns:a16="http://schemas.microsoft.com/office/drawing/2014/main" id="{11536AA3-8DDA-4BDB-827C-F650706B3731}"/>
              </a:ext>
            </a:extLst>
          </p:cNvPr>
          <p:cNvSpPr>
            <a:spLocks noChangeShapeType="1"/>
          </p:cNvSpPr>
          <p:nvPr/>
        </p:nvSpPr>
        <p:spPr bwMode="auto">
          <a:xfrm flipH="1">
            <a:off x="6310313" y="2139950"/>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4" name="Line 12">
            <a:extLst>
              <a:ext uri="{FF2B5EF4-FFF2-40B4-BE49-F238E27FC236}">
                <a16:creationId xmlns:a16="http://schemas.microsoft.com/office/drawing/2014/main" id="{C54BA8FE-6056-405F-9629-07EF4DABF245}"/>
              </a:ext>
            </a:extLst>
          </p:cNvPr>
          <p:cNvSpPr>
            <a:spLocks noChangeShapeType="1"/>
          </p:cNvSpPr>
          <p:nvPr/>
        </p:nvSpPr>
        <p:spPr bwMode="auto">
          <a:xfrm>
            <a:off x="6310313" y="2139950"/>
            <a:ext cx="0" cy="1066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5" name="Line 13">
            <a:extLst>
              <a:ext uri="{FF2B5EF4-FFF2-40B4-BE49-F238E27FC236}">
                <a16:creationId xmlns:a16="http://schemas.microsoft.com/office/drawing/2014/main" id="{E8F6D380-F14A-4383-B23D-58FB22DDEA91}"/>
              </a:ext>
            </a:extLst>
          </p:cNvPr>
          <p:cNvSpPr>
            <a:spLocks noChangeShapeType="1"/>
          </p:cNvSpPr>
          <p:nvPr/>
        </p:nvSpPr>
        <p:spPr bwMode="auto">
          <a:xfrm flipH="1">
            <a:off x="6005513" y="3206750"/>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6" name="Line 14">
            <a:extLst>
              <a:ext uri="{FF2B5EF4-FFF2-40B4-BE49-F238E27FC236}">
                <a16:creationId xmlns:a16="http://schemas.microsoft.com/office/drawing/2014/main" id="{CC14BBA7-3EE6-477F-97AC-AFCB7982AB7A}"/>
              </a:ext>
            </a:extLst>
          </p:cNvPr>
          <p:cNvSpPr>
            <a:spLocks noChangeShapeType="1"/>
          </p:cNvSpPr>
          <p:nvPr/>
        </p:nvSpPr>
        <p:spPr bwMode="auto">
          <a:xfrm>
            <a:off x="6005513" y="3206750"/>
            <a:ext cx="0" cy="10731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7" name="Line 15">
            <a:extLst>
              <a:ext uri="{FF2B5EF4-FFF2-40B4-BE49-F238E27FC236}">
                <a16:creationId xmlns:a16="http://schemas.microsoft.com/office/drawing/2014/main" id="{FD42DC4E-ED04-48B8-86AF-4FE4C85806CE}"/>
              </a:ext>
            </a:extLst>
          </p:cNvPr>
          <p:cNvSpPr>
            <a:spLocks noChangeShapeType="1"/>
          </p:cNvSpPr>
          <p:nvPr/>
        </p:nvSpPr>
        <p:spPr bwMode="auto">
          <a:xfrm flipH="1">
            <a:off x="5700713" y="4279900"/>
            <a:ext cx="30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8" name="Line 16">
            <a:extLst>
              <a:ext uri="{FF2B5EF4-FFF2-40B4-BE49-F238E27FC236}">
                <a16:creationId xmlns:a16="http://schemas.microsoft.com/office/drawing/2014/main" id="{F4FDB82C-CFEE-4A4A-937F-4A49E225BE05}"/>
              </a:ext>
            </a:extLst>
          </p:cNvPr>
          <p:cNvSpPr>
            <a:spLocks noChangeShapeType="1"/>
          </p:cNvSpPr>
          <p:nvPr/>
        </p:nvSpPr>
        <p:spPr bwMode="auto">
          <a:xfrm>
            <a:off x="5700713" y="4279900"/>
            <a:ext cx="0" cy="1136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9" name="Line 17">
            <a:extLst>
              <a:ext uri="{FF2B5EF4-FFF2-40B4-BE49-F238E27FC236}">
                <a16:creationId xmlns:a16="http://schemas.microsoft.com/office/drawing/2014/main" id="{3D56BC8B-6419-4B2D-B21C-4094AEB5A60F}"/>
              </a:ext>
            </a:extLst>
          </p:cNvPr>
          <p:cNvSpPr>
            <a:spLocks noChangeShapeType="1"/>
          </p:cNvSpPr>
          <p:nvPr/>
        </p:nvSpPr>
        <p:spPr bwMode="auto">
          <a:xfrm flipH="1">
            <a:off x="5319713" y="5416550"/>
            <a:ext cx="381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0" name="Line 18">
            <a:extLst>
              <a:ext uri="{FF2B5EF4-FFF2-40B4-BE49-F238E27FC236}">
                <a16:creationId xmlns:a16="http://schemas.microsoft.com/office/drawing/2014/main" id="{5346DF38-4E62-4965-9F08-483F6992E715}"/>
              </a:ext>
            </a:extLst>
          </p:cNvPr>
          <p:cNvSpPr>
            <a:spLocks noChangeShapeType="1"/>
          </p:cNvSpPr>
          <p:nvPr/>
        </p:nvSpPr>
        <p:spPr bwMode="auto">
          <a:xfrm>
            <a:off x="5319713" y="5416550"/>
            <a:ext cx="0" cy="1066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1" name="Text Box 19">
            <a:extLst>
              <a:ext uri="{FF2B5EF4-FFF2-40B4-BE49-F238E27FC236}">
                <a16:creationId xmlns:a16="http://schemas.microsoft.com/office/drawing/2014/main" id="{12B1441A-57EA-43EF-A817-93E4C4E1151A}"/>
              </a:ext>
            </a:extLst>
          </p:cNvPr>
          <p:cNvSpPr txBox="1">
            <a:spLocks noChangeArrowheads="1"/>
          </p:cNvSpPr>
          <p:nvPr/>
        </p:nvSpPr>
        <p:spPr bwMode="auto">
          <a:xfrm>
            <a:off x="2398012" y="489892"/>
            <a:ext cx="20425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400" dirty="0">
                <a:latin typeface="楷体" panose="02010609060101010101" pitchFamily="49" charset="-122"/>
                <a:ea typeface="楷体" panose="02010609060101010101" pitchFamily="49" charset="-122"/>
              </a:rPr>
              <a:t>被除数</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余数</a:t>
            </a:r>
            <a:r>
              <a:rPr lang="en-US" altLang="zh-CN" sz="2400" dirty="0">
                <a:latin typeface="楷体" panose="02010609060101010101" pitchFamily="49" charset="-122"/>
                <a:ea typeface="楷体" panose="02010609060101010101" pitchFamily="49" charset="-122"/>
              </a:rPr>
              <a:t>)</a:t>
            </a:r>
            <a:endParaRPr lang="en-US" altLang="zh-CN" sz="2400" dirty="0">
              <a:solidFill>
                <a:srgbClr val="990033"/>
              </a:solidFill>
              <a:latin typeface="楷体" panose="02010609060101010101" pitchFamily="49" charset="-122"/>
              <a:ea typeface="楷体" panose="02010609060101010101" pitchFamily="49" charset="-122"/>
            </a:endParaRPr>
          </a:p>
        </p:txBody>
      </p:sp>
      <p:sp>
        <p:nvSpPr>
          <p:cNvPr id="54292" name="Text Box 20">
            <a:extLst>
              <a:ext uri="{FF2B5EF4-FFF2-40B4-BE49-F238E27FC236}">
                <a16:creationId xmlns:a16="http://schemas.microsoft.com/office/drawing/2014/main" id="{D62CAEE7-84D3-45ED-9666-A27743E36DE7}"/>
              </a:ext>
            </a:extLst>
          </p:cNvPr>
          <p:cNvSpPr txBox="1">
            <a:spLocks noChangeArrowheads="1"/>
          </p:cNvSpPr>
          <p:nvPr/>
        </p:nvSpPr>
        <p:spPr bwMode="auto">
          <a:xfrm>
            <a:off x="6005513" y="499418"/>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400" dirty="0">
                <a:latin typeface="楷体" panose="02010609060101010101" pitchFamily="49" charset="-122"/>
                <a:ea typeface="楷体" panose="02010609060101010101" pitchFamily="49" charset="-122"/>
              </a:rPr>
              <a:t>商</a:t>
            </a:r>
            <a:endParaRPr lang="zh-CN" altLang="en-US" sz="2400" dirty="0">
              <a:solidFill>
                <a:srgbClr val="990033"/>
              </a:solidFill>
              <a:latin typeface="楷体" panose="02010609060101010101" pitchFamily="49" charset="-122"/>
              <a:ea typeface="楷体" panose="02010609060101010101" pitchFamily="49" charset="-122"/>
            </a:endParaRPr>
          </a:p>
        </p:txBody>
      </p:sp>
      <p:sp>
        <p:nvSpPr>
          <p:cNvPr id="54293" name="Rectangle 21">
            <a:extLst>
              <a:ext uri="{FF2B5EF4-FFF2-40B4-BE49-F238E27FC236}">
                <a16:creationId xmlns:a16="http://schemas.microsoft.com/office/drawing/2014/main" id="{4F8240CF-1343-41EE-91A8-96289A9D5D36}"/>
              </a:ext>
            </a:extLst>
          </p:cNvPr>
          <p:cNvSpPr>
            <a:spLocks noChangeArrowheads="1"/>
          </p:cNvSpPr>
          <p:nvPr/>
        </p:nvSpPr>
        <p:spPr bwMode="auto">
          <a:xfrm>
            <a:off x="2195513" y="5645150"/>
            <a:ext cx="458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400">
                <a:ea typeface="宋体" panose="02010600030101010101" pitchFamily="2" charset="-122"/>
              </a:rPr>
              <a:t>+</a:t>
            </a:r>
            <a:r>
              <a:rPr lang="en-US" altLang="zh-CN" sz="2400" b="0">
                <a:ea typeface="宋体" panose="02010600030101010101" pitchFamily="2" charset="-122"/>
              </a:rPr>
              <a:t>)</a:t>
            </a:r>
          </a:p>
        </p:txBody>
      </p:sp>
      <p:sp>
        <p:nvSpPr>
          <p:cNvPr id="54294" name="Rectangle 22">
            <a:extLst>
              <a:ext uri="{FF2B5EF4-FFF2-40B4-BE49-F238E27FC236}">
                <a16:creationId xmlns:a16="http://schemas.microsoft.com/office/drawing/2014/main" id="{FE37C3F2-2955-4611-A69F-1A5DB23CE973}"/>
              </a:ext>
            </a:extLst>
          </p:cNvPr>
          <p:cNvSpPr>
            <a:spLocks noChangeArrowheads="1"/>
          </p:cNvSpPr>
          <p:nvPr/>
        </p:nvSpPr>
        <p:spPr bwMode="auto">
          <a:xfrm>
            <a:off x="2195513" y="4578350"/>
            <a:ext cx="458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400">
                <a:ea typeface="宋体" panose="02010600030101010101" pitchFamily="2" charset="-122"/>
              </a:rPr>
              <a:t>+</a:t>
            </a:r>
            <a:r>
              <a:rPr lang="en-US" altLang="zh-CN" sz="2400" b="0">
                <a:ea typeface="宋体" panose="02010600030101010101" pitchFamily="2" charset="-122"/>
              </a:rPr>
              <a:t>)</a:t>
            </a:r>
          </a:p>
        </p:txBody>
      </p:sp>
      <p:sp>
        <p:nvSpPr>
          <p:cNvPr id="54295" name="Rectangle 23">
            <a:extLst>
              <a:ext uri="{FF2B5EF4-FFF2-40B4-BE49-F238E27FC236}">
                <a16:creationId xmlns:a16="http://schemas.microsoft.com/office/drawing/2014/main" id="{71959086-1034-47B9-B0B4-1AC778177433}"/>
              </a:ext>
            </a:extLst>
          </p:cNvPr>
          <p:cNvSpPr>
            <a:spLocks noChangeArrowheads="1"/>
          </p:cNvSpPr>
          <p:nvPr/>
        </p:nvSpPr>
        <p:spPr bwMode="auto">
          <a:xfrm>
            <a:off x="2195513" y="3435350"/>
            <a:ext cx="458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400">
                <a:ea typeface="宋体" panose="02010600030101010101" pitchFamily="2" charset="-122"/>
              </a:rPr>
              <a:t>+</a:t>
            </a:r>
            <a:r>
              <a:rPr lang="en-US" altLang="zh-CN" sz="2400" b="0">
                <a:ea typeface="宋体" panose="02010600030101010101" pitchFamily="2" charset="-122"/>
              </a:rPr>
              <a:t>)</a:t>
            </a:r>
          </a:p>
        </p:txBody>
      </p:sp>
      <p:sp>
        <p:nvSpPr>
          <p:cNvPr id="54296" name="Rectangle 24">
            <a:extLst>
              <a:ext uri="{FF2B5EF4-FFF2-40B4-BE49-F238E27FC236}">
                <a16:creationId xmlns:a16="http://schemas.microsoft.com/office/drawing/2014/main" id="{4643F669-B693-4872-8C31-0525ABC52CCA}"/>
              </a:ext>
            </a:extLst>
          </p:cNvPr>
          <p:cNvSpPr>
            <a:spLocks noChangeArrowheads="1"/>
          </p:cNvSpPr>
          <p:nvPr/>
        </p:nvSpPr>
        <p:spPr bwMode="auto">
          <a:xfrm>
            <a:off x="2195513" y="2368550"/>
            <a:ext cx="458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400">
                <a:ea typeface="宋体" panose="02010600030101010101" pitchFamily="2" charset="-122"/>
              </a:rPr>
              <a:t>+</a:t>
            </a:r>
            <a:r>
              <a:rPr lang="en-US" altLang="zh-CN" sz="2400" b="0">
                <a:ea typeface="宋体" panose="02010600030101010101" pitchFamily="2" charset="-122"/>
              </a:rPr>
              <a:t>)</a:t>
            </a:r>
          </a:p>
        </p:txBody>
      </p:sp>
      <p:sp>
        <p:nvSpPr>
          <p:cNvPr id="54297" name="Rectangle 25">
            <a:extLst>
              <a:ext uri="{FF2B5EF4-FFF2-40B4-BE49-F238E27FC236}">
                <a16:creationId xmlns:a16="http://schemas.microsoft.com/office/drawing/2014/main" id="{E0D6C339-D0DC-4419-88C8-E3E8CCFFAF5F}"/>
              </a:ext>
            </a:extLst>
          </p:cNvPr>
          <p:cNvSpPr>
            <a:spLocks noChangeArrowheads="1"/>
          </p:cNvSpPr>
          <p:nvPr/>
        </p:nvSpPr>
        <p:spPr bwMode="auto">
          <a:xfrm>
            <a:off x="2195513" y="1301750"/>
            <a:ext cx="458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400">
                <a:ea typeface="宋体" panose="02010600030101010101" pitchFamily="2" charset="-122"/>
              </a:rPr>
              <a:t>+</a:t>
            </a:r>
            <a:r>
              <a:rPr lang="en-US" altLang="zh-CN" sz="2400" b="0">
                <a:ea typeface="宋体" panose="02010600030101010101" pitchFamily="2" charset="-122"/>
              </a:rPr>
              <a:t>)</a:t>
            </a:r>
          </a:p>
        </p:txBody>
      </p:sp>
      <p:sp>
        <p:nvSpPr>
          <p:cNvPr id="54298" name="Text Box 27">
            <a:extLst>
              <a:ext uri="{FF2B5EF4-FFF2-40B4-BE49-F238E27FC236}">
                <a16:creationId xmlns:a16="http://schemas.microsoft.com/office/drawing/2014/main" id="{B36F5649-5536-434B-A2CC-FC136FCE1E92}"/>
              </a:ext>
            </a:extLst>
          </p:cNvPr>
          <p:cNvSpPr txBox="1">
            <a:spLocks noChangeArrowheads="1"/>
          </p:cNvSpPr>
          <p:nvPr/>
        </p:nvSpPr>
        <p:spPr bwMode="auto">
          <a:xfrm>
            <a:off x="119063" y="161925"/>
            <a:ext cx="13049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lgn="ctr">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4400" dirty="0">
                <a:solidFill>
                  <a:srgbClr val="000099"/>
                </a:solidFill>
                <a:latin typeface="Verdana" panose="020B0604030504040204" pitchFamily="34" charset="0"/>
                <a:ea typeface="黑体" panose="02010609060101010101" pitchFamily="49" charset="-122"/>
              </a:rPr>
              <a:t>例：</a:t>
            </a:r>
          </a:p>
        </p:txBody>
      </p:sp>
      <p:sp>
        <p:nvSpPr>
          <p:cNvPr id="54299" name="Text Box 28">
            <a:extLst>
              <a:ext uri="{FF2B5EF4-FFF2-40B4-BE49-F238E27FC236}">
                <a16:creationId xmlns:a16="http://schemas.microsoft.com/office/drawing/2014/main" id="{C582B1EB-C174-4501-A7B8-318833D55E90}"/>
              </a:ext>
            </a:extLst>
          </p:cNvPr>
          <p:cNvSpPr txBox="1">
            <a:spLocks noChangeArrowheads="1"/>
          </p:cNvSpPr>
          <p:nvPr/>
        </p:nvSpPr>
        <p:spPr bwMode="auto">
          <a:xfrm>
            <a:off x="176213" y="996950"/>
            <a:ext cx="18002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800"/>
              <a:t>X=0.01011</a:t>
            </a:r>
          </a:p>
          <a:p>
            <a:pPr algn="ctr" eaLnBrk="1" hangingPunct="1">
              <a:spcBef>
                <a:spcPct val="0"/>
              </a:spcBef>
              <a:buClrTx/>
              <a:buFontTx/>
              <a:buNone/>
            </a:pPr>
            <a:r>
              <a:rPr lang="en-US" altLang="zh-CN" sz="2800"/>
              <a:t>Y=0.01101</a:t>
            </a:r>
          </a:p>
        </p:txBody>
      </p:sp>
      <p:sp>
        <p:nvSpPr>
          <p:cNvPr id="29" name="TextBox 28">
            <a:extLst>
              <a:ext uri="{FF2B5EF4-FFF2-40B4-BE49-F238E27FC236}">
                <a16:creationId xmlns:a16="http://schemas.microsoft.com/office/drawing/2014/main" id="{667619B3-A024-4CE2-B29F-7270A190DD96}"/>
              </a:ext>
            </a:extLst>
          </p:cNvPr>
          <p:cNvSpPr txBox="1"/>
          <p:nvPr/>
        </p:nvSpPr>
        <p:spPr>
          <a:xfrm>
            <a:off x="2347913" y="2767013"/>
            <a:ext cx="338137" cy="461962"/>
          </a:xfrm>
          <a:prstGeom prst="rect">
            <a:avLst/>
          </a:prstGeom>
          <a:noFill/>
        </p:spPr>
        <p:txBody>
          <a:bodyPr wrap="none">
            <a:spAutoFit/>
          </a:bodyPr>
          <a:lstStyle/>
          <a:p>
            <a:pPr algn="ctr" eaLnBrk="1" hangingPunct="1">
              <a:spcBef>
                <a:spcPct val="20000"/>
              </a:spcBef>
              <a:buFont typeface="Wingdings" panose="05000000000000000000" pitchFamily="2" charset="2"/>
              <a:buNone/>
              <a:defRPr/>
            </a:pPr>
            <a:r>
              <a:rPr lang="en-US" altLang="zh-CN" sz="2400" dirty="0">
                <a:solidFill>
                  <a:srgbClr val="FF0000"/>
                </a:solidFill>
                <a:latin typeface="+mn-lt"/>
                <a:ea typeface="黑体" pitchFamily="2" charset="-122"/>
              </a:rPr>
              <a:t>1</a:t>
            </a:r>
            <a:endParaRPr lang="zh-CN" altLang="en-US" sz="2400" dirty="0">
              <a:solidFill>
                <a:srgbClr val="FF0000"/>
              </a:solidFill>
              <a:latin typeface="+mn-lt"/>
              <a:ea typeface="黑体" pitchFamily="2" charset="-122"/>
            </a:endParaRPr>
          </a:p>
        </p:txBody>
      </p:sp>
      <p:sp>
        <p:nvSpPr>
          <p:cNvPr id="30" name="TextBox 29">
            <a:extLst>
              <a:ext uri="{FF2B5EF4-FFF2-40B4-BE49-F238E27FC236}">
                <a16:creationId xmlns:a16="http://schemas.microsoft.com/office/drawing/2014/main" id="{A5AD1FCD-AF18-4AFE-B0C0-282F5ABE49F0}"/>
              </a:ext>
            </a:extLst>
          </p:cNvPr>
          <p:cNvSpPr txBox="1"/>
          <p:nvPr/>
        </p:nvSpPr>
        <p:spPr>
          <a:xfrm>
            <a:off x="2376488" y="3844925"/>
            <a:ext cx="338137" cy="461963"/>
          </a:xfrm>
          <a:prstGeom prst="rect">
            <a:avLst/>
          </a:prstGeom>
          <a:noFill/>
        </p:spPr>
        <p:txBody>
          <a:bodyPr wrap="none">
            <a:spAutoFit/>
          </a:bodyPr>
          <a:lstStyle/>
          <a:p>
            <a:pPr algn="ctr" eaLnBrk="1" hangingPunct="1">
              <a:spcBef>
                <a:spcPct val="20000"/>
              </a:spcBef>
              <a:buFont typeface="Wingdings" panose="05000000000000000000" pitchFamily="2" charset="2"/>
              <a:buNone/>
              <a:defRPr/>
            </a:pPr>
            <a:r>
              <a:rPr lang="en-US" altLang="zh-CN" sz="2400" dirty="0">
                <a:solidFill>
                  <a:srgbClr val="FF0000"/>
                </a:solidFill>
                <a:latin typeface="+mn-lt"/>
                <a:ea typeface="黑体" pitchFamily="2" charset="-122"/>
              </a:rPr>
              <a:t>1</a:t>
            </a:r>
            <a:endParaRPr lang="zh-CN" altLang="en-US" sz="2400" dirty="0">
              <a:solidFill>
                <a:srgbClr val="FF0000"/>
              </a:solidFill>
              <a:latin typeface="+mn-lt"/>
              <a:ea typeface="黑体" pitchFamily="2" charset="-122"/>
            </a:endParaRPr>
          </a:p>
        </p:txBody>
      </p:sp>
      <p:sp>
        <p:nvSpPr>
          <p:cNvPr id="31" name="TextBox 30">
            <a:extLst>
              <a:ext uri="{FF2B5EF4-FFF2-40B4-BE49-F238E27FC236}">
                <a16:creationId xmlns:a16="http://schemas.microsoft.com/office/drawing/2014/main" id="{97089A09-7E67-47FD-ABCC-BA29CB1D5B0A}"/>
              </a:ext>
            </a:extLst>
          </p:cNvPr>
          <p:cNvSpPr txBox="1"/>
          <p:nvPr/>
        </p:nvSpPr>
        <p:spPr>
          <a:xfrm>
            <a:off x="2347913" y="6059488"/>
            <a:ext cx="338137" cy="461962"/>
          </a:xfrm>
          <a:prstGeom prst="rect">
            <a:avLst/>
          </a:prstGeom>
          <a:noFill/>
        </p:spPr>
        <p:txBody>
          <a:bodyPr wrap="none">
            <a:spAutoFit/>
          </a:bodyPr>
          <a:lstStyle/>
          <a:p>
            <a:pPr algn="ctr" eaLnBrk="1" hangingPunct="1">
              <a:spcBef>
                <a:spcPct val="20000"/>
              </a:spcBef>
              <a:buFont typeface="Wingdings" panose="05000000000000000000" pitchFamily="2" charset="2"/>
              <a:buNone/>
              <a:defRPr/>
            </a:pPr>
            <a:r>
              <a:rPr lang="en-US" altLang="zh-CN" sz="2400" dirty="0">
                <a:solidFill>
                  <a:srgbClr val="FF0000"/>
                </a:solidFill>
                <a:latin typeface="+mn-lt"/>
                <a:ea typeface="黑体" pitchFamily="2" charset="-122"/>
              </a:rPr>
              <a:t>1</a:t>
            </a:r>
            <a:endParaRPr lang="zh-CN" altLang="en-US" sz="2400" dirty="0">
              <a:solidFill>
                <a:srgbClr val="FF0000"/>
              </a:solidFill>
              <a:latin typeface="+mn-lt"/>
              <a:ea typeface="黑体" pitchFamily="2" charset="-122"/>
            </a:endParaRPr>
          </a:p>
        </p:txBody>
      </p:sp>
      <p:sp>
        <p:nvSpPr>
          <p:cNvPr id="32" name="TextBox 31">
            <a:extLst>
              <a:ext uri="{FF2B5EF4-FFF2-40B4-BE49-F238E27FC236}">
                <a16:creationId xmlns:a16="http://schemas.microsoft.com/office/drawing/2014/main" id="{3EEF903D-B128-4AA0-B02D-B16903B4D137}"/>
              </a:ext>
            </a:extLst>
          </p:cNvPr>
          <p:cNvSpPr txBox="1"/>
          <p:nvPr/>
        </p:nvSpPr>
        <p:spPr>
          <a:xfrm>
            <a:off x="2357438" y="1630363"/>
            <a:ext cx="338137" cy="461962"/>
          </a:xfrm>
          <a:prstGeom prst="rect">
            <a:avLst/>
          </a:prstGeom>
          <a:noFill/>
        </p:spPr>
        <p:txBody>
          <a:bodyPr wrap="none">
            <a:spAutoFit/>
          </a:bodyPr>
          <a:lstStyle/>
          <a:p>
            <a:pPr algn="ctr" eaLnBrk="1" hangingPunct="1">
              <a:spcBef>
                <a:spcPct val="20000"/>
              </a:spcBef>
              <a:buFont typeface="Wingdings" panose="05000000000000000000" pitchFamily="2" charset="2"/>
              <a:buNone/>
              <a:defRPr/>
            </a:pPr>
            <a:r>
              <a:rPr lang="en-US" altLang="zh-CN" sz="2400" dirty="0">
                <a:solidFill>
                  <a:srgbClr val="FF0000"/>
                </a:solidFill>
                <a:latin typeface="+mn-lt"/>
                <a:ea typeface="黑体" pitchFamily="2" charset="-122"/>
              </a:rPr>
              <a:t>0</a:t>
            </a:r>
            <a:endParaRPr lang="zh-CN" altLang="en-US" sz="2400" dirty="0">
              <a:solidFill>
                <a:srgbClr val="FF0000"/>
              </a:solidFill>
              <a:latin typeface="+mn-lt"/>
              <a:ea typeface="黑体" pitchFamily="2" charset="-122"/>
            </a:endParaRPr>
          </a:p>
        </p:txBody>
      </p:sp>
      <p:sp>
        <p:nvSpPr>
          <p:cNvPr id="33" name="TextBox 32">
            <a:extLst>
              <a:ext uri="{FF2B5EF4-FFF2-40B4-BE49-F238E27FC236}">
                <a16:creationId xmlns:a16="http://schemas.microsoft.com/office/drawing/2014/main" id="{DF7774EE-5886-4888-A240-F47475444369}"/>
              </a:ext>
            </a:extLst>
          </p:cNvPr>
          <p:cNvSpPr txBox="1"/>
          <p:nvPr/>
        </p:nvSpPr>
        <p:spPr>
          <a:xfrm>
            <a:off x="2357438" y="4954588"/>
            <a:ext cx="338137" cy="461962"/>
          </a:xfrm>
          <a:prstGeom prst="rect">
            <a:avLst/>
          </a:prstGeom>
          <a:noFill/>
        </p:spPr>
        <p:txBody>
          <a:bodyPr wrap="none">
            <a:spAutoFit/>
          </a:bodyPr>
          <a:lstStyle/>
          <a:p>
            <a:pPr algn="ctr" eaLnBrk="1" hangingPunct="1">
              <a:spcBef>
                <a:spcPct val="20000"/>
              </a:spcBef>
              <a:buFont typeface="Wingdings" panose="05000000000000000000" pitchFamily="2" charset="2"/>
              <a:buNone/>
              <a:defRPr/>
            </a:pPr>
            <a:r>
              <a:rPr lang="en-US" altLang="zh-CN" sz="2400" dirty="0">
                <a:solidFill>
                  <a:srgbClr val="FF0000"/>
                </a:solidFill>
                <a:latin typeface="+mn-lt"/>
                <a:ea typeface="黑体" pitchFamily="2" charset="-122"/>
              </a:rPr>
              <a:t>0</a:t>
            </a:r>
            <a:endParaRPr lang="zh-CN" altLang="en-US" sz="2400" dirty="0">
              <a:solidFill>
                <a:srgbClr val="FF0000"/>
              </a:solidFill>
              <a:latin typeface="+mn-lt"/>
              <a:ea typeface="黑体" pitchFamily="2" charset="-122"/>
            </a:endParaRPr>
          </a:p>
        </p:txBody>
      </p:sp>
      <p:sp>
        <p:nvSpPr>
          <p:cNvPr id="2" name="文本框 1">
            <a:extLst>
              <a:ext uri="{FF2B5EF4-FFF2-40B4-BE49-F238E27FC236}">
                <a16:creationId xmlns:a16="http://schemas.microsoft.com/office/drawing/2014/main" id="{03279B72-F333-4C58-A6B2-0C7AB7D68C42}"/>
              </a:ext>
            </a:extLst>
          </p:cNvPr>
          <p:cNvSpPr txBox="1"/>
          <p:nvPr/>
        </p:nvSpPr>
        <p:spPr>
          <a:xfrm>
            <a:off x="4248150" y="1360488"/>
            <a:ext cx="595313" cy="339725"/>
          </a:xfrm>
          <a:prstGeom prst="rect">
            <a:avLst/>
          </a:prstGeom>
          <a:noFill/>
        </p:spPr>
        <p:txBody>
          <a:bodyPr wrap="none">
            <a:spAutoFit/>
          </a:bodyPr>
          <a:lstStyle/>
          <a:p>
            <a:pPr>
              <a:defRPr/>
            </a:pPr>
            <a:r>
              <a:rPr lang="zh-CN" altLang="en-US" sz="1600" b="1" dirty="0">
                <a:solidFill>
                  <a:srgbClr val="C00000"/>
                </a:solidFill>
                <a:latin typeface="+mn-ea"/>
                <a:ea typeface="+mn-ea"/>
              </a:rPr>
              <a:t>补码</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6610" name="Rectangle 2">
            <a:extLst>
              <a:ext uri="{FF2B5EF4-FFF2-40B4-BE49-F238E27FC236}">
                <a16:creationId xmlns:a16="http://schemas.microsoft.com/office/drawing/2014/main" id="{E7547DCC-F503-4256-868A-5726773042FE}"/>
              </a:ext>
            </a:extLst>
          </p:cNvPr>
          <p:cNvSpPr>
            <a:spLocks noGrp="1" noChangeArrowheads="1"/>
          </p:cNvSpPr>
          <p:nvPr>
            <p:ph type="title"/>
          </p:nvPr>
        </p:nvSpPr>
        <p:spPr/>
        <p:txBody>
          <a:bodyPr/>
          <a:lstStyle/>
          <a:p>
            <a:pPr eaLnBrk="1" hangingPunct="1"/>
            <a:r>
              <a:rPr lang="zh-CN" altLang="en-US" dirty="0"/>
              <a:t>可控加法</a:t>
            </a:r>
            <a:r>
              <a:rPr lang="en-US" altLang="zh-CN" dirty="0"/>
              <a:t>/</a:t>
            </a:r>
            <a:r>
              <a:rPr lang="zh-CN" altLang="en-US" dirty="0"/>
              <a:t>减法（</a:t>
            </a:r>
            <a:r>
              <a:rPr lang="en-US" altLang="zh-CN" dirty="0"/>
              <a:t>CAS</a:t>
            </a:r>
            <a:r>
              <a:rPr lang="zh-CN" altLang="en-US" dirty="0"/>
              <a:t>）单元</a:t>
            </a:r>
          </a:p>
        </p:txBody>
      </p:sp>
      <p:sp>
        <p:nvSpPr>
          <p:cNvPr id="56322" name="Rectangle 3">
            <a:extLst>
              <a:ext uri="{FF2B5EF4-FFF2-40B4-BE49-F238E27FC236}">
                <a16:creationId xmlns:a16="http://schemas.microsoft.com/office/drawing/2014/main" id="{A5A7F860-CA67-45EB-8492-6B4AE052A72B}"/>
              </a:ext>
            </a:extLst>
          </p:cNvPr>
          <p:cNvSpPr>
            <a:spLocks noGrp="1" noChangeArrowheads="1"/>
          </p:cNvSpPr>
          <p:nvPr>
            <p:ph idx="1"/>
          </p:nvPr>
        </p:nvSpPr>
        <p:spPr/>
        <p:txBody>
          <a:bodyPr/>
          <a:lstStyle/>
          <a:p>
            <a:pPr eaLnBrk="1" hangingPunct="1"/>
            <a:r>
              <a:rPr lang="zh-CN" altLang="en-US"/>
              <a:t>当输入线</a:t>
            </a:r>
            <a:r>
              <a:rPr lang="en-US" altLang="zh-CN"/>
              <a:t>P=0</a:t>
            </a:r>
            <a:r>
              <a:rPr lang="zh-CN" altLang="en-US"/>
              <a:t>时，</a:t>
            </a:r>
            <a:r>
              <a:rPr lang="en-US" altLang="zh-CN"/>
              <a:t>CAS</a:t>
            </a:r>
            <a:r>
              <a:rPr lang="zh-CN" altLang="en-US"/>
              <a:t>做加法运算</a:t>
            </a:r>
          </a:p>
          <a:p>
            <a:pPr eaLnBrk="1" hangingPunct="1"/>
            <a:r>
              <a:rPr lang="zh-CN" altLang="en-US"/>
              <a:t>当输入线</a:t>
            </a:r>
            <a:r>
              <a:rPr lang="en-US" altLang="zh-CN"/>
              <a:t>P=1</a:t>
            </a:r>
            <a:r>
              <a:rPr lang="zh-CN" altLang="en-US"/>
              <a:t>时，</a:t>
            </a:r>
            <a:r>
              <a:rPr lang="en-US" altLang="zh-CN"/>
              <a:t>CAS</a:t>
            </a:r>
            <a:r>
              <a:rPr lang="zh-CN" altLang="en-US"/>
              <a:t>做减法运算</a:t>
            </a:r>
          </a:p>
          <a:p>
            <a:pPr eaLnBrk="1" hangingPunct="1">
              <a:buFont typeface="Wingdings 2" panose="05020102010507070707" pitchFamily="18" charset="2"/>
              <a:buNone/>
            </a:pPr>
            <a:r>
              <a:rPr lang="en-US" altLang="zh-CN" sz="2400"/>
              <a:t>S</a:t>
            </a:r>
            <a:r>
              <a:rPr lang="en-US" altLang="zh-CN" sz="2400" baseline="-25000"/>
              <a:t>i</a:t>
            </a:r>
            <a:r>
              <a:rPr lang="en-US" altLang="zh-CN" sz="2400"/>
              <a:t>=A</a:t>
            </a:r>
            <a:r>
              <a:rPr lang="en-US" altLang="zh-CN" sz="2400" baseline="-25000"/>
              <a:t>i</a:t>
            </a:r>
            <a:r>
              <a:rPr lang="en-US" altLang="zh-CN" sz="2400"/>
              <a:t>⊕(B</a:t>
            </a:r>
            <a:r>
              <a:rPr lang="en-US" altLang="zh-CN" sz="2400" baseline="-25000"/>
              <a:t>i</a:t>
            </a:r>
            <a:r>
              <a:rPr lang="en-US" altLang="zh-CN" sz="2400"/>
              <a:t>⊕P)⊕C</a:t>
            </a:r>
            <a:r>
              <a:rPr lang="en-US" altLang="zh-CN" sz="2400" baseline="-25000"/>
              <a:t>i</a:t>
            </a:r>
          </a:p>
          <a:p>
            <a:pPr eaLnBrk="1" hangingPunct="1">
              <a:buFont typeface="Wingdings 2" panose="05020102010507070707" pitchFamily="18" charset="2"/>
              <a:buNone/>
            </a:pPr>
            <a:r>
              <a:rPr lang="en-US" altLang="zh-CN" sz="2400"/>
              <a:t>C</a:t>
            </a:r>
            <a:r>
              <a:rPr lang="en-US" altLang="zh-CN" sz="2400" baseline="-25000"/>
              <a:t>i+1</a:t>
            </a:r>
            <a:r>
              <a:rPr lang="en-US" altLang="zh-CN" sz="2400"/>
              <a:t>=(A</a:t>
            </a:r>
            <a:r>
              <a:rPr lang="en-US" altLang="zh-CN" sz="2400" baseline="-25000"/>
              <a:t>i</a:t>
            </a:r>
            <a:r>
              <a:rPr lang="en-US" altLang="zh-CN" sz="2400"/>
              <a:t>+C</a:t>
            </a:r>
            <a:r>
              <a:rPr lang="en-US" altLang="zh-CN" sz="2400" baseline="-25000"/>
              <a:t>i</a:t>
            </a:r>
            <a:r>
              <a:rPr lang="en-US" altLang="zh-CN" sz="2400"/>
              <a:t>)(B</a:t>
            </a:r>
            <a:r>
              <a:rPr lang="en-US" altLang="zh-CN" sz="2400" baseline="-25000"/>
              <a:t>i</a:t>
            </a:r>
            <a:r>
              <a:rPr lang="en-US" altLang="zh-CN" sz="2400"/>
              <a:t>⊕P)+A</a:t>
            </a:r>
            <a:r>
              <a:rPr lang="en-US" altLang="zh-CN" sz="2400" baseline="-25000"/>
              <a:t>i</a:t>
            </a:r>
            <a:r>
              <a:rPr lang="en-US" altLang="zh-CN" sz="2400"/>
              <a:t>C</a:t>
            </a:r>
            <a:r>
              <a:rPr lang="en-US" altLang="zh-CN" sz="2400" baseline="-25000"/>
              <a:t>i</a:t>
            </a:r>
          </a:p>
          <a:p>
            <a:pPr eaLnBrk="1" hangingPunct="1">
              <a:buFont typeface="Wingdings 2" panose="05020102010507070707" pitchFamily="18" charset="2"/>
              <a:buNone/>
            </a:pPr>
            <a:r>
              <a:rPr lang="zh-CN" altLang="en-US" sz="2400"/>
              <a:t>当</a:t>
            </a:r>
            <a:r>
              <a:rPr lang="en-US" altLang="zh-CN" sz="2400"/>
              <a:t>P=0</a:t>
            </a:r>
            <a:r>
              <a:rPr lang="zh-CN" altLang="en-US" sz="2400"/>
              <a:t>时：</a:t>
            </a:r>
          </a:p>
          <a:p>
            <a:pPr eaLnBrk="1" hangingPunct="1">
              <a:buFont typeface="Wingdings 2" panose="05020102010507070707" pitchFamily="18" charset="2"/>
              <a:buNone/>
            </a:pPr>
            <a:r>
              <a:rPr lang="en-US" altLang="zh-CN" sz="2400"/>
              <a:t>S</a:t>
            </a:r>
            <a:r>
              <a:rPr lang="en-US" altLang="zh-CN" sz="2400" baseline="-25000"/>
              <a:t>i</a:t>
            </a:r>
            <a:r>
              <a:rPr lang="en-US" altLang="zh-CN" sz="2400"/>
              <a:t>=A</a:t>
            </a:r>
            <a:r>
              <a:rPr lang="en-US" altLang="zh-CN" sz="2400" baseline="-25000"/>
              <a:t>i</a:t>
            </a:r>
            <a:r>
              <a:rPr lang="en-US" altLang="zh-CN" sz="2400"/>
              <a:t>⊕B</a:t>
            </a:r>
            <a:r>
              <a:rPr lang="en-US" altLang="zh-CN" sz="2400" baseline="-25000"/>
              <a:t>i</a:t>
            </a:r>
            <a:r>
              <a:rPr lang="en-US" altLang="zh-CN" sz="2400"/>
              <a:t>⊕C</a:t>
            </a:r>
            <a:r>
              <a:rPr lang="en-US" altLang="zh-CN" sz="2400" baseline="-25000"/>
              <a:t>i</a:t>
            </a:r>
          </a:p>
          <a:p>
            <a:pPr eaLnBrk="1" hangingPunct="1">
              <a:buFont typeface="Wingdings 2" panose="05020102010507070707" pitchFamily="18" charset="2"/>
              <a:buNone/>
            </a:pPr>
            <a:r>
              <a:rPr lang="en-US" altLang="zh-CN" sz="2400"/>
              <a:t>C</a:t>
            </a:r>
            <a:r>
              <a:rPr lang="en-US" altLang="zh-CN" sz="2400" baseline="-25000"/>
              <a:t>i+1</a:t>
            </a:r>
            <a:r>
              <a:rPr lang="en-US" altLang="zh-CN" sz="2400"/>
              <a:t>= A</a:t>
            </a:r>
            <a:r>
              <a:rPr lang="en-US" altLang="zh-CN" sz="2400" baseline="-25000"/>
              <a:t>i</a:t>
            </a:r>
            <a:r>
              <a:rPr lang="en-US" altLang="zh-CN" sz="2400"/>
              <a:t>B</a:t>
            </a:r>
            <a:r>
              <a:rPr lang="en-US" altLang="zh-CN" sz="2400" baseline="-25000"/>
              <a:t>i</a:t>
            </a:r>
            <a:r>
              <a:rPr lang="en-US" altLang="zh-CN" sz="2400"/>
              <a:t>+B</a:t>
            </a:r>
            <a:r>
              <a:rPr lang="en-US" altLang="zh-CN" sz="2400" baseline="-25000"/>
              <a:t>i</a:t>
            </a:r>
            <a:r>
              <a:rPr lang="en-US" altLang="zh-CN" sz="2400"/>
              <a:t>C</a:t>
            </a:r>
            <a:r>
              <a:rPr lang="en-US" altLang="zh-CN" sz="2400" baseline="-25000"/>
              <a:t>i</a:t>
            </a:r>
            <a:r>
              <a:rPr lang="en-US" altLang="zh-CN" sz="2400"/>
              <a:t>+A</a:t>
            </a:r>
            <a:r>
              <a:rPr lang="en-US" altLang="zh-CN" sz="2400" baseline="-25000"/>
              <a:t>i</a:t>
            </a:r>
            <a:r>
              <a:rPr lang="en-US" altLang="zh-CN" sz="2400"/>
              <a:t>C</a:t>
            </a:r>
            <a:r>
              <a:rPr lang="en-US" altLang="zh-CN" sz="2400" baseline="-25000"/>
              <a:t>i</a:t>
            </a:r>
          </a:p>
          <a:p>
            <a:pPr eaLnBrk="1" hangingPunct="1">
              <a:buFont typeface="Wingdings 2" panose="05020102010507070707" pitchFamily="18" charset="2"/>
              <a:buNone/>
            </a:pPr>
            <a:r>
              <a:rPr lang="zh-CN" altLang="en-US" sz="2400"/>
              <a:t>当</a:t>
            </a:r>
            <a:r>
              <a:rPr lang="en-US" altLang="zh-CN" sz="2400"/>
              <a:t>P=1</a:t>
            </a:r>
            <a:r>
              <a:rPr lang="zh-CN" altLang="en-US" sz="2400"/>
              <a:t>时：</a:t>
            </a:r>
          </a:p>
          <a:p>
            <a:pPr eaLnBrk="1" hangingPunct="1">
              <a:buFont typeface="Wingdings 2" panose="05020102010507070707" pitchFamily="18" charset="2"/>
              <a:buNone/>
            </a:pPr>
            <a:r>
              <a:rPr lang="en-US" altLang="zh-CN" sz="2400"/>
              <a:t>S</a:t>
            </a:r>
            <a:r>
              <a:rPr lang="en-US" altLang="zh-CN" sz="2400" baseline="-25000"/>
              <a:t>i</a:t>
            </a:r>
            <a:r>
              <a:rPr lang="en-US" altLang="zh-CN" sz="2400"/>
              <a:t>=A</a:t>
            </a:r>
            <a:r>
              <a:rPr lang="en-US" altLang="zh-CN" sz="2400" baseline="-25000"/>
              <a:t>i</a:t>
            </a:r>
            <a:r>
              <a:rPr lang="en-US" altLang="zh-CN" sz="2400"/>
              <a:t>⊕B</a:t>
            </a:r>
            <a:r>
              <a:rPr lang="en-US" altLang="zh-CN" sz="2400" baseline="-25000"/>
              <a:t>i</a:t>
            </a:r>
            <a:r>
              <a:rPr lang="en-US" altLang="zh-CN" sz="2400"/>
              <a:t>⊕C</a:t>
            </a:r>
            <a:r>
              <a:rPr lang="en-US" altLang="zh-CN" sz="2400" baseline="-25000"/>
              <a:t>i</a:t>
            </a:r>
          </a:p>
          <a:p>
            <a:pPr eaLnBrk="1" hangingPunct="1">
              <a:buFont typeface="Wingdings 2" panose="05020102010507070707" pitchFamily="18" charset="2"/>
              <a:buNone/>
            </a:pPr>
            <a:r>
              <a:rPr lang="en-US" altLang="zh-CN" sz="2400"/>
              <a:t>C</a:t>
            </a:r>
            <a:r>
              <a:rPr lang="en-US" altLang="zh-CN" sz="2400" baseline="-25000"/>
              <a:t>i+1</a:t>
            </a:r>
            <a:r>
              <a:rPr lang="en-US" altLang="zh-CN" sz="2400"/>
              <a:t>=A</a:t>
            </a:r>
            <a:r>
              <a:rPr lang="en-US" altLang="zh-CN" sz="2400" baseline="-25000"/>
              <a:t>i</a:t>
            </a:r>
            <a:r>
              <a:rPr lang="en-US" altLang="zh-CN" sz="2400"/>
              <a:t>B</a:t>
            </a:r>
            <a:r>
              <a:rPr lang="en-US" altLang="zh-CN" sz="2400" baseline="-25000"/>
              <a:t>i</a:t>
            </a:r>
            <a:r>
              <a:rPr lang="en-US" altLang="zh-CN" sz="2400"/>
              <a:t>+B</a:t>
            </a:r>
            <a:r>
              <a:rPr lang="en-US" altLang="zh-CN" sz="2400" baseline="-25000"/>
              <a:t>i</a:t>
            </a:r>
            <a:r>
              <a:rPr lang="en-US" altLang="zh-CN" sz="2400"/>
              <a:t>C</a:t>
            </a:r>
            <a:r>
              <a:rPr lang="en-US" altLang="zh-CN" sz="2400" baseline="-25000"/>
              <a:t>i</a:t>
            </a:r>
            <a:r>
              <a:rPr lang="en-US" altLang="zh-CN" sz="2400"/>
              <a:t>+A</a:t>
            </a:r>
            <a:r>
              <a:rPr lang="en-US" altLang="zh-CN" sz="2400" baseline="-25000"/>
              <a:t>i</a:t>
            </a:r>
            <a:r>
              <a:rPr lang="en-US" altLang="zh-CN" sz="2400"/>
              <a:t>C</a:t>
            </a:r>
            <a:r>
              <a:rPr lang="en-US" altLang="zh-CN" sz="2400" baseline="-25000"/>
              <a:t>i</a:t>
            </a:r>
          </a:p>
        </p:txBody>
      </p:sp>
      <p:sp>
        <p:nvSpPr>
          <p:cNvPr id="56324" name="Line 7">
            <a:extLst>
              <a:ext uri="{FF2B5EF4-FFF2-40B4-BE49-F238E27FC236}">
                <a16:creationId xmlns:a16="http://schemas.microsoft.com/office/drawing/2014/main" id="{11F5C6BA-4DA0-477A-958D-F9BC8598DECF}"/>
              </a:ext>
            </a:extLst>
          </p:cNvPr>
          <p:cNvSpPr>
            <a:spLocks noChangeShapeType="1"/>
          </p:cNvSpPr>
          <p:nvPr/>
        </p:nvSpPr>
        <p:spPr bwMode="auto">
          <a:xfrm>
            <a:off x="1258888" y="4868863"/>
            <a:ext cx="215900"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25" name="Line 7">
            <a:extLst>
              <a:ext uri="{FF2B5EF4-FFF2-40B4-BE49-F238E27FC236}">
                <a16:creationId xmlns:a16="http://schemas.microsoft.com/office/drawing/2014/main" id="{D00BCE77-B974-4C1F-9ECA-0B356E617C11}"/>
              </a:ext>
            </a:extLst>
          </p:cNvPr>
          <p:cNvSpPr>
            <a:spLocks noChangeShapeType="1"/>
          </p:cNvSpPr>
          <p:nvPr/>
        </p:nvSpPr>
        <p:spPr bwMode="auto">
          <a:xfrm>
            <a:off x="1665288" y="5291138"/>
            <a:ext cx="215900"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26" name="Line 7">
            <a:extLst>
              <a:ext uri="{FF2B5EF4-FFF2-40B4-BE49-F238E27FC236}">
                <a16:creationId xmlns:a16="http://schemas.microsoft.com/office/drawing/2014/main" id="{B3477DDA-3345-441B-8A4A-2999D3D9DBFC}"/>
              </a:ext>
            </a:extLst>
          </p:cNvPr>
          <p:cNvSpPr>
            <a:spLocks noChangeShapeType="1"/>
          </p:cNvSpPr>
          <p:nvPr/>
        </p:nvSpPr>
        <p:spPr bwMode="auto">
          <a:xfrm>
            <a:off x="1187450" y="5300663"/>
            <a:ext cx="215900"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56327" name="图片 1">
            <a:extLst>
              <a:ext uri="{FF2B5EF4-FFF2-40B4-BE49-F238E27FC236}">
                <a16:creationId xmlns:a16="http://schemas.microsoft.com/office/drawing/2014/main" id="{0D36F831-59F6-4204-93EF-41C32E39052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32300" y="2239963"/>
            <a:ext cx="4640263" cy="417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634" name="Rectangle 2">
            <a:extLst>
              <a:ext uri="{FF2B5EF4-FFF2-40B4-BE49-F238E27FC236}">
                <a16:creationId xmlns:a16="http://schemas.microsoft.com/office/drawing/2014/main" id="{F6F7AF69-1F6B-4DC6-9C64-D3C07EB76F15}"/>
              </a:ext>
            </a:extLst>
          </p:cNvPr>
          <p:cNvSpPr>
            <a:spLocks noGrp="1" noChangeArrowheads="1"/>
          </p:cNvSpPr>
          <p:nvPr>
            <p:ph type="title"/>
          </p:nvPr>
        </p:nvSpPr>
        <p:spPr/>
        <p:txBody>
          <a:bodyPr/>
          <a:lstStyle/>
          <a:p>
            <a:pPr eaLnBrk="1" hangingPunct="1"/>
            <a:r>
              <a:rPr lang="zh-CN" altLang="en-US" dirty="0"/>
              <a:t>不恢复余数的阵列除法器</a:t>
            </a:r>
          </a:p>
        </p:txBody>
      </p:sp>
      <p:sp>
        <p:nvSpPr>
          <p:cNvPr id="58370" name="Rectangle 3">
            <a:extLst>
              <a:ext uri="{FF2B5EF4-FFF2-40B4-BE49-F238E27FC236}">
                <a16:creationId xmlns:a16="http://schemas.microsoft.com/office/drawing/2014/main" id="{9AC7CE4E-0EA4-4AAE-A513-6E91AE9099E3}"/>
              </a:ext>
            </a:extLst>
          </p:cNvPr>
          <p:cNvSpPr>
            <a:spLocks noGrp="1" noChangeArrowheads="1"/>
          </p:cNvSpPr>
          <p:nvPr>
            <p:ph idx="1"/>
          </p:nvPr>
        </p:nvSpPr>
        <p:spPr>
          <a:xfrm>
            <a:off x="6227763" y="836613"/>
            <a:ext cx="2555875" cy="5334000"/>
          </a:xfrm>
        </p:spPr>
        <p:txBody>
          <a:bodyPr/>
          <a:lstStyle/>
          <a:p>
            <a:pPr eaLnBrk="1" hangingPunct="1">
              <a:buFont typeface="Wingdings 2" panose="05020102010507070707" pitchFamily="18" charset="2"/>
              <a:buNone/>
            </a:pPr>
            <a:r>
              <a:rPr kumimoji="0" lang="en-US" altLang="zh-CN" sz="2000">
                <a:solidFill>
                  <a:srgbClr val="CC3300"/>
                </a:solidFill>
              </a:rPr>
              <a:t>x=0.x1x2x3x4x5x6</a:t>
            </a:r>
          </a:p>
          <a:p>
            <a:pPr eaLnBrk="1" hangingPunct="1">
              <a:buFont typeface="Wingdings 2" panose="05020102010507070707" pitchFamily="18" charset="2"/>
              <a:buNone/>
            </a:pPr>
            <a:r>
              <a:rPr kumimoji="0" lang="en-US" altLang="zh-CN" sz="2000">
                <a:solidFill>
                  <a:srgbClr val="CC3300"/>
                </a:solidFill>
              </a:rPr>
              <a:t>y=0.y1y2y3</a:t>
            </a:r>
          </a:p>
          <a:p>
            <a:pPr eaLnBrk="1" hangingPunct="1">
              <a:buFont typeface="Wingdings 2" panose="05020102010507070707" pitchFamily="18" charset="2"/>
              <a:buNone/>
            </a:pPr>
            <a:r>
              <a:rPr kumimoji="0" lang="zh-CN" altLang="en-US" sz="2000">
                <a:solidFill>
                  <a:srgbClr val="CC3300"/>
                </a:solidFill>
              </a:rPr>
              <a:t>商</a:t>
            </a:r>
            <a:r>
              <a:rPr kumimoji="0" lang="en-US" altLang="zh-CN" sz="2000">
                <a:solidFill>
                  <a:srgbClr val="CC3300"/>
                </a:solidFill>
              </a:rPr>
              <a:t>q=0.q1q2q3</a:t>
            </a:r>
          </a:p>
          <a:p>
            <a:pPr eaLnBrk="1" hangingPunct="1">
              <a:buFont typeface="Wingdings 2" panose="05020102010507070707" pitchFamily="18" charset="2"/>
              <a:buNone/>
            </a:pPr>
            <a:r>
              <a:rPr kumimoji="0" lang="zh-CN" altLang="en-US" sz="2000">
                <a:solidFill>
                  <a:srgbClr val="CC3300"/>
                </a:solidFill>
              </a:rPr>
              <a:t>余数 </a:t>
            </a:r>
            <a:r>
              <a:rPr kumimoji="0" lang="en-US" altLang="zh-CN" sz="2000">
                <a:solidFill>
                  <a:srgbClr val="CC3300"/>
                </a:solidFill>
              </a:rPr>
              <a:t>r=0.00r3r4r5r6</a:t>
            </a:r>
          </a:p>
          <a:p>
            <a:pPr eaLnBrk="1" hangingPunct="1">
              <a:buFont typeface="Wingdings 2" panose="05020102010507070707" pitchFamily="18" charset="2"/>
              <a:buNone/>
            </a:pPr>
            <a:r>
              <a:rPr kumimoji="0" lang="zh-CN" altLang="en-US" sz="2000">
                <a:solidFill>
                  <a:srgbClr val="CC3300"/>
                </a:solidFill>
              </a:rPr>
              <a:t>　字长 </a:t>
            </a:r>
            <a:r>
              <a:rPr kumimoji="0" lang="en-US" altLang="zh-CN" sz="2000">
                <a:solidFill>
                  <a:srgbClr val="CC3300"/>
                </a:solidFill>
              </a:rPr>
              <a:t>n+1=4</a:t>
            </a:r>
            <a:endParaRPr lang="en-US" altLang="zh-CN" sz="2000">
              <a:solidFill>
                <a:srgbClr val="CC3300"/>
              </a:solidFill>
            </a:endParaRPr>
          </a:p>
        </p:txBody>
      </p:sp>
      <p:pic>
        <p:nvPicPr>
          <p:cNvPr id="58372" name="Picture 5" descr="2">
            <a:extLst>
              <a:ext uri="{FF2B5EF4-FFF2-40B4-BE49-F238E27FC236}">
                <a16:creationId xmlns:a16="http://schemas.microsoft.com/office/drawing/2014/main" id="{79E0A4AE-EFBC-4053-8B77-2CEBF0813E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350" y="936625"/>
            <a:ext cx="7129463" cy="531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3" name="Text Box 6">
            <a:extLst>
              <a:ext uri="{FF2B5EF4-FFF2-40B4-BE49-F238E27FC236}">
                <a16:creationId xmlns:a16="http://schemas.microsoft.com/office/drawing/2014/main" id="{F810DDE6-0536-4547-8E3A-B17B25DA56B4}"/>
              </a:ext>
            </a:extLst>
          </p:cNvPr>
          <p:cNvSpPr txBox="1">
            <a:spLocks noChangeArrowheads="1"/>
          </p:cNvSpPr>
          <p:nvPr/>
        </p:nvSpPr>
        <p:spPr bwMode="auto">
          <a:xfrm>
            <a:off x="1476375" y="5516563"/>
            <a:ext cx="29956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lnSpc>
                <a:spcPct val="90000"/>
              </a:lnSpc>
              <a:spcBef>
                <a:spcPct val="0"/>
              </a:spcBef>
              <a:buClrTx/>
              <a:buFontTx/>
              <a:buNone/>
            </a:pPr>
            <a:r>
              <a:rPr kumimoji="0" lang="zh-CN" altLang="en-US" sz="2000" dirty="0">
                <a:solidFill>
                  <a:srgbClr val="CC3300"/>
                </a:solidFill>
                <a:latin typeface="楷体" panose="02010609060101010101" pitchFamily="49" charset="-122"/>
                <a:ea typeface="楷体" panose="02010609060101010101" pitchFamily="49" charset="-122"/>
              </a:rPr>
              <a:t>前提：除数大于被除数，</a:t>
            </a:r>
          </a:p>
          <a:p>
            <a:pPr algn="l" eaLnBrk="1" hangingPunct="1">
              <a:lnSpc>
                <a:spcPct val="90000"/>
              </a:lnSpc>
              <a:spcBef>
                <a:spcPct val="0"/>
              </a:spcBef>
              <a:buClrTx/>
              <a:buFontTx/>
              <a:buNone/>
            </a:pPr>
            <a:r>
              <a:rPr kumimoji="0" lang="zh-CN" altLang="en-US" sz="2000" dirty="0">
                <a:solidFill>
                  <a:srgbClr val="CC3300"/>
                </a:solidFill>
                <a:latin typeface="楷体" panose="02010609060101010101" pitchFamily="49" charset="-122"/>
                <a:ea typeface="楷体" panose="02010609060101010101" pitchFamily="49" charset="-122"/>
              </a:rPr>
              <a:t>意味着商不会≥</a:t>
            </a:r>
            <a:r>
              <a:rPr kumimoji="0" lang="en-US" altLang="zh-CN" sz="2000" dirty="0">
                <a:solidFill>
                  <a:srgbClr val="CC3300"/>
                </a:solidFill>
                <a:latin typeface="楷体" panose="02010609060101010101" pitchFamily="49" charset="-122"/>
                <a:ea typeface="楷体" panose="02010609060101010101" pitchFamily="49" charset="-122"/>
              </a:rPr>
              <a:t>1</a:t>
            </a:r>
            <a:endParaRPr lang="en-US" altLang="zh-CN" sz="2000" dirty="0">
              <a:solidFill>
                <a:srgbClr val="CC3300"/>
              </a:solidFill>
              <a:latin typeface="楷体" panose="02010609060101010101" pitchFamily="49" charset="-122"/>
              <a:ea typeface="楷体" panose="02010609060101010101" pitchFamily="49" charset="-122"/>
            </a:endParaRPr>
          </a:p>
        </p:txBody>
      </p:sp>
      <p:sp>
        <p:nvSpPr>
          <p:cNvPr id="58374" name="Oval 7">
            <a:extLst>
              <a:ext uri="{FF2B5EF4-FFF2-40B4-BE49-F238E27FC236}">
                <a16:creationId xmlns:a16="http://schemas.microsoft.com/office/drawing/2014/main" id="{8520B3FA-675E-4499-89FC-E81A3D039181}"/>
              </a:ext>
            </a:extLst>
          </p:cNvPr>
          <p:cNvSpPr>
            <a:spLocks noChangeArrowheads="1"/>
          </p:cNvSpPr>
          <p:nvPr/>
        </p:nvSpPr>
        <p:spPr bwMode="auto">
          <a:xfrm>
            <a:off x="1331913" y="1628775"/>
            <a:ext cx="431800" cy="360363"/>
          </a:xfrm>
          <a:prstGeom prst="ellipse">
            <a:avLst/>
          </a:prstGeom>
          <a:noFill/>
          <a:ln w="28575" algn="ctr">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58375" name="Text Box 8">
            <a:extLst>
              <a:ext uri="{FF2B5EF4-FFF2-40B4-BE49-F238E27FC236}">
                <a16:creationId xmlns:a16="http://schemas.microsoft.com/office/drawing/2014/main" id="{0699ADB4-AA1A-4613-8C69-F6DCF91EAA70}"/>
              </a:ext>
            </a:extLst>
          </p:cNvPr>
          <p:cNvSpPr txBox="1">
            <a:spLocks noChangeArrowheads="1"/>
          </p:cNvSpPr>
          <p:nvPr/>
        </p:nvSpPr>
        <p:spPr bwMode="auto">
          <a:xfrm>
            <a:off x="338892" y="3845348"/>
            <a:ext cx="677108" cy="2112117"/>
          </a:xfrm>
          <a:prstGeom prst="rect">
            <a:avLst/>
          </a:prstGeom>
          <a:noFill/>
          <a:ln w="31750" algn="ctr">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vert="eaVert"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dirty="0">
                <a:solidFill>
                  <a:srgbClr val="000099"/>
                </a:solidFill>
                <a:latin typeface="楷体" panose="02010609060101010101" pitchFamily="49" charset="-122"/>
                <a:ea typeface="楷体" panose="02010609060101010101" pitchFamily="49" charset="-122"/>
              </a:rPr>
              <a:t>加减交替法</a:t>
            </a:r>
          </a:p>
        </p:txBody>
      </p:sp>
      <p:sp>
        <p:nvSpPr>
          <p:cNvPr id="58376" name="Text Box 9">
            <a:extLst>
              <a:ext uri="{FF2B5EF4-FFF2-40B4-BE49-F238E27FC236}">
                <a16:creationId xmlns:a16="http://schemas.microsoft.com/office/drawing/2014/main" id="{543B3CE9-751B-4E84-AAB9-2804AE453C94}"/>
              </a:ext>
            </a:extLst>
          </p:cNvPr>
          <p:cNvSpPr txBox="1">
            <a:spLocks noChangeArrowheads="1"/>
          </p:cNvSpPr>
          <p:nvPr/>
        </p:nvSpPr>
        <p:spPr bwMode="auto">
          <a:xfrm>
            <a:off x="3808413" y="2298700"/>
            <a:ext cx="374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a:ea typeface="黑体" panose="02010609060101010101" pitchFamily="49" charset="-122"/>
              </a:rPr>
              <a:t>y</a:t>
            </a:r>
            <a:r>
              <a:rPr lang="en-US" altLang="zh-CN" sz="1800" baseline="-25000">
                <a:ea typeface="黑体" panose="02010609060101010101" pitchFamily="49" charset="-122"/>
              </a:rPr>
              <a:t>1</a:t>
            </a:r>
          </a:p>
        </p:txBody>
      </p:sp>
      <p:sp>
        <p:nvSpPr>
          <p:cNvPr id="58377" name="Text Box 10">
            <a:extLst>
              <a:ext uri="{FF2B5EF4-FFF2-40B4-BE49-F238E27FC236}">
                <a16:creationId xmlns:a16="http://schemas.microsoft.com/office/drawing/2014/main" id="{0AFB772D-1257-4BEB-815B-6B50EA1206CA}"/>
              </a:ext>
            </a:extLst>
          </p:cNvPr>
          <p:cNvSpPr txBox="1">
            <a:spLocks noChangeArrowheads="1"/>
          </p:cNvSpPr>
          <p:nvPr/>
        </p:nvSpPr>
        <p:spPr bwMode="auto">
          <a:xfrm>
            <a:off x="4845050" y="2341563"/>
            <a:ext cx="374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a:ea typeface="黑体" panose="02010609060101010101" pitchFamily="49" charset="-122"/>
              </a:rPr>
              <a:t>y</a:t>
            </a:r>
            <a:r>
              <a:rPr lang="en-US" altLang="zh-CN" sz="1800" baseline="-25000">
                <a:ea typeface="黑体" panose="02010609060101010101" pitchFamily="49" charset="-122"/>
              </a:rPr>
              <a:t>2</a:t>
            </a:r>
          </a:p>
        </p:txBody>
      </p:sp>
      <p:sp>
        <p:nvSpPr>
          <p:cNvPr id="58378" name="Text Box 11">
            <a:extLst>
              <a:ext uri="{FF2B5EF4-FFF2-40B4-BE49-F238E27FC236}">
                <a16:creationId xmlns:a16="http://schemas.microsoft.com/office/drawing/2014/main" id="{E75E969E-FD94-4D5B-BB8F-3C957261E5E3}"/>
              </a:ext>
            </a:extLst>
          </p:cNvPr>
          <p:cNvSpPr txBox="1">
            <a:spLocks noChangeArrowheads="1"/>
          </p:cNvSpPr>
          <p:nvPr/>
        </p:nvSpPr>
        <p:spPr bwMode="auto">
          <a:xfrm>
            <a:off x="5853113" y="2341563"/>
            <a:ext cx="374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a:ea typeface="黑体" panose="02010609060101010101" pitchFamily="49" charset="-122"/>
              </a:rPr>
              <a:t>y</a:t>
            </a:r>
            <a:r>
              <a:rPr lang="en-US" altLang="zh-CN" sz="1800" baseline="-25000">
                <a:ea typeface="黑体" panose="02010609060101010101" pitchFamily="49" charset="-122"/>
              </a:rPr>
              <a:t>3</a:t>
            </a:r>
          </a:p>
        </p:txBody>
      </p:sp>
      <p:sp>
        <p:nvSpPr>
          <p:cNvPr id="12" name="TextBox 11">
            <a:extLst>
              <a:ext uri="{FF2B5EF4-FFF2-40B4-BE49-F238E27FC236}">
                <a16:creationId xmlns:a16="http://schemas.microsoft.com/office/drawing/2014/main" id="{42AC4F97-368D-4A6C-AE85-EA2CBD575630}"/>
              </a:ext>
            </a:extLst>
          </p:cNvPr>
          <p:cNvSpPr txBox="1"/>
          <p:nvPr/>
        </p:nvSpPr>
        <p:spPr>
          <a:xfrm>
            <a:off x="6715125" y="936625"/>
            <a:ext cx="2008883" cy="1348061"/>
          </a:xfrm>
          <a:prstGeom prst="rect">
            <a:avLst/>
          </a:prstGeom>
          <a:noFill/>
          <a:ln w="19050">
            <a:solidFill>
              <a:schemeClr val="accent2"/>
            </a:solidFill>
          </a:ln>
        </p:spPr>
        <p:txBody>
          <a:bodyPr wrap="none">
            <a:spAutoFit/>
          </a:bodyPr>
          <a:lstStyle/>
          <a:p>
            <a:pPr algn="l" eaLnBrk="1" hangingPunct="1">
              <a:spcBef>
                <a:spcPct val="20000"/>
              </a:spcBef>
              <a:buFont typeface="Wingdings" panose="05000000000000000000" pitchFamily="2" charset="2"/>
              <a:buNone/>
              <a:defRPr/>
            </a:pPr>
            <a:r>
              <a:rPr lang="en-US" altLang="zh-CN" sz="2400" dirty="0" err="1">
                <a:latin typeface="+mn-ea"/>
                <a:ea typeface="+mn-ea"/>
              </a:rPr>
              <a:t>x</a:t>
            </a:r>
            <a:r>
              <a:rPr lang="en-US" altLang="zh-CN" sz="2400" dirty="0" err="1">
                <a:latin typeface="+mn-ea"/>
                <a:ea typeface="+mn-ea"/>
                <a:sym typeface="Symbol"/>
              </a:rPr>
              <a:t>y</a:t>
            </a:r>
            <a:r>
              <a:rPr lang="en-US" altLang="zh-CN" sz="2400" dirty="0">
                <a:latin typeface="+mn-ea"/>
                <a:ea typeface="+mn-ea"/>
                <a:sym typeface="Symbol"/>
              </a:rPr>
              <a:t>=</a:t>
            </a:r>
          </a:p>
          <a:p>
            <a:pPr algn="l" eaLnBrk="1" hangingPunct="1">
              <a:spcBef>
                <a:spcPct val="20000"/>
              </a:spcBef>
              <a:buFont typeface="Wingdings" panose="05000000000000000000" pitchFamily="2" charset="2"/>
              <a:buNone/>
              <a:defRPr/>
            </a:pPr>
            <a:r>
              <a:rPr lang="en-US" altLang="zh-CN" sz="2400" dirty="0">
                <a:latin typeface="+mn-ea"/>
                <a:ea typeface="+mn-ea"/>
                <a:sym typeface="Symbol"/>
              </a:rPr>
              <a:t>0.x</a:t>
            </a:r>
            <a:r>
              <a:rPr lang="en-US" altLang="zh-CN" sz="2400" baseline="-25000" dirty="0">
                <a:latin typeface="+mn-ea"/>
                <a:ea typeface="+mn-ea"/>
                <a:sym typeface="Symbol"/>
              </a:rPr>
              <a:t>1</a:t>
            </a:r>
            <a:r>
              <a:rPr lang="en-US" altLang="zh-CN" sz="2400" dirty="0">
                <a:latin typeface="+mn-ea"/>
                <a:ea typeface="+mn-ea"/>
                <a:sym typeface="Symbol"/>
              </a:rPr>
              <a:t>x</a:t>
            </a:r>
            <a:r>
              <a:rPr lang="en-US" altLang="zh-CN" sz="2400" baseline="-25000" dirty="0">
                <a:latin typeface="+mn-ea"/>
                <a:ea typeface="+mn-ea"/>
                <a:sym typeface="Symbol"/>
              </a:rPr>
              <a:t>2</a:t>
            </a:r>
            <a:r>
              <a:rPr lang="en-US" altLang="zh-CN" sz="2400" dirty="0">
                <a:latin typeface="+mn-ea"/>
                <a:ea typeface="+mn-ea"/>
                <a:sym typeface="Symbol"/>
              </a:rPr>
              <a:t>x</a:t>
            </a:r>
            <a:r>
              <a:rPr lang="en-US" altLang="zh-CN" sz="2400" baseline="-25000" dirty="0">
                <a:latin typeface="+mn-ea"/>
                <a:ea typeface="+mn-ea"/>
                <a:sym typeface="Symbol"/>
              </a:rPr>
              <a:t>3</a:t>
            </a:r>
            <a:r>
              <a:rPr lang="en-US" altLang="zh-CN" sz="2400" dirty="0">
                <a:latin typeface="+mn-ea"/>
                <a:ea typeface="+mn-ea"/>
                <a:sym typeface="Symbol"/>
              </a:rPr>
              <a:t>x</a:t>
            </a:r>
            <a:r>
              <a:rPr lang="en-US" altLang="zh-CN" sz="2400" baseline="-25000" dirty="0">
                <a:latin typeface="+mn-ea"/>
                <a:ea typeface="+mn-ea"/>
                <a:sym typeface="Symbol"/>
              </a:rPr>
              <a:t>4</a:t>
            </a:r>
            <a:r>
              <a:rPr lang="en-US" altLang="zh-CN" sz="2400" dirty="0">
                <a:latin typeface="+mn-ea"/>
                <a:ea typeface="+mn-ea"/>
                <a:sym typeface="Symbol"/>
              </a:rPr>
              <a:t>x</a:t>
            </a:r>
            <a:r>
              <a:rPr lang="en-US" altLang="zh-CN" sz="2400" baseline="-25000" dirty="0">
                <a:latin typeface="+mn-ea"/>
                <a:ea typeface="+mn-ea"/>
                <a:sym typeface="Symbol"/>
              </a:rPr>
              <a:t>5</a:t>
            </a:r>
            <a:r>
              <a:rPr lang="en-US" altLang="zh-CN" sz="2400" dirty="0">
                <a:latin typeface="+mn-ea"/>
                <a:ea typeface="+mn-ea"/>
                <a:sym typeface="Symbol"/>
              </a:rPr>
              <a:t>x</a:t>
            </a:r>
            <a:r>
              <a:rPr lang="en-US" altLang="zh-CN" sz="2400" baseline="-25000" dirty="0">
                <a:latin typeface="+mn-ea"/>
                <a:ea typeface="+mn-ea"/>
                <a:sym typeface="Symbol"/>
              </a:rPr>
              <a:t>6</a:t>
            </a:r>
            <a:r>
              <a:rPr lang="en-US" altLang="zh-CN" sz="2400" dirty="0">
                <a:latin typeface="+mn-ea"/>
                <a:ea typeface="+mn-ea"/>
                <a:sym typeface="Symbol"/>
              </a:rPr>
              <a:t></a:t>
            </a:r>
          </a:p>
          <a:p>
            <a:pPr algn="l" eaLnBrk="1" hangingPunct="1">
              <a:spcBef>
                <a:spcPct val="20000"/>
              </a:spcBef>
              <a:buFont typeface="Wingdings" panose="05000000000000000000" pitchFamily="2" charset="2"/>
              <a:buNone/>
              <a:defRPr/>
            </a:pPr>
            <a:r>
              <a:rPr lang="en-US" altLang="zh-CN" sz="2400" dirty="0">
                <a:latin typeface="+mn-ea"/>
                <a:ea typeface="+mn-ea"/>
                <a:sym typeface="Symbol"/>
              </a:rPr>
              <a:t>0.y</a:t>
            </a:r>
            <a:r>
              <a:rPr lang="en-US" altLang="zh-CN" sz="2400" baseline="-25000" dirty="0">
                <a:latin typeface="+mn-ea"/>
                <a:ea typeface="+mn-ea"/>
                <a:sym typeface="Symbol"/>
              </a:rPr>
              <a:t>1</a:t>
            </a:r>
            <a:r>
              <a:rPr lang="en-US" altLang="zh-CN" sz="2400" dirty="0">
                <a:latin typeface="+mn-ea"/>
                <a:ea typeface="+mn-ea"/>
                <a:sym typeface="Symbol"/>
              </a:rPr>
              <a:t>y</a:t>
            </a:r>
            <a:r>
              <a:rPr lang="en-US" altLang="zh-CN" sz="2400" baseline="-25000" dirty="0">
                <a:latin typeface="+mn-ea"/>
                <a:ea typeface="+mn-ea"/>
                <a:sym typeface="Symbol"/>
              </a:rPr>
              <a:t>2</a:t>
            </a:r>
            <a:r>
              <a:rPr lang="en-US" altLang="zh-CN" sz="2400" dirty="0">
                <a:latin typeface="+mn-ea"/>
                <a:ea typeface="+mn-ea"/>
                <a:sym typeface="Symbol"/>
              </a:rPr>
              <a:t>y</a:t>
            </a:r>
            <a:r>
              <a:rPr lang="en-US" altLang="zh-CN" sz="2400" baseline="-25000" dirty="0">
                <a:latin typeface="+mn-ea"/>
                <a:ea typeface="+mn-ea"/>
                <a:sym typeface="Symbol"/>
              </a:rPr>
              <a:t>3</a:t>
            </a:r>
            <a:endParaRPr lang="zh-CN" altLang="en-US" sz="2400" baseline="-25000" dirty="0">
              <a:latin typeface="+mn-ea"/>
              <a:ea typeface="+mn-ea"/>
            </a:endParaRPr>
          </a:p>
        </p:txBody>
      </p:sp>
      <p:sp>
        <p:nvSpPr>
          <p:cNvPr id="58380" name="TextBox 13">
            <a:extLst>
              <a:ext uri="{FF2B5EF4-FFF2-40B4-BE49-F238E27FC236}">
                <a16:creationId xmlns:a16="http://schemas.microsoft.com/office/drawing/2014/main" id="{734E9A7F-A8C7-4174-B3C2-6F6F80CD2A9E}"/>
              </a:ext>
            </a:extLst>
          </p:cNvPr>
          <p:cNvSpPr txBox="1">
            <a:spLocks noChangeArrowheads="1"/>
          </p:cNvSpPr>
          <p:nvPr/>
        </p:nvSpPr>
        <p:spPr bwMode="auto">
          <a:xfrm>
            <a:off x="0" y="2355850"/>
            <a:ext cx="1643063" cy="930275"/>
          </a:xfrm>
          <a:prstGeom prst="rect">
            <a:avLst/>
          </a:prstGeom>
          <a:noFill/>
          <a:ln w="127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l" eaLnBrk="1" hangingPunct="1">
              <a:spcBef>
                <a:spcPct val="20000"/>
              </a:spcBef>
              <a:buFont typeface="Wingdings" panose="05000000000000000000" pitchFamily="2" charset="2"/>
              <a:buNone/>
            </a:pPr>
            <a:r>
              <a:rPr lang="zh-CN" altLang="en-US" sz="1600" b="1" dirty="0">
                <a:solidFill>
                  <a:srgbClr val="C00000"/>
                </a:solidFill>
                <a:latin typeface="楷体" panose="02010609060101010101" pitchFamily="49" charset="-122"/>
                <a:ea typeface="楷体" panose="02010609060101010101" pitchFamily="49" charset="-122"/>
              </a:rPr>
              <a:t>进位输出表示部</a:t>
            </a:r>
            <a:endParaRPr lang="en-US" altLang="zh-CN" sz="1600" b="1" dirty="0">
              <a:solidFill>
                <a:srgbClr val="C00000"/>
              </a:solidFill>
              <a:latin typeface="楷体" panose="02010609060101010101" pitchFamily="49" charset="-122"/>
              <a:ea typeface="楷体" panose="02010609060101010101" pitchFamily="49" charset="-122"/>
            </a:endParaRPr>
          </a:p>
          <a:p>
            <a:pPr algn="l" eaLnBrk="1" hangingPunct="1">
              <a:spcBef>
                <a:spcPct val="20000"/>
              </a:spcBef>
              <a:buFont typeface="Wingdings" panose="05000000000000000000" pitchFamily="2" charset="2"/>
              <a:buNone/>
            </a:pPr>
            <a:r>
              <a:rPr lang="zh-CN" altLang="en-US" sz="1600" b="1" dirty="0">
                <a:solidFill>
                  <a:srgbClr val="C00000"/>
                </a:solidFill>
                <a:latin typeface="楷体" panose="02010609060101010101" pitchFamily="49" charset="-122"/>
                <a:ea typeface="楷体" panose="02010609060101010101" pitchFamily="49" charset="-122"/>
              </a:rPr>
              <a:t>分余数的符号</a:t>
            </a:r>
            <a:endParaRPr lang="en-US" altLang="zh-CN" sz="1600" b="1" dirty="0">
              <a:solidFill>
                <a:srgbClr val="C00000"/>
              </a:solidFill>
              <a:latin typeface="楷体" panose="02010609060101010101" pitchFamily="49" charset="-122"/>
              <a:ea typeface="楷体" panose="02010609060101010101" pitchFamily="49" charset="-122"/>
            </a:endParaRPr>
          </a:p>
          <a:p>
            <a:pPr algn="l" eaLnBrk="1" hangingPunct="1">
              <a:spcBef>
                <a:spcPct val="20000"/>
              </a:spcBef>
              <a:buFont typeface="Wingdings" panose="05000000000000000000" pitchFamily="2" charset="2"/>
              <a:buNone/>
            </a:pPr>
            <a:r>
              <a:rPr lang="en-US" altLang="zh-CN" sz="1600" b="1" dirty="0">
                <a:solidFill>
                  <a:srgbClr val="C00000"/>
                </a:solidFill>
                <a:latin typeface="楷体" panose="02010609060101010101" pitchFamily="49" charset="-122"/>
                <a:ea typeface="楷体" panose="02010609060101010101" pitchFamily="49" charset="-122"/>
              </a:rPr>
              <a:t>0-</a:t>
            </a:r>
            <a:r>
              <a:rPr lang="zh-CN" altLang="en-US" sz="1600" b="1" dirty="0">
                <a:solidFill>
                  <a:srgbClr val="C00000"/>
                </a:solidFill>
                <a:latin typeface="楷体" panose="02010609060101010101" pitchFamily="49" charset="-122"/>
                <a:ea typeface="楷体" panose="02010609060101010101" pitchFamily="49" charset="-122"/>
              </a:rPr>
              <a:t>负数、</a:t>
            </a:r>
            <a:r>
              <a:rPr lang="en-US" altLang="zh-CN" sz="1600" b="1" dirty="0">
                <a:solidFill>
                  <a:srgbClr val="C00000"/>
                </a:solidFill>
                <a:latin typeface="楷体" panose="02010609060101010101" pitchFamily="49" charset="-122"/>
                <a:ea typeface="楷体" panose="02010609060101010101" pitchFamily="49" charset="-122"/>
              </a:rPr>
              <a:t>1-</a:t>
            </a:r>
            <a:r>
              <a:rPr lang="zh-CN" altLang="en-US" sz="1600" b="1" dirty="0">
                <a:solidFill>
                  <a:srgbClr val="C00000"/>
                </a:solidFill>
                <a:latin typeface="楷体" panose="02010609060101010101" pitchFamily="49" charset="-122"/>
                <a:ea typeface="楷体" panose="02010609060101010101" pitchFamily="49" charset="-122"/>
              </a:rPr>
              <a:t>正数</a:t>
            </a:r>
          </a:p>
        </p:txBody>
      </p:sp>
      <p:cxnSp>
        <p:nvCxnSpPr>
          <p:cNvPr id="58381" name="直接箭头连接符 17">
            <a:extLst>
              <a:ext uri="{FF2B5EF4-FFF2-40B4-BE49-F238E27FC236}">
                <a16:creationId xmlns:a16="http://schemas.microsoft.com/office/drawing/2014/main" id="{6F9A567C-3F75-45B7-A0A4-2A853829FC01}"/>
              </a:ext>
            </a:extLst>
          </p:cNvPr>
          <p:cNvCxnSpPr>
            <a:cxnSpLocks noChangeShapeType="1"/>
            <a:stCxn id="58380" idx="0"/>
          </p:cNvCxnSpPr>
          <p:nvPr/>
        </p:nvCxnSpPr>
        <p:spPr bwMode="auto">
          <a:xfrm rot="5400000" flipH="1" flipV="1">
            <a:off x="1000919" y="1953419"/>
            <a:ext cx="223837" cy="581025"/>
          </a:xfrm>
          <a:prstGeom prst="straightConnector1">
            <a:avLst/>
          </a:prstGeom>
          <a:noFill/>
          <a:ln w="19050" algn="ctr">
            <a:solidFill>
              <a:schemeClr val="accent2"/>
            </a:solidFill>
            <a:miter lim="800000"/>
            <a:headEnd/>
            <a:tailEnd type="stealth" w="med" len="med"/>
          </a:ln>
          <a:extLst>
            <a:ext uri="{909E8E84-426E-40DD-AFC4-6F175D3DCCD1}">
              <a14:hiddenFill xmlns:a14="http://schemas.microsoft.com/office/drawing/2010/main">
                <a:noFill/>
              </a14:hiddenFill>
            </a:ext>
          </a:extLst>
        </p:spPr>
      </p:cxnSp>
      <p:sp>
        <p:nvSpPr>
          <p:cNvPr id="58382" name="Text Box 9">
            <a:extLst>
              <a:ext uri="{FF2B5EF4-FFF2-40B4-BE49-F238E27FC236}">
                <a16:creationId xmlns:a16="http://schemas.microsoft.com/office/drawing/2014/main" id="{5961123A-8312-4C28-B5FD-5766440FCBBD}"/>
              </a:ext>
            </a:extLst>
          </p:cNvPr>
          <p:cNvSpPr txBox="1">
            <a:spLocks noChangeArrowheads="1"/>
          </p:cNvSpPr>
          <p:nvPr/>
        </p:nvSpPr>
        <p:spPr bwMode="auto">
          <a:xfrm>
            <a:off x="2111375" y="2565400"/>
            <a:ext cx="3000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a:ea typeface="黑体" panose="02010609060101010101" pitchFamily="49" charset="-122"/>
              </a:rPr>
              <a:t>0</a:t>
            </a:r>
            <a:endParaRPr lang="en-US" altLang="zh-CN" sz="1800" baseline="-25000">
              <a:ea typeface="黑体" panose="02010609060101010101" pitchFamily="49" charset="-122"/>
            </a:endParaRPr>
          </a:p>
        </p:txBody>
      </p:sp>
      <p:sp>
        <p:nvSpPr>
          <p:cNvPr id="58383" name="Text Box 9">
            <a:extLst>
              <a:ext uri="{FF2B5EF4-FFF2-40B4-BE49-F238E27FC236}">
                <a16:creationId xmlns:a16="http://schemas.microsoft.com/office/drawing/2014/main" id="{D2A0B8CD-5ACF-4290-BF50-572742E0CEAA}"/>
              </a:ext>
            </a:extLst>
          </p:cNvPr>
          <p:cNvSpPr txBox="1">
            <a:spLocks noChangeArrowheads="1"/>
          </p:cNvSpPr>
          <p:nvPr/>
        </p:nvSpPr>
        <p:spPr bwMode="auto">
          <a:xfrm>
            <a:off x="3055938" y="3532188"/>
            <a:ext cx="3635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a:ea typeface="黑体" panose="02010609060101010101" pitchFamily="49" charset="-122"/>
              </a:rPr>
              <a:t>r</a:t>
            </a:r>
            <a:r>
              <a:rPr lang="en-US" altLang="zh-CN" sz="1800" baseline="-25000">
                <a:ea typeface="黑体" panose="02010609060101010101" pitchFamily="49" charset="-122"/>
              </a:rPr>
              <a:t>1</a:t>
            </a:r>
          </a:p>
        </p:txBody>
      </p:sp>
      <p:sp>
        <p:nvSpPr>
          <p:cNvPr id="58384" name="Text Box 9">
            <a:extLst>
              <a:ext uri="{FF2B5EF4-FFF2-40B4-BE49-F238E27FC236}">
                <a16:creationId xmlns:a16="http://schemas.microsoft.com/office/drawing/2014/main" id="{7D7F5A6D-3102-4AA3-B8F6-8A57183CE681}"/>
              </a:ext>
            </a:extLst>
          </p:cNvPr>
          <p:cNvSpPr txBox="1">
            <a:spLocks noChangeArrowheads="1"/>
          </p:cNvSpPr>
          <p:nvPr/>
        </p:nvSpPr>
        <p:spPr bwMode="auto">
          <a:xfrm>
            <a:off x="4135438" y="4581525"/>
            <a:ext cx="3651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800">
                <a:ea typeface="黑体" panose="02010609060101010101" pitchFamily="49" charset="-122"/>
              </a:rPr>
              <a:t>r</a:t>
            </a:r>
            <a:r>
              <a:rPr lang="en-US" altLang="zh-CN" sz="1800" baseline="-25000">
                <a:ea typeface="黑体" panose="02010609060101010101" pitchFamily="49" charset="-122"/>
              </a:rPr>
              <a:t>2</a:t>
            </a:r>
          </a:p>
        </p:txBody>
      </p:sp>
    </p:spTree>
  </p:cSld>
  <p:clrMapOvr>
    <a:masterClrMapping/>
  </p:clrMapOvr>
  <p:transition spd="med">
    <p:pull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8658" name="Rectangle 2">
            <a:extLst>
              <a:ext uri="{FF2B5EF4-FFF2-40B4-BE49-F238E27FC236}">
                <a16:creationId xmlns:a16="http://schemas.microsoft.com/office/drawing/2014/main" id="{6FF4A306-4479-418E-BAAD-FBB36FE2E3D2}"/>
              </a:ext>
            </a:extLst>
          </p:cNvPr>
          <p:cNvSpPr>
            <a:spLocks noGrp="1" noChangeArrowheads="1"/>
          </p:cNvSpPr>
          <p:nvPr>
            <p:ph type="title"/>
          </p:nvPr>
        </p:nvSpPr>
        <p:spPr/>
        <p:txBody>
          <a:bodyPr/>
          <a:lstStyle/>
          <a:p>
            <a:pPr eaLnBrk="1" hangingPunct="1"/>
            <a:r>
              <a:rPr lang="zh-CN" altLang="en-US"/>
              <a:t>时间延迟</a:t>
            </a:r>
          </a:p>
        </p:txBody>
      </p:sp>
      <p:sp>
        <p:nvSpPr>
          <p:cNvPr id="59394" name="Rectangle 3">
            <a:extLst>
              <a:ext uri="{FF2B5EF4-FFF2-40B4-BE49-F238E27FC236}">
                <a16:creationId xmlns:a16="http://schemas.microsoft.com/office/drawing/2014/main" id="{41271C62-19FC-46D3-ACD0-EE55849C8E71}"/>
              </a:ext>
            </a:extLst>
          </p:cNvPr>
          <p:cNvSpPr>
            <a:spLocks noGrp="1" noChangeArrowheads="1"/>
          </p:cNvSpPr>
          <p:nvPr>
            <p:ph idx="1"/>
          </p:nvPr>
        </p:nvSpPr>
        <p:spPr/>
        <p:txBody>
          <a:bodyPr/>
          <a:lstStyle/>
          <a:p>
            <a:pPr marL="0" indent="0" eaLnBrk="1" hangingPunct="1">
              <a:buFont typeface="Wingdings 2" panose="05020102010507070707" pitchFamily="18" charset="2"/>
              <a:buNone/>
            </a:pPr>
            <a:r>
              <a:rPr lang="zh-CN" altLang="en-US"/>
              <a:t>对一个</a:t>
            </a:r>
            <a:r>
              <a:rPr lang="en-US" altLang="zh-CN"/>
              <a:t>2n</a:t>
            </a:r>
            <a:r>
              <a:rPr lang="zh-CN" altLang="en-US"/>
              <a:t>位（小数部分）除以</a:t>
            </a:r>
            <a:r>
              <a:rPr lang="en-US" altLang="zh-CN"/>
              <a:t>n</a:t>
            </a:r>
            <a:r>
              <a:rPr lang="zh-CN" altLang="en-US"/>
              <a:t>位的不恢复余数阵列除法器</a:t>
            </a:r>
          </a:p>
          <a:p>
            <a:pPr marL="0" indent="0" eaLnBrk="1" hangingPunct="1"/>
            <a:r>
              <a:rPr lang="en-US" altLang="zh-CN"/>
              <a:t>(n+1)</a:t>
            </a:r>
            <a:r>
              <a:rPr lang="en-US" altLang="zh-CN" baseline="30000"/>
              <a:t>2</a:t>
            </a:r>
            <a:r>
              <a:rPr lang="zh-CN" altLang="en-US"/>
              <a:t>个</a:t>
            </a:r>
            <a:r>
              <a:rPr lang="en-US" altLang="zh-CN"/>
              <a:t>CAS</a:t>
            </a:r>
            <a:r>
              <a:rPr lang="zh-CN" altLang="en-US"/>
              <a:t>单元</a:t>
            </a:r>
          </a:p>
          <a:p>
            <a:pPr marL="0" indent="0" eaLnBrk="1" hangingPunct="1"/>
            <a:r>
              <a:rPr lang="en-US" altLang="zh-CN"/>
              <a:t>CAS</a:t>
            </a:r>
            <a:r>
              <a:rPr lang="zh-CN" altLang="en-US"/>
              <a:t>单元的进位延迟为</a:t>
            </a:r>
            <a:r>
              <a:rPr lang="en-US" altLang="zh-CN"/>
              <a:t>3T</a:t>
            </a:r>
          </a:p>
          <a:p>
            <a:pPr marL="0" indent="0" eaLnBrk="1" hangingPunct="1">
              <a:buFont typeface="Wingdings 2" panose="05020102010507070707" pitchFamily="18" charset="2"/>
              <a:buNone/>
            </a:pPr>
            <a:r>
              <a:rPr lang="zh-CN" altLang="en-US"/>
              <a:t>除法的执行时间 </a:t>
            </a:r>
            <a:r>
              <a:rPr lang="en-US" altLang="zh-CN"/>
              <a:t>t= (n+1)</a:t>
            </a:r>
            <a:r>
              <a:rPr lang="en-US" altLang="zh-CN" baseline="30000"/>
              <a:t>2</a:t>
            </a:r>
            <a:r>
              <a:rPr lang="en-US" altLang="zh-CN"/>
              <a:t>3T </a:t>
            </a:r>
          </a:p>
          <a:p>
            <a:pPr marL="0" indent="0" eaLnBrk="1" hangingPunct="1">
              <a:buFont typeface="Wingdings 2" panose="05020102010507070707" pitchFamily="18" charset="2"/>
              <a:buNone/>
            </a:pPr>
            <a:r>
              <a:rPr lang="en-US" altLang="zh-CN"/>
              <a:t>                               =3(n+1)</a:t>
            </a:r>
            <a:r>
              <a:rPr lang="en-US" altLang="zh-CN" baseline="30000"/>
              <a:t>2</a:t>
            </a:r>
            <a:r>
              <a:rPr lang="en-US" altLang="zh-CN"/>
              <a:t>T </a:t>
            </a:r>
          </a:p>
          <a:p>
            <a:pPr marL="0" indent="0" eaLnBrk="1" hangingPunct="1">
              <a:buFont typeface="Wingdings 2" panose="05020102010507070707" pitchFamily="18" charset="2"/>
              <a:buNone/>
            </a:pPr>
            <a:endParaRPr lang="en-US" altLang="zh-CN"/>
          </a:p>
        </p:txBody>
      </p:sp>
    </p:spTree>
  </p:cSld>
  <p:clrMapOvr>
    <a:masterClrMapping/>
  </p:clrMapOvr>
  <p:transition spd="med">
    <p:pull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id="{ABAAD32B-BC5C-4789-9566-2169593B5856}"/>
              </a:ext>
            </a:extLst>
          </p:cNvPr>
          <p:cNvSpPr>
            <a:spLocks noGrp="1"/>
          </p:cNvSpPr>
          <p:nvPr>
            <p:ph type="subTitle" idx="1"/>
          </p:nvPr>
        </p:nvSpPr>
        <p:spPr/>
        <p:txBody>
          <a:bodyPr/>
          <a:lstStyle/>
          <a:p>
            <a:endParaRPr lang="zh-CN" altLang="en-US"/>
          </a:p>
        </p:txBody>
      </p:sp>
      <p:sp>
        <p:nvSpPr>
          <p:cNvPr id="3" name="标题 2">
            <a:extLst>
              <a:ext uri="{FF2B5EF4-FFF2-40B4-BE49-F238E27FC236}">
                <a16:creationId xmlns:a16="http://schemas.microsoft.com/office/drawing/2014/main" id="{D1D9BE91-EFF0-4860-AA3F-CFA1A85EBDE0}"/>
              </a:ext>
            </a:extLst>
          </p:cNvPr>
          <p:cNvSpPr>
            <a:spLocks noGrp="1"/>
          </p:cNvSpPr>
          <p:nvPr>
            <p:ph type="title"/>
          </p:nvPr>
        </p:nvSpPr>
        <p:spPr/>
        <p:txBody>
          <a:bodyPr/>
          <a:lstStyle/>
          <a:p>
            <a:r>
              <a:rPr lang="en-US" altLang="zh-CN" dirty="0"/>
              <a:t>2.5 </a:t>
            </a:r>
            <a:r>
              <a:rPr lang="zh-CN" altLang="en-US" dirty="0"/>
              <a:t>定点运算器的组成</a:t>
            </a:r>
          </a:p>
        </p:txBody>
      </p:sp>
    </p:spTree>
    <p:extLst>
      <p:ext uri="{BB962C8B-B14F-4D97-AF65-F5344CB8AC3E}">
        <p14:creationId xmlns:p14="http://schemas.microsoft.com/office/powerpoint/2010/main" val="3231567734"/>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1730" name="Rectangle 2">
            <a:extLst>
              <a:ext uri="{FF2B5EF4-FFF2-40B4-BE49-F238E27FC236}">
                <a16:creationId xmlns:a16="http://schemas.microsoft.com/office/drawing/2014/main" id="{FE94C59E-DEF7-4334-A523-1DA47A9F9DE1}"/>
              </a:ext>
            </a:extLst>
          </p:cNvPr>
          <p:cNvSpPr>
            <a:spLocks noGrp="1" noChangeArrowheads="1"/>
          </p:cNvSpPr>
          <p:nvPr>
            <p:ph type="title"/>
          </p:nvPr>
        </p:nvSpPr>
        <p:spPr/>
        <p:txBody>
          <a:bodyPr/>
          <a:lstStyle/>
          <a:p>
            <a:pPr eaLnBrk="1" hangingPunct="1"/>
            <a:r>
              <a:rPr lang="zh-CN" altLang="en-US" dirty="0"/>
              <a:t>运算器的基本结构</a:t>
            </a:r>
          </a:p>
        </p:txBody>
      </p:sp>
      <p:sp>
        <p:nvSpPr>
          <p:cNvPr id="63490" name="Rectangle 3">
            <a:extLst>
              <a:ext uri="{FF2B5EF4-FFF2-40B4-BE49-F238E27FC236}">
                <a16:creationId xmlns:a16="http://schemas.microsoft.com/office/drawing/2014/main" id="{32216075-3950-4115-9C76-BB67989A166A}"/>
              </a:ext>
            </a:extLst>
          </p:cNvPr>
          <p:cNvSpPr>
            <a:spLocks noGrp="1" noChangeArrowheads="1"/>
          </p:cNvSpPr>
          <p:nvPr>
            <p:ph idx="1"/>
          </p:nvPr>
        </p:nvSpPr>
        <p:spPr/>
        <p:txBody>
          <a:bodyPr/>
          <a:lstStyle/>
          <a:p>
            <a:pPr eaLnBrk="1" hangingPunct="1">
              <a:buFont typeface="Wingdings 2" panose="05020102010507070707" pitchFamily="18" charset="2"/>
              <a:buNone/>
            </a:pPr>
            <a:r>
              <a:rPr lang="zh-CN" altLang="en-US"/>
              <a:t>典型运算器包括：</a:t>
            </a:r>
          </a:p>
          <a:p>
            <a:pPr eaLnBrk="1" hangingPunct="1"/>
            <a:r>
              <a:rPr lang="zh-CN" altLang="en-US"/>
              <a:t>算术逻辑运算单元</a:t>
            </a:r>
            <a:r>
              <a:rPr lang="en-US" altLang="zh-CN"/>
              <a:t>ALU</a:t>
            </a:r>
          </a:p>
          <a:p>
            <a:pPr eaLnBrk="1" hangingPunct="1"/>
            <a:r>
              <a:rPr lang="zh-CN" altLang="en-US"/>
              <a:t>阵列乘除法器</a:t>
            </a:r>
          </a:p>
          <a:p>
            <a:pPr eaLnBrk="1" hangingPunct="1"/>
            <a:r>
              <a:rPr lang="zh-CN" altLang="en-US"/>
              <a:t>寄存器组</a:t>
            </a:r>
          </a:p>
          <a:p>
            <a:pPr eaLnBrk="1" hangingPunct="1"/>
            <a:r>
              <a:rPr lang="zh-CN" altLang="en-US"/>
              <a:t>多路选择器</a:t>
            </a:r>
          </a:p>
          <a:p>
            <a:pPr eaLnBrk="1" hangingPunct="1"/>
            <a:r>
              <a:rPr lang="zh-CN" altLang="en-US"/>
              <a:t>三态门</a:t>
            </a:r>
          </a:p>
          <a:p>
            <a:pPr eaLnBrk="1" hangingPunct="1"/>
            <a:r>
              <a:rPr lang="zh-CN" altLang="en-US"/>
              <a:t>数据总线</a:t>
            </a:r>
          </a:p>
        </p:txBody>
      </p:sp>
    </p:spTree>
  </p:cSld>
  <p:clrMapOvr>
    <a:masterClrMapping/>
  </p:clrMapOvr>
  <p:transition spd="med">
    <p:pull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2283D4-4733-41C4-8824-686DA52EBCE9}"/>
              </a:ext>
            </a:extLst>
          </p:cNvPr>
          <p:cNvSpPr>
            <a:spLocks noGrp="1"/>
          </p:cNvSpPr>
          <p:nvPr>
            <p:ph type="title"/>
          </p:nvPr>
        </p:nvSpPr>
        <p:spPr/>
        <p:txBody>
          <a:bodyPr/>
          <a:lstStyle/>
          <a:p>
            <a:pPr>
              <a:defRPr/>
            </a:pPr>
            <a:r>
              <a:rPr lang="zh-CN" altLang="en-US" dirty="0"/>
              <a:t>寄存器</a:t>
            </a:r>
          </a:p>
        </p:txBody>
      </p:sp>
      <p:sp>
        <p:nvSpPr>
          <p:cNvPr id="64514" name="内容占位符 2">
            <a:extLst>
              <a:ext uri="{FF2B5EF4-FFF2-40B4-BE49-F238E27FC236}">
                <a16:creationId xmlns:a16="http://schemas.microsoft.com/office/drawing/2014/main" id="{D368BF59-E0CF-4C2A-A06F-2DD32BBC0140}"/>
              </a:ext>
            </a:extLst>
          </p:cNvPr>
          <p:cNvSpPr>
            <a:spLocks noGrp="1" noChangeArrowheads="1"/>
          </p:cNvSpPr>
          <p:nvPr>
            <p:ph idx="1"/>
          </p:nvPr>
        </p:nvSpPr>
        <p:spPr/>
        <p:txBody>
          <a:bodyPr/>
          <a:lstStyle/>
          <a:p>
            <a:endParaRPr lang="zh-CN" altLang="en-US"/>
          </a:p>
        </p:txBody>
      </p:sp>
      <p:pic>
        <p:nvPicPr>
          <p:cNvPr id="64516" name="图片 4">
            <a:extLst>
              <a:ext uri="{FF2B5EF4-FFF2-40B4-BE49-F238E27FC236}">
                <a16:creationId xmlns:a16="http://schemas.microsoft.com/office/drawing/2014/main" id="{93CCFDA7-A364-4B52-A55A-1D456923C7F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3038" y="1052513"/>
            <a:ext cx="8791575" cy="486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6DE116-5EBF-4A98-AA1F-2E55A4B44095}"/>
              </a:ext>
            </a:extLst>
          </p:cNvPr>
          <p:cNvSpPr>
            <a:spLocks noGrp="1"/>
          </p:cNvSpPr>
          <p:nvPr>
            <p:ph type="title"/>
          </p:nvPr>
        </p:nvSpPr>
        <p:spPr/>
        <p:txBody>
          <a:bodyPr/>
          <a:lstStyle/>
          <a:p>
            <a:r>
              <a:rPr lang="zh-CN" altLang="en-US"/>
              <a:t>寄存器组</a:t>
            </a:r>
          </a:p>
        </p:txBody>
      </p:sp>
      <p:sp>
        <p:nvSpPr>
          <p:cNvPr id="65538" name="内容占位符 2">
            <a:extLst>
              <a:ext uri="{FF2B5EF4-FFF2-40B4-BE49-F238E27FC236}">
                <a16:creationId xmlns:a16="http://schemas.microsoft.com/office/drawing/2014/main" id="{DB7A15FF-63BB-469A-88EC-2C15A2CD48C8}"/>
              </a:ext>
            </a:extLst>
          </p:cNvPr>
          <p:cNvSpPr>
            <a:spLocks noGrp="1" noChangeArrowheads="1"/>
          </p:cNvSpPr>
          <p:nvPr>
            <p:ph idx="1"/>
          </p:nvPr>
        </p:nvSpPr>
        <p:spPr/>
        <p:txBody>
          <a:bodyPr/>
          <a:lstStyle/>
          <a:p>
            <a:endParaRPr lang="zh-CN" altLang="en-US" dirty="0"/>
          </a:p>
        </p:txBody>
      </p:sp>
      <p:grpSp>
        <p:nvGrpSpPr>
          <p:cNvPr id="65540" name="组合 5">
            <a:extLst>
              <a:ext uri="{FF2B5EF4-FFF2-40B4-BE49-F238E27FC236}">
                <a16:creationId xmlns:a16="http://schemas.microsoft.com/office/drawing/2014/main" id="{25F385A0-3BE3-490A-AF91-4D594A39C58A}"/>
              </a:ext>
            </a:extLst>
          </p:cNvPr>
          <p:cNvGrpSpPr>
            <a:grpSpLocks/>
          </p:cNvGrpSpPr>
          <p:nvPr/>
        </p:nvGrpSpPr>
        <p:grpSpPr bwMode="auto">
          <a:xfrm>
            <a:off x="1371600" y="1524000"/>
            <a:ext cx="7086600" cy="4114800"/>
            <a:chOff x="2051720" y="1683967"/>
            <a:chExt cx="5934075" cy="3438526"/>
          </a:xfrm>
        </p:grpSpPr>
        <p:pic>
          <p:nvPicPr>
            <p:cNvPr id="65541" name="Picture 2" descr="Hi! I want to simulate the Register File shown bel">
              <a:extLst>
                <a:ext uri="{FF2B5EF4-FFF2-40B4-BE49-F238E27FC236}">
                  <a16:creationId xmlns:a16="http://schemas.microsoft.com/office/drawing/2014/main" id="{4A87983F-2EEB-43C6-BE9E-B125E8D54F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1683967"/>
              <a:ext cx="5934075" cy="3438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F4742247-87DD-45FD-9747-E11E163384D8}"/>
                </a:ext>
              </a:extLst>
            </p:cNvPr>
            <p:cNvSpPr txBox="1"/>
            <p:nvPr/>
          </p:nvSpPr>
          <p:spPr>
            <a:xfrm>
              <a:off x="3897983" y="3142879"/>
              <a:ext cx="1295400" cy="1077913"/>
            </a:xfrm>
            <a:prstGeom prst="rect">
              <a:avLst/>
            </a:prstGeom>
            <a:noFill/>
          </p:spPr>
          <p:txBody>
            <a:bodyPr wrap="none">
              <a:spAutoFit/>
            </a:bodyPr>
            <a:lstStyle/>
            <a:p>
              <a:pPr algn="ctr">
                <a:defRPr/>
              </a:pPr>
              <a:r>
                <a:rPr lang="en-US" altLang="zh-CN" sz="1600" b="1" dirty="0">
                  <a:latin typeface="+mn-lt"/>
                  <a:ea typeface="+mj-ea"/>
                </a:rPr>
                <a:t>32 bit</a:t>
              </a:r>
            </a:p>
            <a:p>
              <a:pPr algn="ctr">
                <a:defRPr/>
              </a:pPr>
              <a:r>
                <a:rPr lang="en-US" altLang="zh-CN" sz="1600" b="1" dirty="0">
                  <a:latin typeface="+mn-lt"/>
                  <a:ea typeface="+mj-ea"/>
                </a:rPr>
                <a:t>Register File</a:t>
              </a:r>
            </a:p>
            <a:p>
              <a:pPr algn="ctr">
                <a:defRPr/>
              </a:pPr>
              <a:r>
                <a:rPr lang="en-US" altLang="zh-CN" sz="1600" b="1" dirty="0">
                  <a:latin typeface="+mn-lt"/>
                  <a:ea typeface="+mj-ea"/>
                </a:rPr>
                <a:t>x32</a:t>
              </a:r>
            </a:p>
            <a:p>
              <a:pPr>
                <a:defRPr/>
              </a:pPr>
              <a:endParaRPr lang="zh-CN" altLang="en-US" sz="1600" dirty="0">
                <a:latin typeface="+mn-lt"/>
                <a:ea typeface="+mj-ea"/>
              </a:endParaRPr>
            </a:p>
          </p:txBody>
        </p:sp>
      </p:grpSp>
    </p:spTree>
  </p:cSld>
  <p:clrMapOvr>
    <a:masterClrMapping/>
  </p:clrMapOvr>
  <p:transition spd="med">
    <p:pull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92F1A4-614B-498A-B171-9A57737A855C}"/>
              </a:ext>
            </a:extLst>
          </p:cNvPr>
          <p:cNvSpPr>
            <a:spLocks noGrp="1"/>
          </p:cNvSpPr>
          <p:nvPr>
            <p:ph type="title"/>
          </p:nvPr>
        </p:nvSpPr>
        <p:spPr/>
        <p:txBody>
          <a:bodyPr/>
          <a:lstStyle/>
          <a:p>
            <a:r>
              <a:rPr lang="zh-CN" altLang="en-US"/>
              <a:t>多路复用器</a:t>
            </a:r>
            <a:r>
              <a:rPr lang="en-US" altLang="zh-CN"/>
              <a:t>/</a:t>
            </a:r>
            <a:r>
              <a:rPr lang="zh-CN" altLang="en-US"/>
              <a:t>多路分配器</a:t>
            </a:r>
          </a:p>
        </p:txBody>
      </p:sp>
      <p:sp>
        <p:nvSpPr>
          <p:cNvPr id="66562" name="内容占位符 2">
            <a:extLst>
              <a:ext uri="{FF2B5EF4-FFF2-40B4-BE49-F238E27FC236}">
                <a16:creationId xmlns:a16="http://schemas.microsoft.com/office/drawing/2014/main" id="{F1F7507F-12ED-478D-9D5D-10E8A1EA40BB}"/>
              </a:ext>
            </a:extLst>
          </p:cNvPr>
          <p:cNvSpPr>
            <a:spLocks noGrp="1" noChangeArrowheads="1"/>
          </p:cNvSpPr>
          <p:nvPr>
            <p:ph idx="1"/>
          </p:nvPr>
        </p:nvSpPr>
        <p:spPr/>
        <p:txBody>
          <a:bodyPr/>
          <a:lstStyle/>
          <a:p>
            <a:endParaRPr lang="zh-CN" altLang="en-US"/>
          </a:p>
        </p:txBody>
      </p:sp>
      <p:pic>
        <p:nvPicPr>
          <p:cNvPr id="66564" name="图片 4">
            <a:extLst>
              <a:ext uri="{FF2B5EF4-FFF2-40B4-BE49-F238E27FC236}">
                <a16:creationId xmlns:a16="http://schemas.microsoft.com/office/drawing/2014/main" id="{B0997BB3-9C8D-45C6-A7C3-223B77BC5EC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9388" y="1006475"/>
            <a:ext cx="8794750" cy="494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4258" name="Rectangle 2">
            <a:extLst>
              <a:ext uri="{FF2B5EF4-FFF2-40B4-BE49-F238E27FC236}">
                <a16:creationId xmlns:a16="http://schemas.microsoft.com/office/drawing/2014/main" id="{41BAA0B5-D61E-41F4-A772-E7007C37EFE8}"/>
              </a:ext>
            </a:extLst>
          </p:cNvPr>
          <p:cNvSpPr>
            <a:spLocks noGrp="1" noChangeArrowheads="1"/>
          </p:cNvSpPr>
          <p:nvPr>
            <p:ph type="title"/>
          </p:nvPr>
        </p:nvSpPr>
        <p:spPr/>
        <p:txBody>
          <a:bodyPr/>
          <a:lstStyle/>
          <a:p>
            <a:pPr eaLnBrk="1" hangingPunct="1"/>
            <a:r>
              <a:rPr lang="zh-CN" altLang="en-US"/>
              <a:t>三态门</a:t>
            </a:r>
          </a:p>
        </p:txBody>
      </p:sp>
      <p:sp>
        <p:nvSpPr>
          <p:cNvPr id="67586" name="Rectangle 3">
            <a:extLst>
              <a:ext uri="{FF2B5EF4-FFF2-40B4-BE49-F238E27FC236}">
                <a16:creationId xmlns:a16="http://schemas.microsoft.com/office/drawing/2014/main" id="{AD03E854-AFBE-4058-9068-34A4650DD356}"/>
              </a:ext>
            </a:extLst>
          </p:cNvPr>
          <p:cNvSpPr>
            <a:spLocks noGrp="1" noChangeArrowheads="1"/>
          </p:cNvSpPr>
          <p:nvPr>
            <p:ph idx="1"/>
          </p:nvPr>
        </p:nvSpPr>
        <p:spPr/>
        <p:txBody>
          <a:bodyPr/>
          <a:lstStyle/>
          <a:p>
            <a:pPr eaLnBrk="1" hangingPunct="1"/>
            <a:endParaRPr lang="zh-CN" altLang="zh-CN"/>
          </a:p>
        </p:txBody>
      </p:sp>
      <p:pic>
        <p:nvPicPr>
          <p:cNvPr id="5" name="Picture 4" descr="D:\jinerwork\组成\白中英版改编\visio\2.5_4.jpg">
            <a:extLst>
              <a:ext uri="{FF2B5EF4-FFF2-40B4-BE49-F238E27FC236}">
                <a16:creationId xmlns:a16="http://schemas.microsoft.com/office/drawing/2014/main" id="{2F97A0B5-2955-4585-A842-044498F2DEF8}"/>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1258888" y="1450975"/>
            <a:ext cx="6840537" cy="457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D76773-9082-404A-8A21-F684D5A0DEC4}"/>
              </a:ext>
            </a:extLst>
          </p:cNvPr>
          <p:cNvSpPr>
            <a:spLocks noGrp="1"/>
          </p:cNvSpPr>
          <p:nvPr>
            <p:ph type="title"/>
          </p:nvPr>
        </p:nvSpPr>
        <p:spPr/>
        <p:txBody>
          <a:bodyPr/>
          <a:lstStyle/>
          <a:p>
            <a:r>
              <a:rPr lang="zh-CN" altLang="en-US"/>
              <a:t>译码器</a:t>
            </a:r>
            <a:r>
              <a:rPr lang="en-US" altLang="zh-CN"/>
              <a:t>/</a:t>
            </a:r>
            <a:r>
              <a:rPr lang="zh-CN" altLang="en-US"/>
              <a:t>编码器</a:t>
            </a:r>
          </a:p>
        </p:txBody>
      </p:sp>
      <p:sp>
        <p:nvSpPr>
          <p:cNvPr id="68610" name="内容占位符 2">
            <a:extLst>
              <a:ext uri="{FF2B5EF4-FFF2-40B4-BE49-F238E27FC236}">
                <a16:creationId xmlns:a16="http://schemas.microsoft.com/office/drawing/2014/main" id="{45B9A9E2-6AFE-4845-AC69-BAB6BB2BCD37}"/>
              </a:ext>
            </a:extLst>
          </p:cNvPr>
          <p:cNvSpPr>
            <a:spLocks noGrp="1" noChangeArrowheads="1"/>
          </p:cNvSpPr>
          <p:nvPr>
            <p:ph idx="1"/>
          </p:nvPr>
        </p:nvSpPr>
        <p:spPr/>
        <p:txBody>
          <a:bodyPr/>
          <a:lstStyle/>
          <a:p>
            <a:endParaRPr lang="zh-CN" altLang="en-US"/>
          </a:p>
        </p:txBody>
      </p:sp>
      <p:pic>
        <p:nvPicPr>
          <p:cNvPr id="68612" name="图片 4">
            <a:extLst>
              <a:ext uri="{FF2B5EF4-FFF2-40B4-BE49-F238E27FC236}">
                <a16:creationId xmlns:a16="http://schemas.microsoft.com/office/drawing/2014/main" id="{EEA32637-FC2A-495C-929A-F6D05E8EF5C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0825" y="1323975"/>
            <a:ext cx="8659813" cy="439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8613" name="直接连接符 3">
            <a:extLst>
              <a:ext uri="{FF2B5EF4-FFF2-40B4-BE49-F238E27FC236}">
                <a16:creationId xmlns:a16="http://schemas.microsoft.com/office/drawing/2014/main" id="{0A3D43F6-2FF2-4F2A-9A4C-6D421D99B3EC}"/>
              </a:ext>
            </a:extLst>
          </p:cNvPr>
          <p:cNvCxnSpPr>
            <a:cxnSpLocks/>
          </p:cNvCxnSpPr>
          <p:nvPr/>
        </p:nvCxnSpPr>
        <p:spPr bwMode="auto">
          <a:xfrm>
            <a:off x="4211638" y="1052513"/>
            <a:ext cx="0" cy="5113337"/>
          </a:xfrm>
          <a:prstGeom prst="line">
            <a:avLst/>
          </a:prstGeom>
          <a:noFill/>
          <a:ln w="15875" algn="ctr">
            <a:solidFill>
              <a:srgbClr val="C00000"/>
            </a:solidFill>
            <a:prstDash val="dashDot"/>
            <a:miter lim="800000"/>
            <a:headEnd/>
            <a:tailEnd/>
          </a:ln>
          <a:extLst>
            <a:ext uri="{909E8E84-426E-40DD-AFC4-6F175D3DCCD1}">
              <a14:hiddenFill xmlns:a14="http://schemas.microsoft.com/office/drawing/2010/main">
                <a:noFill/>
              </a14:hiddenFill>
            </a:ext>
          </a:extLst>
        </p:spPr>
      </p:cxnSp>
    </p:spTree>
  </p:cSld>
  <p:clrMapOvr>
    <a:masterClrMapping/>
  </p:clrMapOvr>
  <p:transition spd="med">
    <p:pull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210" name="Rectangle 2">
            <a:extLst>
              <a:ext uri="{FF2B5EF4-FFF2-40B4-BE49-F238E27FC236}">
                <a16:creationId xmlns:a16="http://schemas.microsoft.com/office/drawing/2014/main" id="{A3BBB2E4-A539-4F66-836C-ABDE6D27F261}"/>
              </a:ext>
            </a:extLst>
          </p:cNvPr>
          <p:cNvSpPr>
            <a:spLocks noGrp="1" noChangeArrowheads="1"/>
          </p:cNvSpPr>
          <p:nvPr>
            <p:ph type="title"/>
          </p:nvPr>
        </p:nvSpPr>
        <p:spPr/>
        <p:txBody>
          <a:bodyPr/>
          <a:lstStyle/>
          <a:p>
            <a:pPr eaLnBrk="1" hangingPunct="1">
              <a:defRPr/>
            </a:pPr>
            <a:r>
              <a:rPr lang="zh-CN" altLang="en-US" dirty="0"/>
              <a:t>总线驱动器</a:t>
            </a:r>
            <a:endParaRPr lang="zh-CN" altLang="zh-CN" dirty="0"/>
          </a:p>
        </p:txBody>
      </p:sp>
      <p:sp>
        <p:nvSpPr>
          <p:cNvPr id="69634" name="Rectangle 3">
            <a:extLst>
              <a:ext uri="{FF2B5EF4-FFF2-40B4-BE49-F238E27FC236}">
                <a16:creationId xmlns:a16="http://schemas.microsoft.com/office/drawing/2014/main" id="{447CCDE1-F28C-4F4C-AA6D-3243FC65E982}"/>
              </a:ext>
            </a:extLst>
          </p:cNvPr>
          <p:cNvSpPr>
            <a:spLocks noGrp="1" noChangeArrowheads="1"/>
          </p:cNvSpPr>
          <p:nvPr>
            <p:ph idx="1"/>
          </p:nvPr>
        </p:nvSpPr>
        <p:spPr/>
        <p:txBody>
          <a:bodyPr/>
          <a:lstStyle/>
          <a:p>
            <a:pPr eaLnBrk="1" hangingPunct="1"/>
            <a:endParaRPr lang="zh-CN" altLang="zh-CN"/>
          </a:p>
        </p:txBody>
      </p:sp>
      <p:pic>
        <p:nvPicPr>
          <p:cNvPr id="69636" name="Picture 4" descr="2">
            <a:extLst>
              <a:ext uri="{FF2B5EF4-FFF2-40B4-BE49-F238E27FC236}">
                <a16:creationId xmlns:a16="http://schemas.microsoft.com/office/drawing/2014/main" id="{3A0FD9C1-CB8C-445D-BF03-B0D23372F1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1568450"/>
            <a:ext cx="8736012" cy="432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62" name="Rectangle 2">
            <a:extLst>
              <a:ext uri="{FF2B5EF4-FFF2-40B4-BE49-F238E27FC236}">
                <a16:creationId xmlns:a16="http://schemas.microsoft.com/office/drawing/2014/main" id="{EBD53157-C19B-48B5-8491-234025089A4C}"/>
              </a:ext>
            </a:extLst>
          </p:cNvPr>
          <p:cNvSpPr>
            <a:spLocks noGrp="1" noChangeArrowheads="1"/>
          </p:cNvSpPr>
          <p:nvPr>
            <p:ph type="title"/>
          </p:nvPr>
        </p:nvSpPr>
        <p:spPr/>
        <p:txBody>
          <a:bodyPr/>
          <a:lstStyle/>
          <a:p>
            <a:pPr eaLnBrk="1" hangingPunct="1"/>
            <a:r>
              <a:rPr lang="zh-CN" altLang="en-US"/>
              <a:t>内部总线</a:t>
            </a:r>
          </a:p>
        </p:txBody>
      </p:sp>
      <p:sp>
        <p:nvSpPr>
          <p:cNvPr id="71682" name="Rectangle 3">
            <a:extLst>
              <a:ext uri="{FF2B5EF4-FFF2-40B4-BE49-F238E27FC236}">
                <a16:creationId xmlns:a16="http://schemas.microsoft.com/office/drawing/2014/main" id="{C28E11DB-E821-4912-BE1C-68B63B2B6290}"/>
              </a:ext>
            </a:extLst>
          </p:cNvPr>
          <p:cNvSpPr>
            <a:spLocks noGrp="1" noChangeArrowheads="1"/>
          </p:cNvSpPr>
          <p:nvPr>
            <p:ph idx="1"/>
          </p:nvPr>
        </p:nvSpPr>
        <p:spPr/>
        <p:txBody>
          <a:bodyPr/>
          <a:lstStyle/>
          <a:p>
            <a:pPr eaLnBrk="1" hangingPunct="1"/>
            <a:r>
              <a:rPr lang="zh-CN" altLang="en-US"/>
              <a:t>机器内部各部件数据传送频繁，可以把寄存器间的数据传送通路加以归并，组成总线结构</a:t>
            </a:r>
          </a:p>
          <a:p>
            <a:pPr eaLnBrk="1" hangingPunct="1"/>
            <a:r>
              <a:rPr lang="zh-CN" altLang="en-US"/>
              <a:t>总线分类</a:t>
            </a:r>
          </a:p>
          <a:p>
            <a:pPr lvl="1" eaLnBrk="1" hangingPunct="1"/>
            <a:r>
              <a:rPr lang="zh-CN" altLang="en-US" sz="2900"/>
              <a:t>所处位置</a:t>
            </a:r>
          </a:p>
          <a:p>
            <a:pPr lvl="2" eaLnBrk="1" hangingPunct="1"/>
            <a:r>
              <a:rPr lang="zh-CN" altLang="en-US"/>
              <a:t>内部总线（</a:t>
            </a:r>
            <a:r>
              <a:rPr lang="en-US" altLang="zh-CN"/>
              <a:t>CPU</a:t>
            </a:r>
            <a:r>
              <a:rPr lang="zh-CN" altLang="en-US"/>
              <a:t>内）</a:t>
            </a:r>
          </a:p>
          <a:p>
            <a:pPr lvl="2" eaLnBrk="1" hangingPunct="1"/>
            <a:r>
              <a:rPr lang="zh-CN" altLang="en-US"/>
              <a:t>外部总线（系统总线）</a:t>
            </a:r>
          </a:p>
          <a:p>
            <a:pPr lvl="1" eaLnBrk="1" hangingPunct="1"/>
            <a:r>
              <a:rPr lang="zh-CN" altLang="en-US" sz="2900"/>
              <a:t>逻辑结构</a:t>
            </a:r>
          </a:p>
          <a:p>
            <a:pPr lvl="2" eaLnBrk="1" hangingPunct="1"/>
            <a:r>
              <a:rPr lang="zh-CN" altLang="en-US"/>
              <a:t>单向传送总线</a:t>
            </a:r>
          </a:p>
          <a:p>
            <a:pPr lvl="2" eaLnBrk="1" hangingPunct="1"/>
            <a:r>
              <a:rPr lang="zh-CN" altLang="en-US"/>
              <a:t>双向传送总线</a:t>
            </a:r>
          </a:p>
        </p:txBody>
      </p:sp>
    </p:spTree>
  </p:cSld>
  <p:clrMapOvr>
    <a:masterClrMapping/>
  </p:clrMapOvr>
  <p:transition spd="med">
    <p:pull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4082" name="Rectangle 2">
            <a:extLst>
              <a:ext uri="{FF2B5EF4-FFF2-40B4-BE49-F238E27FC236}">
                <a16:creationId xmlns:a16="http://schemas.microsoft.com/office/drawing/2014/main" id="{C6EF4D77-C4DB-4A4C-9845-7E09180A7E36}"/>
              </a:ext>
            </a:extLst>
          </p:cNvPr>
          <p:cNvSpPr>
            <a:spLocks noGrp="1" noChangeArrowheads="1"/>
          </p:cNvSpPr>
          <p:nvPr>
            <p:ph type="title"/>
          </p:nvPr>
        </p:nvSpPr>
        <p:spPr/>
        <p:txBody>
          <a:bodyPr/>
          <a:lstStyle/>
          <a:p>
            <a:pPr eaLnBrk="1" hangingPunct="1"/>
            <a:r>
              <a:rPr lang="zh-CN" altLang="en-US"/>
              <a:t>逻辑运算的应用需求</a:t>
            </a:r>
          </a:p>
        </p:txBody>
      </p:sp>
      <p:sp>
        <p:nvSpPr>
          <p:cNvPr id="72706" name="Rectangle 3">
            <a:extLst>
              <a:ext uri="{FF2B5EF4-FFF2-40B4-BE49-F238E27FC236}">
                <a16:creationId xmlns:a16="http://schemas.microsoft.com/office/drawing/2014/main" id="{C4E2E54E-E65D-4FD0-AECF-2F04B22A194B}"/>
              </a:ext>
            </a:extLst>
          </p:cNvPr>
          <p:cNvSpPr>
            <a:spLocks noGrp="1" noChangeArrowheads="1"/>
          </p:cNvSpPr>
          <p:nvPr>
            <p:ph idx="1"/>
          </p:nvPr>
        </p:nvSpPr>
        <p:spPr/>
        <p:txBody>
          <a:bodyPr/>
          <a:lstStyle/>
          <a:p>
            <a:pPr eaLnBrk="1" hangingPunct="1"/>
            <a:r>
              <a:rPr lang="zh-CN" altLang="en-US" sz="2800"/>
              <a:t>逻辑或：	</a:t>
            </a:r>
            <a:r>
              <a:rPr lang="en-US" altLang="zh-CN" sz="2800"/>
              <a:t>1∨x=1</a:t>
            </a:r>
            <a:r>
              <a:rPr lang="zh-CN" altLang="en-US" sz="2800"/>
              <a:t>， </a:t>
            </a:r>
            <a:r>
              <a:rPr lang="en-US" altLang="zh-CN" sz="2800"/>
              <a:t>0∨x=x</a:t>
            </a:r>
          </a:p>
          <a:p>
            <a:pPr eaLnBrk="1" hangingPunct="1">
              <a:buFont typeface="Wingdings 2" panose="05020102010507070707" pitchFamily="18" charset="2"/>
              <a:buNone/>
            </a:pPr>
            <a:r>
              <a:rPr lang="en-US" altLang="zh-CN" sz="2800"/>
              <a:t>	</a:t>
            </a:r>
            <a:r>
              <a:rPr lang="zh-CN" altLang="en-US" sz="2800"/>
              <a:t>将一个数的某些指定比特置</a:t>
            </a:r>
            <a:r>
              <a:rPr lang="en-US" altLang="zh-CN" sz="2800"/>
              <a:t>1</a:t>
            </a:r>
            <a:r>
              <a:rPr lang="zh-CN" altLang="en-US" sz="2800"/>
              <a:t>，其他比特保持不变</a:t>
            </a:r>
          </a:p>
          <a:p>
            <a:pPr eaLnBrk="1" hangingPunct="1">
              <a:buFont typeface="Wingdings 2" panose="05020102010507070707" pitchFamily="18" charset="2"/>
              <a:buNone/>
            </a:pPr>
            <a:r>
              <a:rPr lang="zh-CN" altLang="en-US" sz="2800"/>
              <a:t>	例如：</a:t>
            </a:r>
            <a:r>
              <a:rPr lang="en-US" altLang="zh-CN" sz="2800"/>
              <a:t>a∨01000010 </a:t>
            </a:r>
            <a:r>
              <a:rPr lang="en-US" altLang="zh-CN" sz="2800">
                <a:latin typeface="宋体" panose="02010600030101010101" pitchFamily="2" charset="-122"/>
                <a:ea typeface="宋体" panose="02010600030101010101" pitchFamily="2" charset="-122"/>
                <a:sym typeface="Symbol" panose="05050102010706020507" pitchFamily="18" charset="2"/>
              </a:rPr>
              <a:t> </a:t>
            </a:r>
            <a:r>
              <a:rPr lang="zh-CN" altLang="en-US" sz="2800"/>
              <a:t>将</a:t>
            </a:r>
            <a:r>
              <a:rPr lang="en-US" altLang="zh-CN" sz="2800"/>
              <a:t>a</a:t>
            </a:r>
            <a:r>
              <a:rPr lang="zh-CN" altLang="en-US" sz="2800"/>
              <a:t>的第</a:t>
            </a:r>
            <a:r>
              <a:rPr lang="en-US" altLang="zh-CN" sz="2800"/>
              <a:t>1</a:t>
            </a:r>
            <a:r>
              <a:rPr lang="zh-CN" altLang="en-US" sz="2800"/>
              <a:t>和第</a:t>
            </a:r>
            <a:r>
              <a:rPr lang="en-US" altLang="zh-CN" sz="2800"/>
              <a:t>6</a:t>
            </a:r>
            <a:r>
              <a:rPr lang="zh-CN" altLang="en-US" sz="2800"/>
              <a:t>位置</a:t>
            </a:r>
            <a:r>
              <a:rPr lang="en-US" altLang="zh-CN" sz="2800"/>
              <a:t>1</a:t>
            </a:r>
          </a:p>
          <a:p>
            <a:pPr eaLnBrk="1" hangingPunct="1"/>
            <a:r>
              <a:rPr lang="zh-CN" altLang="en-US" sz="2800"/>
              <a:t>逻辑与：	</a:t>
            </a:r>
            <a:r>
              <a:rPr lang="en-US" altLang="zh-CN" sz="2800"/>
              <a:t>1∧x=x</a:t>
            </a:r>
            <a:r>
              <a:rPr lang="zh-CN" altLang="en-US" sz="2800"/>
              <a:t>， </a:t>
            </a:r>
            <a:r>
              <a:rPr lang="en-US" altLang="zh-CN" sz="2800"/>
              <a:t>0∧x=0</a:t>
            </a:r>
          </a:p>
          <a:p>
            <a:pPr eaLnBrk="1" hangingPunct="1">
              <a:buFont typeface="Wingdings 2" panose="05020102010507070707" pitchFamily="18" charset="2"/>
              <a:buNone/>
            </a:pPr>
            <a:r>
              <a:rPr lang="en-US" altLang="zh-CN" sz="2800"/>
              <a:t>	</a:t>
            </a:r>
            <a:r>
              <a:rPr lang="zh-CN" altLang="en-US" sz="2800"/>
              <a:t>将一个数的某些指定比特清</a:t>
            </a:r>
            <a:r>
              <a:rPr lang="en-US" altLang="zh-CN" sz="2800"/>
              <a:t>0</a:t>
            </a:r>
            <a:r>
              <a:rPr lang="zh-CN" altLang="en-US" sz="2800"/>
              <a:t>，其他比特保持不变</a:t>
            </a:r>
          </a:p>
          <a:p>
            <a:pPr eaLnBrk="1" hangingPunct="1">
              <a:buFont typeface="Wingdings 2" panose="05020102010507070707" pitchFamily="18" charset="2"/>
              <a:buNone/>
            </a:pPr>
            <a:r>
              <a:rPr lang="zh-CN" altLang="en-US" sz="2800"/>
              <a:t>	例如：</a:t>
            </a:r>
            <a:r>
              <a:rPr lang="en-US" altLang="zh-CN" sz="2800"/>
              <a:t>a∧10111101 </a:t>
            </a:r>
            <a:r>
              <a:rPr lang="en-US" altLang="zh-CN" sz="2800">
                <a:latin typeface="宋体" panose="02010600030101010101" pitchFamily="2" charset="-122"/>
                <a:ea typeface="宋体" panose="02010600030101010101" pitchFamily="2" charset="-122"/>
                <a:sym typeface="Symbol" panose="05050102010706020507" pitchFamily="18" charset="2"/>
              </a:rPr>
              <a:t> </a:t>
            </a:r>
            <a:r>
              <a:rPr lang="zh-CN" altLang="en-US" sz="2800"/>
              <a:t>将</a:t>
            </a:r>
            <a:r>
              <a:rPr lang="en-US" altLang="zh-CN" sz="2800"/>
              <a:t>a</a:t>
            </a:r>
            <a:r>
              <a:rPr lang="zh-CN" altLang="en-US" sz="2800"/>
              <a:t>的第</a:t>
            </a:r>
            <a:r>
              <a:rPr lang="en-US" altLang="zh-CN" sz="2800"/>
              <a:t>1</a:t>
            </a:r>
            <a:r>
              <a:rPr lang="zh-CN" altLang="en-US" sz="2800"/>
              <a:t>和第</a:t>
            </a:r>
            <a:r>
              <a:rPr lang="en-US" altLang="zh-CN" sz="2800"/>
              <a:t>6</a:t>
            </a:r>
            <a:r>
              <a:rPr lang="zh-CN" altLang="en-US" sz="2800"/>
              <a:t>位清</a:t>
            </a:r>
            <a:r>
              <a:rPr lang="en-US" altLang="zh-CN" sz="2800"/>
              <a:t>0</a:t>
            </a:r>
          </a:p>
          <a:p>
            <a:pPr eaLnBrk="1" hangingPunct="1"/>
            <a:r>
              <a:rPr lang="zh-CN" altLang="en-US" sz="2800"/>
              <a:t>逻辑异或：	</a:t>
            </a:r>
            <a:r>
              <a:rPr lang="en-US" altLang="zh-CN" sz="2800"/>
              <a:t>1⊕x=/x</a:t>
            </a:r>
            <a:r>
              <a:rPr lang="zh-CN" altLang="en-US" sz="2800"/>
              <a:t>， </a:t>
            </a:r>
            <a:r>
              <a:rPr lang="en-US" altLang="zh-CN" sz="2800"/>
              <a:t>0⊕x=x</a:t>
            </a:r>
          </a:p>
          <a:p>
            <a:pPr eaLnBrk="1" hangingPunct="1">
              <a:buFont typeface="Wingdings 2" panose="05020102010507070707" pitchFamily="18" charset="2"/>
              <a:buNone/>
            </a:pPr>
            <a:r>
              <a:rPr lang="en-US" altLang="zh-CN" sz="2800"/>
              <a:t>	</a:t>
            </a:r>
            <a:r>
              <a:rPr lang="zh-CN" altLang="en-US" sz="2800"/>
              <a:t>将一个数的某些指定比特取反，其他比特保持不变</a:t>
            </a:r>
          </a:p>
          <a:p>
            <a:pPr eaLnBrk="1" hangingPunct="1">
              <a:buFont typeface="Wingdings 2" panose="05020102010507070707" pitchFamily="18" charset="2"/>
              <a:buNone/>
            </a:pPr>
            <a:r>
              <a:rPr lang="zh-CN" altLang="en-US" sz="2800"/>
              <a:t>	例如：</a:t>
            </a:r>
            <a:r>
              <a:rPr lang="en-US" altLang="zh-CN" sz="2800"/>
              <a:t>a⊕01000010 </a:t>
            </a:r>
            <a:r>
              <a:rPr lang="en-US" altLang="zh-CN" sz="2800">
                <a:latin typeface="宋体" panose="02010600030101010101" pitchFamily="2" charset="-122"/>
                <a:ea typeface="宋体" panose="02010600030101010101" pitchFamily="2" charset="-122"/>
                <a:sym typeface="Symbol" panose="05050102010706020507" pitchFamily="18" charset="2"/>
              </a:rPr>
              <a:t> </a:t>
            </a:r>
            <a:r>
              <a:rPr lang="zh-CN" altLang="en-US" sz="2800"/>
              <a:t>将</a:t>
            </a:r>
            <a:r>
              <a:rPr lang="en-US" altLang="zh-CN" sz="2800"/>
              <a:t>a</a:t>
            </a:r>
            <a:r>
              <a:rPr lang="zh-CN" altLang="en-US" sz="2800"/>
              <a:t>的第</a:t>
            </a:r>
            <a:r>
              <a:rPr lang="en-US" altLang="zh-CN" sz="2800"/>
              <a:t>1</a:t>
            </a:r>
            <a:r>
              <a:rPr lang="zh-CN" altLang="en-US" sz="2800"/>
              <a:t>和第</a:t>
            </a:r>
            <a:r>
              <a:rPr lang="en-US" altLang="zh-CN" sz="2800"/>
              <a:t>6</a:t>
            </a:r>
            <a:r>
              <a:rPr lang="zh-CN" altLang="en-US" sz="2800"/>
              <a:t>位取反</a:t>
            </a:r>
          </a:p>
        </p:txBody>
      </p:sp>
    </p:spTree>
  </p:cSld>
  <p:clrMapOvr>
    <a:masterClrMapping/>
  </p:clrMapOvr>
  <p:transition spd="med">
    <p:pull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2754" name="Rectangle 2">
            <a:extLst>
              <a:ext uri="{FF2B5EF4-FFF2-40B4-BE49-F238E27FC236}">
                <a16:creationId xmlns:a16="http://schemas.microsoft.com/office/drawing/2014/main" id="{BDF2C6DB-4E61-49A6-BCB1-11DB53BB3007}"/>
              </a:ext>
            </a:extLst>
          </p:cNvPr>
          <p:cNvSpPr>
            <a:spLocks noGrp="1" noChangeArrowheads="1"/>
          </p:cNvSpPr>
          <p:nvPr>
            <p:ph type="title"/>
          </p:nvPr>
        </p:nvSpPr>
        <p:spPr/>
        <p:txBody>
          <a:bodyPr/>
          <a:lstStyle/>
          <a:p>
            <a:pPr eaLnBrk="1" hangingPunct="1">
              <a:defRPr/>
            </a:pPr>
            <a:r>
              <a:rPr lang="zh-CN" altLang="en-US" sz="4800" dirty="0"/>
              <a:t>一位全加器</a:t>
            </a:r>
            <a:r>
              <a:rPr lang="en-US" altLang="zh-CN" sz="4800" dirty="0"/>
              <a:t>FA</a:t>
            </a:r>
          </a:p>
        </p:txBody>
      </p:sp>
      <p:sp>
        <p:nvSpPr>
          <p:cNvPr id="73730" name="Rectangle 3">
            <a:extLst>
              <a:ext uri="{FF2B5EF4-FFF2-40B4-BE49-F238E27FC236}">
                <a16:creationId xmlns:a16="http://schemas.microsoft.com/office/drawing/2014/main" id="{37EB4A08-6450-4870-9C15-A5B0BE3C1DDC}"/>
              </a:ext>
            </a:extLst>
          </p:cNvPr>
          <p:cNvSpPr>
            <a:spLocks noGrp="1" noChangeArrowheads="1"/>
          </p:cNvSpPr>
          <p:nvPr>
            <p:ph idx="1"/>
          </p:nvPr>
        </p:nvSpPr>
        <p:spPr>
          <a:xfrm>
            <a:off x="179388" y="1076325"/>
            <a:ext cx="8763000" cy="5400675"/>
          </a:xfrm>
        </p:spPr>
        <p:txBody>
          <a:bodyPr/>
          <a:lstStyle/>
          <a:p>
            <a:pPr eaLnBrk="1" hangingPunct="1"/>
            <a:r>
              <a:rPr lang="zh-CN" altLang="en-US" sz="3600" dirty="0"/>
              <a:t>逻辑表达式</a:t>
            </a:r>
          </a:p>
          <a:p>
            <a:pPr lvl="1" eaLnBrk="1" hangingPunct="1">
              <a:buFont typeface="Wingdings" panose="05000000000000000000" pitchFamily="2" charset="2"/>
              <a:buNone/>
            </a:pPr>
            <a:r>
              <a:rPr lang="en-US" altLang="zh-CN" sz="3200" dirty="0"/>
              <a:t>F</a:t>
            </a:r>
            <a:r>
              <a:rPr lang="en-US" altLang="zh-CN" sz="3200" baseline="-25000" dirty="0"/>
              <a:t>i</a:t>
            </a:r>
            <a:r>
              <a:rPr lang="zh-CN" altLang="en-US" sz="3200" dirty="0"/>
              <a:t>＝</a:t>
            </a:r>
            <a:r>
              <a:rPr lang="en-US" altLang="zh-CN" sz="3200" dirty="0" err="1"/>
              <a:t>A</a:t>
            </a:r>
            <a:r>
              <a:rPr lang="en-US" altLang="zh-CN" sz="3200" baseline="-25000" dirty="0" err="1"/>
              <a:t>i</a:t>
            </a:r>
            <a:r>
              <a:rPr lang="en-US" altLang="zh-CN" sz="3200" dirty="0" err="1"/>
              <a:t>⊕B</a:t>
            </a:r>
            <a:r>
              <a:rPr lang="en-US" altLang="zh-CN" sz="3200" baseline="-25000" dirty="0" err="1"/>
              <a:t>i</a:t>
            </a:r>
            <a:r>
              <a:rPr lang="en-US" altLang="zh-CN" sz="3200" dirty="0" err="1"/>
              <a:t>⊕C</a:t>
            </a:r>
            <a:r>
              <a:rPr lang="en-US" altLang="zh-CN" sz="3200" baseline="-25000" dirty="0" err="1"/>
              <a:t>i</a:t>
            </a:r>
            <a:endParaRPr lang="en-US" altLang="zh-CN" sz="3200" baseline="-25000" dirty="0"/>
          </a:p>
          <a:p>
            <a:pPr lvl="1" eaLnBrk="1" hangingPunct="1">
              <a:buFont typeface="Wingdings" panose="05000000000000000000" pitchFamily="2" charset="2"/>
              <a:buNone/>
            </a:pPr>
            <a:r>
              <a:rPr lang="en-US" altLang="zh-CN" sz="3200" dirty="0"/>
              <a:t>C</a:t>
            </a:r>
            <a:r>
              <a:rPr lang="en-US" altLang="zh-CN" sz="3200" baseline="-25000" dirty="0"/>
              <a:t>i+1</a:t>
            </a:r>
            <a:r>
              <a:rPr lang="en-US" altLang="zh-CN" sz="3200" dirty="0"/>
              <a:t>=</a:t>
            </a:r>
            <a:r>
              <a:rPr lang="en-US" altLang="zh-CN" sz="3200" dirty="0" err="1"/>
              <a:t>A</a:t>
            </a:r>
            <a:r>
              <a:rPr lang="en-US" altLang="zh-CN" sz="3200" baseline="-25000" dirty="0" err="1"/>
              <a:t>i</a:t>
            </a:r>
            <a:r>
              <a:rPr lang="en-US" altLang="zh-CN" sz="3200" dirty="0" err="1"/>
              <a:t>B</a:t>
            </a:r>
            <a:r>
              <a:rPr lang="en-US" altLang="zh-CN" sz="3200" baseline="-25000" dirty="0" err="1"/>
              <a:t>i</a:t>
            </a:r>
            <a:r>
              <a:rPr lang="en-US" altLang="zh-CN" sz="3200" dirty="0" err="1"/>
              <a:t>+B</a:t>
            </a:r>
            <a:r>
              <a:rPr lang="en-US" altLang="zh-CN" sz="3200" baseline="-25000" dirty="0" err="1"/>
              <a:t>i</a:t>
            </a:r>
            <a:r>
              <a:rPr lang="en-US" altLang="zh-CN" sz="3200" dirty="0" err="1"/>
              <a:t>C</a:t>
            </a:r>
            <a:r>
              <a:rPr lang="en-US" altLang="zh-CN" sz="3200" baseline="-25000" dirty="0" err="1"/>
              <a:t>i</a:t>
            </a:r>
            <a:r>
              <a:rPr lang="en-US" altLang="zh-CN" sz="3200" dirty="0" err="1"/>
              <a:t>+C</a:t>
            </a:r>
            <a:r>
              <a:rPr lang="en-US" altLang="zh-CN" sz="3200" baseline="-25000" dirty="0" err="1"/>
              <a:t>i</a:t>
            </a:r>
            <a:r>
              <a:rPr lang="en-US" altLang="zh-CN" sz="3200" dirty="0" err="1"/>
              <a:t>A</a:t>
            </a:r>
            <a:r>
              <a:rPr lang="en-US" altLang="zh-CN" sz="3200" baseline="-25000" dirty="0" err="1"/>
              <a:t>i</a:t>
            </a:r>
            <a:endParaRPr lang="en-US" altLang="zh-CN" sz="3200" baseline="-25000" dirty="0"/>
          </a:p>
          <a:p>
            <a:pPr lvl="1" eaLnBrk="1" hangingPunct="1">
              <a:buFont typeface="Wingdings" panose="05000000000000000000" pitchFamily="2" charset="2"/>
              <a:buNone/>
            </a:pPr>
            <a:endParaRPr lang="en-US" altLang="zh-CN" sz="3200" baseline="-25000" dirty="0"/>
          </a:p>
          <a:p>
            <a:pPr eaLnBrk="1" hangingPunct="1"/>
            <a:r>
              <a:rPr lang="zh-CN" altLang="en-US" sz="3600" dirty="0">
                <a:latin typeface="楷体_GB2312" pitchFamily="49" charset="-122"/>
              </a:rPr>
              <a:t>一种解决方法</a:t>
            </a:r>
          </a:p>
          <a:p>
            <a:pPr eaLnBrk="1" hangingPunct="1">
              <a:buFont typeface="Wingdings 2" panose="05020102010507070707" pitchFamily="18" charset="2"/>
              <a:buNone/>
            </a:pPr>
            <a:r>
              <a:rPr lang="zh-CN" altLang="en-US" sz="2800" dirty="0">
                <a:latin typeface="楷体_GB2312" pitchFamily="49" charset="-122"/>
              </a:rPr>
              <a:t>  为了实现多种算术逻辑运算，可将</a:t>
            </a:r>
            <a:r>
              <a:rPr lang="en-US" altLang="zh-CN" sz="2800" dirty="0">
                <a:latin typeface="楷体_GB2312" pitchFamily="49" charset="-122"/>
              </a:rPr>
              <a:t>A</a:t>
            </a:r>
            <a:r>
              <a:rPr lang="en-US" altLang="zh-CN" sz="2800" baseline="-25000" dirty="0">
                <a:latin typeface="楷体_GB2312" pitchFamily="49" charset="-122"/>
              </a:rPr>
              <a:t>i</a:t>
            </a:r>
            <a:r>
              <a:rPr lang="zh-CN" altLang="en-US" sz="2800" dirty="0">
                <a:latin typeface="楷体_GB2312" pitchFamily="49" charset="-122"/>
              </a:rPr>
              <a:t>和</a:t>
            </a:r>
            <a:r>
              <a:rPr lang="en-US" altLang="zh-CN" sz="2800" dirty="0">
                <a:latin typeface="楷体_GB2312" pitchFamily="49" charset="-122"/>
              </a:rPr>
              <a:t>B</a:t>
            </a:r>
            <a:r>
              <a:rPr lang="en-US" altLang="zh-CN" sz="2800" baseline="-25000" dirty="0">
                <a:latin typeface="楷体_GB2312" pitchFamily="49" charset="-122"/>
              </a:rPr>
              <a:t>i</a:t>
            </a:r>
            <a:r>
              <a:rPr lang="zh-CN" altLang="en-US" sz="2800" dirty="0">
                <a:latin typeface="楷体_GB2312" pitchFamily="49" charset="-122"/>
              </a:rPr>
              <a:t>输入一个函数发生器得到输出</a:t>
            </a:r>
            <a:r>
              <a:rPr lang="en-US" altLang="zh-CN" sz="2800" dirty="0">
                <a:latin typeface="楷体_GB2312" pitchFamily="49" charset="-122"/>
              </a:rPr>
              <a:t>X</a:t>
            </a:r>
            <a:r>
              <a:rPr lang="en-US" altLang="zh-CN" sz="2800" baseline="-25000" dirty="0">
                <a:latin typeface="楷体_GB2312" pitchFamily="49" charset="-122"/>
              </a:rPr>
              <a:t>i</a:t>
            </a:r>
            <a:r>
              <a:rPr lang="zh-CN" altLang="en-US" sz="2800" dirty="0">
                <a:latin typeface="楷体_GB2312" pitchFamily="49" charset="-122"/>
              </a:rPr>
              <a:t>和</a:t>
            </a:r>
            <a:r>
              <a:rPr lang="en-US" altLang="zh-CN" sz="2800" dirty="0">
                <a:latin typeface="楷体_GB2312" pitchFamily="49" charset="-122"/>
              </a:rPr>
              <a:t>Y</a:t>
            </a:r>
            <a:r>
              <a:rPr lang="en-US" altLang="zh-CN" sz="2800" baseline="-25000" dirty="0">
                <a:latin typeface="楷体_GB2312" pitchFamily="49" charset="-122"/>
              </a:rPr>
              <a:t>i</a:t>
            </a:r>
            <a:r>
              <a:rPr lang="zh-CN" altLang="en-US" sz="2800" dirty="0">
                <a:latin typeface="楷体_GB2312" pitchFamily="49" charset="-122"/>
              </a:rPr>
              <a:t>，再作为一位全加器的输入</a:t>
            </a:r>
          </a:p>
        </p:txBody>
      </p:sp>
      <p:sp>
        <p:nvSpPr>
          <p:cNvPr id="73732" name="Text Box 7">
            <a:extLst>
              <a:ext uri="{FF2B5EF4-FFF2-40B4-BE49-F238E27FC236}">
                <a16:creationId xmlns:a16="http://schemas.microsoft.com/office/drawing/2014/main" id="{3837F1CD-C19C-40A7-9ED9-B68200C3A6B0}"/>
              </a:ext>
            </a:extLst>
          </p:cNvPr>
          <p:cNvSpPr txBox="1">
            <a:spLocks noChangeArrowheads="1"/>
          </p:cNvSpPr>
          <p:nvPr/>
        </p:nvSpPr>
        <p:spPr bwMode="auto">
          <a:xfrm>
            <a:off x="5181600" y="1905000"/>
            <a:ext cx="3417887" cy="523875"/>
          </a:xfrm>
          <a:prstGeom prst="rect">
            <a:avLst/>
          </a:prstGeom>
          <a:noFill/>
          <a:ln w="25400" algn="ctr">
            <a:solidFill>
              <a:srgbClr val="00F7F7"/>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800" dirty="0">
                <a:solidFill>
                  <a:srgbClr val="C00000"/>
                </a:solidFill>
                <a:latin typeface="楷体" panose="02010609060101010101" pitchFamily="49" charset="-122"/>
                <a:ea typeface="楷体" panose="02010609060101010101" pitchFamily="49" charset="-122"/>
              </a:rPr>
              <a:t>只能完成加、减运算</a:t>
            </a:r>
          </a:p>
        </p:txBody>
      </p:sp>
    </p:spTree>
  </p:cSld>
  <p:clrMapOvr>
    <a:masterClrMapping/>
  </p:clrMapOvr>
  <p:transition spd="med">
    <p:pull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779" name="Rectangle 3">
            <a:extLst>
              <a:ext uri="{FF2B5EF4-FFF2-40B4-BE49-F238E27FC236}">
                <a16:creationId xmlns:a16="http://schemas.microsoft.com/office/drawing/2014/main" id="{85DAE5FE-BB19-42CB-BB67-195D65BBD9E9}"/>
              </a:ext>
            </a:extLst>
          </p:cNvPr>
          <p:cNvSpPr>
            <a:spLocks noGrp="1" noChangeArrowheads="1"/>
          </p:cNvSpPr>
          <p:nvPr>
            <p:ph type="title"/>
          </p:nvPr>
        </p:nvSpPr>
        <p:spPr/>
        <p:txBody>
          <a:bodyPr/>
          <a:lstStyle/>
          <a:p>
            <a:pPr eaLnBrk="1" hangingPunct="1"/>
            <a:r>
              <a:rPr lang="zh-CN" altLang="en-US"/>
              <a:t>算术</a:t>
            </a:r>
            <a:r>
              <a:rPr lang="en-US" altLang="zh-CN"/>
              <a:t>/</a:t>
            </a:r>
            <a:r>
              <a:rPr lang="zh-CN" altLang="en-US"/>
              <a:t>逻辑运算单元</a:t>
            </a:r>
            <a:r>
              <a:rPr lang="en-US" altLang="zh-CN"/>
              <a:t>ALU</a:t>
            </a:r>
            <a:r>
              <a:rPr lang="zh-CN" altLang="en-US"/>
              <a:t>（</a:t>
            </a:r>
            <a:r>
              <a:rPr lang="en-US" altLang="zh-CN"/>
              <a:t>1</a:t>
            </a:r>
            <a:r>
              <a:rPr lang="zh-CN" altLang="en-US"/>
              <a:t>）</a:t>
            </a:r>
          </a:p>
        </p:txBody>
      </p:sp>
      <p:sp>
        <p:nvSpPr>
          <p:cNvPr id="74754" name="Rectangle 4">
            <a:extLst>
              <a:ext uri="{FF2B5EF4-FFF2-40B4-BE49-F238E27FC236}">
                <a16:creationId xmlns:a16="http://schemas.microsoft.com/office/drawing/2014/main" id="{06A294CF-6C0C-4B56-8B2B-1C7B5CA36841}"/>
              </a:ext>
            </a:extLst>
          </p:cNvPr>
          <p:cNvSpPr>
            <a:spLocks noGrp="1" noChangeArrowheads="1"/>
          </p:cNvSpPr>
          <p:nvPr>
            <p:ph idx="1"/>
          </p:nvPr>
        </p:nvSpPr>
        <p:spPr>
          <a:xfrm>
            <a:off x="179388" y="1152525"/>
            <a:ext cx="4633912" cy="5400675"/>
          </a:xfrm>
        </p:spPr>
        <p:txBody>
          <a:bodyPr/>
          <a:lstStyle/>
          <a:p>
            <a:pPr eaLnBrk="1" hangingPunct="1">
              <a:buFont typeface="Wingdings 2" panose="05020102010507070707" pitchFamily="18" charset="2"/>
              <a:buNone/>
            </a:pPr>
            <a:r>
              <a:rPr lang="zh-CN" altLang="en-US" dirty="0"/>
              <a:t>基本思想</a:t>
            </a:r>
          </a:p>
          <a:p>
            <a:pPr eaLnBrk="1" hangingPunct="1"/>
            <a:r>
              <a:rPr lang="zh-CN" altLang="en-US" dirty="0"/>
              <a:t>先将原全加器的输入</a:t>
            </a:r>
            <a:r>
              <a:rPr lang="en-US" altLang="zh-CN" dirty="0"/>
              <a:t>A</a:t>
            </a:r>
            <a:r>
              <a:rPr lang="en-US" altLang="zh-CN" baseline="-25000" dirty="0"/>
              <a:t>i</a:t>
            </a:r>
            <a:r>
              <a:rPr lang="zh-CN" altLang="en-US" dirty="0"/>
              <a:t>、</a:t>
            </a:r>
            <a:r>
              <a:rPr lang="en-US" altLang="zh-CN" dirty="0"/>
              <a:t>B</a:t>
            </a:r>
            <a:r>
              <a:rPr lang="en-US" altLang="zh-CN" baseline="-25000" dirty="0"/>
              <a:t>i</a:t>
            </a:r>
            <a:r>
              <a:rPr lang="zh-CN" altLang="en-US" dirty="0"/>
              <a:t>送至函数发生器进行处理</a:t>
            </a:r>
          </a:p>
          <a:p>
            <a:pPr eaLnBrk="1" hangingPunct="1"/>
            <a:r>
              <a:rPr lang="en-US" altLang="zh-CN" dirty="0"/>
              <a:t>S</a:t>
            </a:r>
            <a:r>
              <a:rPr lang="en-US" altLang="zh-CN" baseline="-25000" dirty="0"/>
              <a:t>0</a:t>
            </a:r>
            <a:r>
              <a:rPr lang="zh-CN" altLang="en-US" dirty="0"/>
              <a:t>、</a:t>
            </a:r>
            <a:r>
              <a:rPr lang="en-US" altLang="zh-CN" dirty="0"/>
              <a:t>S</a:t>
            </a:r>
            <a:r>
              <a:rPr lang="en-US" altLang="zh-CN" baseline="-25000" dirty="0"/>
              <a:t>1</a:t>
            </a:r>
            <a:r>
              <a:rPr lang="zh-CN" altLang="en-US" dirty="0"/>
              <a:t>、</a:t>
            </a:r>
            <a:r>
              <a:rPr lang="en-US" altLang="zh-CN" dirty="0"/>
              <a:t>S</a:t>
            </a:r>
            <a:r>
              <a:rPr lang="en-US" altLang="zh-CN" baseline="-25000" dirty="0"/>
              <a:t>2</a:t>
            </a:r>
            <a:r>
              <a:rPr lang="zh-CN" altLang="en-US" dirty="0"/>
              <a:t>、</a:t>
            </a:r>
            <a:r>
              <a:rPr lang="en-US" altLang="zh-CN" dirty="0"/>
              <a:t>S</a:t>
            </a:r>
            <a:r>
              <a:rPr lang="en-US" altLang="zh-CN" baseline="-25000" dirty="0"/>
              <a:t>3</a:t>
            </a:r>
            <a:r>
              <a:rPr lang="zh-CN" altLang="en-US" dirty="0"/>
              <a:t>为函数发生器的控制信号</a:t>
            </a:r>
          </a:p>
          <a:p>
            <a:pPr eaLnBrk="1" hangingPunct="1"/>
            <a:r>
              <a:rPr lang="zh-CN" altLang="en-US" dirty="0"/>
              <a:t>函数发生器的输出</a:t>
            </a:r>
            <a:r>
              <a:rPr lang="en-US" altLang="zh-CN" dirty="0"/>
              <a:t>X</a:t>
            </a:r>
            <a:r>
              <a:rPr lang="en-US" altLang="zh-CN" baseline="-25000" dirty="0"/>
              <a:t>i</a:t>
            </a:r>
            <a:r>
              <a:rPr lang="zh-CN" altLang="en-US" dirty="0"/>
              <a:t>、</a:t>
            </a:r>
            <a:r>
              <a:rPr lang="en-US" altLang="zh-CN" dirty="0"/>
              <a:t>Y</a:t>
            </a:r>
            <a:r>
              <a:rPr lang="en-US" altLang="zh-CN" baseline="-25000" dirty="0"/>
              <a:t>i</a:t>
            </a:r>
            <a:r>
              <a:rPr lang="zh-CN" altLang="en-US" dirty="0"/>
              <a:t>至全加器进行全加</a:t>
            </a:r>
          </a:p>
          <a:p>
            <a:pPr eaLnBrk="1" hangingPunct="1"/>
            <a:r>
              <a:rPr lang="zh-CN" altLang="en-US" dirty="0"/>
              <a:t>由</a:t>
            </a:r>
            <a:r>
              <a:rPr lang="en-US" altLang="zh-CN" dirty="0"/>
              <a:t>S</a:t>
            </a:r>
            <a:r>
              <a:rPr lang="en-US" altLang="zh-CN" baseline="-25000" dirty="0"/>
              <a:t>0</a:t>
            </a:r>
            <a:r>
              <a:rPr lang="zh-CN" altLang="en-US" dirty="0"/>
              <a:t>、</a:t>
            </a:r>
            <a:r>
              <a:rPr lang="en-US" altLang="zh-CN" dirty="0"/>
              <a:t>S</a:t>
            </a:r>
            <a:r>
              <a:rPr lang="en-US" altLang="zh-CN" baseline="-25000" dirty="0"/>
              <a:t>1</a:t>
            </a:r>
            <a:r>
              <a:rPr lang="zh-CN" altLang="en-US" dirty="0"/>
              <a:t>、</a:t>
            </a:r>
            <a:r>
              <a:rPr lang="en-US" altLang="zh-CN" dirty="0"/>
              <a:t>S</a:t>
            </a:r>
            <a:r>
              <a:rPr lang="en-US" altLang="zh-CN" baseline="-25000" dirty="0"/>
              <a:t>2</a:t>
            </a:r>
            <a:r>
              <a:rPr lang="zh-CN" altLang="en-US" dirty="0"/>
              <a:t>、</a:t>
            </a:r>
            <a:r>
              <a:rPr lang="en-US" altLang="zh-CN" dirty="0"/>
              <a:t>S</a:t>
            </a:r>
            <a:r>
              <a:rPr lang="en-US" altLang="zh-CN" baseline="-25000" dirty="0"/>
              <a:t>3</a:t>
            </a:r>
            <a:r>
              <a:rPr lang="zh-CN" altLang="en-US" dirty="0"/>
              <a:t>来控制</a:t>
            </a:r>
            <a:r>
              <a:rPr lang="en-US" altLang="zh-CN" dirty="0"/>
              <a:t>ALU</a:t>
            </a:r>
            <a:r>
              <a:rPr lang="zh-CN" altLang="en-US" dirty="0"/>
              <a:t>所完成的运算</a:t>
            </a:r>
          </a:p>
        </p:txBody>
      </p:sp>
      <p:sp>
        <p:nvSpPr>
          <p:cNvPr id="74756" name="Rectangle 2">
            <a:extLst>
              <a:ext uri="{FF2B5EF4-FFF2-40B4-BE49-F238E27FC236}">
                <a16:creationId xmlns:a16="http://schemas.microsoft.com/office/drawing/2014/main" id="{45C4CE70-7CB7-4D40-B3D6-4CD9EB08214A}"/>
              </a:ext>
            </a:extLst>
          </p:cNvPr>
          <p:cNvSpPr>
            <a:spLocks noChangeArrowheads="1"/>
          </p:cNvSpPr>
          <p:nvPr/>
        </p:nvSpPr>
        <p:spPr bwMode="auto">
          <a:xfrm>
            <a:off x="4718050" y="1141412"/>
            <a:ext cx="4462463" cy="5106988"/>
          </a:xfrm>
          <a:prstGeom prst="rect">
            <a:avLst/>
          </a:prstGeom>
          <a:noFill/>
          <a:ln w="15875" algn="ctr">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pic>
        <p:nvPicPr>
          <p:cNvPr id="74757" name="Picture 5" descr="2">
            <a:extLst>
              <a:ext uri="{FF2B5EF4-FFF2-40B4-BE49-F238E27FC236}">
                <a16:creationId xmlns:a16="http://schemas.microsoft.com/office/drawing/2014/main" id="{3FAD9BAA-2D95-4614-9D2D-75F89CFF86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6450"/>
          <a:stretch>
            <a:fillRect/>
          </a:stretch>
        </p:blipFill>
        <p:spPr bwMode="auto">
          <a:xfrm>
            <a:off x="4572000" y="1493838"/>
            <a:ext cx="4606925"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7" name="Picture 5">
            <a:extLst>
              <a:ext uri="{FF2B5EF4-FFF2-40B4-BE49-F238E27FC236}">
                <a16:creationId xmlns:a16="http://schemas.microsoft.com/office/drawing/2014/main" id="{180177B6-FFE9-4D43-9AC0-8DF7B98EC5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4114800"/>
            <a:ext cx="4769601"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5778" name="Rectangle 3">
            <a:extLst>
              <a:ext uri="{FF2B5EF4-FFF2-40B4-BE49-F238E27FC236}">
                <a16:creationId xmlns:a16="http://schemas.microsoft.com/office/drawing/2014/main" id="{4BEA2B12-1377-469D-B56B-A30F6A1AD4DF}"/>
              </a:ext>
            </a:extLst>
          </p:cNvPr>
          <p:cNvSpPr>
            <a:spLocks noGrp="1" noChangeArrowheads="1"/>
          </p:cNvSpPr>
          <p:nvPr>
            <p:ph idx="1"/>
          </p:nvPr>
        </p:nvSpPr>
        <p:spPr/>
        <p:txBody>
          <a:bodyPr/>
          <a:lstStyle/>
          <a:p>
            <a:pPr marL="276225" indent="-457200" eaLnBrk="1" hangingPunct="1"/>
            <a:r>
              <a:rPr lang="en-US" altLang="zh-CN" dirty="0"/>
              <a:t>F</a:t>
            </a:r>
            <a:r>
              <a:rPr lang="en-US" altLang="zh-CN" baseline="-25000" dirty="0"/>
              <a:t>i</a:t>
            </a:r>
            <a:r>
              <a:rPr lang="zh-CN" altLang="en-US" dirty="0"/>
              <a:t>＝</a:t>
            </a:r>
            <a:r>
              <a:rPr lang="en-US" altLang="zh-CN" dirty="0" err="1"/>
              <a:t>X</a:t>
            </a:r>
            <a:r>
              <a:rPr lang="en-US" altLang="zh-CN" baseline="-25000" dirty="0" err="1"/>
              <a:t>i</a:t>
            </a:r>
            <a:r>
              <a:rPr lang="en-US" altLang="zh-CN" dirty="0" err="1"/>
              <a:t>⊕Y</a:t>
            </a:r>
            <a:r>
              <a:rPr lang="en-US" altLang="zh-CN" baseline="-25000" dirty="0" err="1"/>
              <a:t>i</a:t>
            </a:r>
            <a:r>
              <a:rPr lang="en-US" altLang="zh-CN" dirty="0" err="1"/>
              <a:t>⊕C</a:t>
            </a:r>
            <a:r>
              <a:rPr lang="en-US" altLang="zh-CN" baseline="-25000" dirty="0" err="1"/>
              <a:t>n+i</a:t>
            </a:r>
            <a:endParaRPr lang="en-US" altLang="zh-CN" baseline="-25000" dirty="0"/>
          </a:p>
          <a:p>
            <a:pPr marL="528638" lvl="1" eaLnBrk="1" hangingPunct="1">
              <a:buFont typeface="Wingdings" panose="05000000000000000000" pitchFamily="2" charset="2"/>
              <a:buNone/>
            </a:pPr>
            <a:r>
              <a:rPr lang="en-US" altLang="zh-CN" sz="3200" dirty="0"/>
              <a:t>  C</a:t>
            </a:r>
            <a:r>
              <a:rPr lang="en-US" altLang="zh-CN" sz="3200" baseline="-25000" dirty="0"/>
              <a:t>n+i+1</a:t>
            </a:r>
            <a:r>
              <a:rPr lang="en-US" altLang="zh-CN" sz="3200" dirty="0"/>
              <a:t>=</a:t>
            </a:r>
            <a:r>
              <a:rPr lang="en-US" altLang="zh-CN" sz="3200" dirty="0" err="1"/>
              <a:t>X</a:t>
            </a:r>
            <a:r>
              <a:rPr lang="en-US" altLang="zh-CN" sz="3200" baseline="-25000" dirty="0" err="1"/>
              <a:t>i</a:t>
            </a:r>
            <a:r>
              <a:rPr lang="en-US" altLang="zh-CN" sz="3200" dirty="0" err="1"/>
              <a:t>Y</a:t>
            </a:r>
            <a:r>
              <a:rPr lang="en-US" altLang="zh-CN" sz="3200" baseline="-25000" dirty="0" err="1"/>
              <a:t>i</a:t>
            </a:r>
            <a:r>
              <a:rPr lang="en-US" altLang="zh-CN" sz="3200" dirty="0" err="1"/>
              <a:t>+Y</a:t>
            </a:r>
            <a:r>
              <a:rPr lang="en-US" altLang="zh-CN" sz="3200" baseline="-25000" dirty="0" err="1"/>
              <a:t>i</a:t>
            </a:r>
            <a:r>
              <a:rPr lang="en-US" altLang="zh-CN" sz="3200" dirty="0" err="1"/>
              <a:t>C</a:t>
            </a:r>
            <a:r>
              <a:rPr lang="en-US" altLang="zh-CN" sz="3200" baseline="-25000" dirty="0" err="1"/>
              <a:t>n+i</a:t>
            </a:r>
            <a:r>
              <a:rPr lang="en-US" altLang="zh-CN" sz="3200" dirty="0" err="1"/>
              <a:t>+X</a:t>
            </a:r>
            <a:r>
              <a:rPr lang="en-US" altLang="zh-CN" sz="3200" baseline="-25000" dirty="0" err="1"/>
              <a:t>i</a:t>
            </a:r>
            <a:r>
              <a:rPr lang="en-US" altLang="zh-CN" sz="3200" dirty="0" err="1"/>
              <a:t>C</a:t>
            </a:r>
            <a:r>
              <a:rPr lang="en-US" altLang="zh-CN" sz="3200" baseline="-25000" dirty="0" err="1"/>
              <a:t>n+i</a:t>
            </a:r>
            <a:endParaRPr lang="en-US" altLang="zh-CN" sz="3200" baseline="-25000" dirty="0"/>
          </a:p>
          <a:p>
            <a:pPr marL="528638" lvl="1" eaLnBrk="1" hangingPunct="1">
              <a:buFont typeface="Wingdings" panose="05000000000000000000" pitchFamily="2" charset="2"/>
              <a:buNone/>
            </a:pPr>
            <a:endParaRPr lang="en-US" altLang="zh-CN" sz="3200" baseline="-25000" dirty="0"/>
          </a:p>
          <a:p>
            <a:pPr marL="528638" lvl="1" eaLnBrk="1" hangingPunct="1"/>
            <a:r>
              <a:rPr lang="zh-CN" altLang="en-US" dirty="0"/>
              <a:t>用</a:t>
            </a:r>
            <a:r>
              <a:rPr lang="en-US" altLang="zh-CN" dirty="0" err="1"/>
              <a:t>n+i</a:t>
            </a:r>
            <a:r>
              <a:rPr lang="zh-CN" altLang="en-US" dirty="0"/>
              <a:t>代替原来一位全加器</a:t>
            </a:r>
            <a:r>
              <a:rPr lang="en-US" altLang="zh-CN" dirty="0"/>
              <a:t>C</a:t>
            </a:r>
            <a:r>
              <a:rPr lang="en-US" altLang="zh-CN" baseline="-25000" dirty="0"/>
              <a:t>i</a:t>
            </a:r>
            <a:r>
              <a:rPr lang="zh-CN" altLang="en-US" dirty="0"/>
              <a:t>中的</a:t>
            </a:r>
            <a:r>
              <a:rPr lang="en-US" altLang="zh-CN" dirty="0" err="1"/>
              <a:t>i</a:t>
            </a:r>
            <a:r>
              <a:rPr lang="zh-CN" altLang="en-US" dirty="0"/>
              <a:t>，</a:t>
            </a:r>
            <a:r>
              <a:rPr lang="en-US" altLang="zh-CN" dirty="0" err="1"/>
              <a:t>i</a:t>
            </a:r>
            <a:r>
              <a:rPr lang="zh-CN" altLang="en-US" dirty="0"/>
              <a:t>表示在一片</a:t>
            </a:r>
            <a:r>
              <a:rPr lang="en-US" altLang="zh-CN" dirty="0"/>
              <a:t>ALU</a:t>
            </a:r>
            <a:r>
              <a:rPr lang="zh-CN" altLang="en-US" dirty="0"/>
              <a:t>芯片上二进制位数。对于一片</a:t>
            </a:r>
            <a:r>
              <a:rPr lang="en-US" altLang="zh-CN" dirty="0"/>
              <a:t>4</a:t>
            </a:r>
            <a:r>
              <a:rPr lang="zh-CN" altLang="en-US" dirty="0"/>
              <a:t>位</a:t>
            </a:r>
            <a:r>
              <a:rPr lang="en-US" altLang="zh-CN" dirty="0"/>
              <a:t>ALU</a:t>
            </a:r>
            <a:r>
              <a:rPr lang="zh-CN" altLang="en-US" dirty="0"/>
              <a:t>，</a:t>
            </a:r>
            <a:r>
              <a:rPr lang="en-US" altLang="zh-CN" dirty="0" err="1"/>
              <a:t>i</a:t>
            </a:r>
            <a:r>
              <a:rPr lang="zh-CN" altLang="en-US" dirty="0"/>
              <a:t>＝</a:t>
            </a:r>
            <a:r>
              <a:rPr lang="en-US" altLang="zh-CN" dirty="0"/>
              <a:t>0</a:t>
            </a:r>
            <a:r>
              <a:rPr lang="zh-CN" altLang="en-US" dirty="0"/>
              <a:t>、</a:t>
            </a: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n</a:t>
            </a:r>
            <a:r>
              <a:rPr lang="zh-CN" altLang="en-US" dirty="0"/>
              <a:t>表示用多片</a:t>
            </a:r>
            <a:r>
              <a:rPr lang="en-US" altLang="zh-CN" dirty="0"/>
              <a:t>ALU</a:t>
            </a:r>
            <a:r>
              <a:rPr lang="zh-CN" altLang="en-US" dirty="0"/>
              <a:t>组成更多位数运算器时每片电路的进位输入。如果用</a:t>
            </a:r>
            <a:r>
              <a:rPr lang="en-US" altLang="zh-CN" dirty="0"/>
              <a:t>4</a:t>
            </a:r>
            <a:r>
              <a:rPr lang="zh-CN" altLang="en-US" dirty="0"/>
              <a:t>片</a:t>
            </a:r>
            <a:r>
              <a:rPr lang="en-US" altLang="zh-CN" dirty="0"/>
              <a:t>4</a:t>
            </a:r>
            <a:r>
              <a:rPr lang="zh-CN" altLang="en-US" dirty="0"/>
              <a:t>位</a:t>
            </a:r>
            <a:r>
              <a:rPr lang="en-US" altLang="zh-CN" dirty="0"/>
              <a:t>ALU</a:t>
            </a:r>
            <a:r>
              <a:rPr lang="zh-CN" altLang="en-US" dirty="0"/>
              <a:t>组成一个</a:t>
            </a:r>
            <a:r>
              <a:rPr lang="en-US" altLang="zh-CN" dirty="0"/>
              <a:t>16</a:t>
            </a:r>
            <a:r>
              <a:rPr lang="zh-CN" altLang="en-US" dirty="0"/>
              <a:t>位运算器，</a:t>
            </a:r>
            <a:r>
              <a:rPr lang="en-US" altLang="zh-CN" dirty="0"/>
              <a:t>n</a:t>
            </a:r>
            <a:r>
              <a:rPr lang="zh-CN" altLang="en-US" dirty="0"/>
              <a:t>＝</a:t>
            </a:r>
            <a:r>
              <a:rPr lang="en-US" altLang="zh-CN" dirty="0"/>
              <a:t>0</a:t>
            </a:r>
            <a:r>
              <a:rPr lang="zh-CN" altLang="en-US" dirty="0"/>
              <a:t>、</a:t>
            </a:r>
            <a:r>
              <a:rPr lang="en-US" altLang="zh-CN" dirty="0"/>
              <a:t>4</a:t>
            </a:r>
            <a:r>
              <a:rPr lang="zh-CN" altLang="en-US" dirty="0"/>
              <a:t>、</a:t>
            </a:r>
            <a:r>
              <a:rPr lang="en-US" altLang="zh-CN" dirty="0"/>
              <a:t>8</a:t>
            </a:r>
            <a:r>
              <a:rPr lang="zh-CN" altLang="en-US" dirty="0"/>
              <a:t>、</a:t>
            </a:r>
            <a:r>
              <a:rPr lang="en-US" altLang="zh-CN" dirty="0"/>
              <a:t>12</a:t>
            </a:r>
          </a:p>
        </p:txBody>
      </p:sp>
      <p:sp>
        <p:nvSpPr>
          <p:cNvPr id="844802" name="Rectangle 2">
            <a:extLst>
              <a:ext uri="{FF2B5EF4-FFF2-40B4-BE49-F238E27FC236}">
                <a16:creationId xmlns:a16="http://schemas.microsoft.com/office/drawing/2014/main" id="{04177606-C920-4115-8742-C4466DE7303F}"/>
              </a:ext>
            </a:extLst>
          </p:cNvPr>
          <p:cNvSpPr>
            <a:spLocks noGrp="1" noChangeArrowheads="1"/>
          </p:cNvSpPr>
          <p:nvPr>
            <p:ph type="title"/>
          </p:nvPr>
        </p:nvSpPr>
        <p:spPr/>
        <p:txBody>
          <a:bodyPr/>
          <a:lstStyle/>
          <a:p>
            <a:pPr eaLnBrk="1" hangingPunct="1"/>
            <a:r>
              <a:rPr lang="zh-CN" altLang="en-US"/>
              <a:t>算术</a:t>
            </a:r>
            <a:r>
              <a:rPr lang="en-US" altLang="zh-CN"/>
              <a:t>/</a:t>
            </a:r>
            <a:r>
              <a:rPr lang="zh-CN" altLang="en-US"/>
              <a:t>逻辑运算单元</a:t>
            </a:r>
            <a:r>
              <a:rPr lang="en-US" altLang="zh-CN"/>
              <a:t>ALU</a:t>
            </a:r>
            <a:r>
              <a:rPr lang="zh-CN" altLang="en-US"/>
              <a:t>（</a:t>
            </a:r>
            <a:r>
              <a:rPr lang="en-US" altLang="zh-CN"/>
              <a:t>2</a:t>
            </a:r>
            <a:r>
              <a:rPr lang="zh-CN" altLang="en-US"/>
              <a:t>）</a:t>
            </a:r>
          </a:p>
        </p:txBody>
      </p:sp>
    </p:spTree>
  </p:cSld>
  <p:clrMapOvr>
    <a:masterClrMapping/>
  </p:clrMapOvr>
  <p:transition spd="med">
    <p:pull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826" name="Rectangle 2">
            <a:extLst>
              <a:ext uri="{FF2B5EF4-FFF2-40B4-BE49-F238E27FC236}">
                <a16:creationId xmlns:a16="http://schemas.microsoft.com/office/drawing/2014/main" id="{DBB0617E-A671-43AF-B8F9-D4BF2F88EEE4}"/>
              </a:ext>
            </a:extLst>
          </p:cNvPr>
          <p:cNvSpPr>
            <a:spLocks noGrp="1" noChangeArrowheads="1"/>
          </p:cNvSpPr>
          <p:nvPr>
            <p:ph type="title"/>
          </p:nvPr>
        </p:nvSpPr>
        <p:spPr>
          <a:xfrm>
            <a:off x="23812" y="252413"/>
            <a:ext cx="9109075" cy="762000"/>
          </a:xfrm>
        </p:spPr>
        <p:txBody>
          <a:bodyPr/>
          <a:lstStyle/>
          <a:p>
            <a:pPr eaLnBrk="1" hangingPunct="1"/>
            <a:r>
              <a:rPr lang="zh-CN" altLang="en-US" dirty="0"/>
              <a:t>算术</a:t>
            </a:r>
            <a:r>
              <a:rPr lang="en-US" altLang="zh-CN" dirty="0"/>
              <a:t>/</a:t>
            </a:r>
            <a:r>
              <a:rPr lang="zh-CN" altLang="en-US" dirty="0"/>
              <a:t>逻辑运算单元</a:t>
            </a:r>
            <a:r>
              <a:rPr lang="en-US" altLang="zh-CN" dirty="0"/>
              <a:t>ALU</a:t>
            </a:r>
            <a:r>
              <a:rPr lang="zh-CN" altLang="en-US" dirty="0"/>
              <a:t>逻辑表达式</a:t>
            </a:r>
          </a:p>
        </p:txBody>
      </p:sp>
      <p:sp>
        <p:nvSpPr>
          <p:cNvPr id="76802" name="Rectangle 3">
            <a:extLst>
              <a:ext uri="{FF2B5EF4-FFF2-40B4-BE49-F238E27FC236}">
                <a16:creationId xmlns:a16="http://schemas.microsoft.com/office/drawing/2014/main" id="{19001543-9AA3-4C01-A6E3-82D6FD34315E}"/>
              </a:ext>
            </a:extLst>
          </p:cNvPr>
          <p:cNvSpPr>
            <a:spLocks noGrp="1" noChangeArrowheads="1"/>
          </p:cNvSpPr>
          <p:nvPr>
            <p:ph type="body" sz="half" idx="1"/>
          </p:nvPr>
        </p:nvSpPr>
        <p:spPr>
          <a:xfrm>
            <a:off x="196850" y="1143000"/>
            <a:ext cx="8763000" cy="5400675"/>
          </a:xfrm>
        </p:spPr>
        <p:txBody>
          <a:bodyPr/>
          <a:lstStyle/>
          <a:p>
            <a:pPr eaLnBrk="1" hangingPunct="1"/>
            <a:r>
              <a:rPr lang="en-US" altLang="zh-CN" sz="2800" dirty="0"/>
              <a:t>X</a:t>
            </a:r>
            <a:r>
              <a:rPr lang="en-US" altLang="zh-CN" sz="2800" baseline="-25000" dirty="0"/>
              <a:t>i</a:t>
            </a:r>
            <a:r>
              <a:rPr lang="zh-CN" altLang="en-US" sz="2800" dirty="0"/>
              <a:t>、</a:t>
            </a:r>
            <a:r>
              <a:rPr lang="en-US" altLang="zh-CN" sz="2800" dirty="0"/>
              <a:t>Y</a:t>
            </a:r>
            <a:r>
              <a:rPr lang="en-US" altLang="zh-CN" sz="2800" baseline="-25000" dirty="0"/>
              <a:t>i</a:t>
            </a:r>
            <a:r>
              <a:rPr lang="zh-CN" altLang="en-US" sz="2800" dirty="0"/>
              <a:t>与控制参数和输入量的关系</a:t>
            </a:r>
          </a:p>
          <a:p>
            <a:pPr eaLnBrk="1" hangingPunct="1"/>
            <a:endParaRPr lang="zh-CN" altLang="en-US" sz="2800" dirty="0"/>
          </a:p>
          <a:p>
            <a:pPr eaLnBrk="1" hangingPunct="1"/>
            <a:endParaRPr lang="zh-CN" altLang="en-US" sz="2800" dirty="0"/>
          </a:p>
          <a:p>
            <a:pPr eaLnBrk="1" hangingPunct="1"/>
            <a:endParaRPr lang="zh-CN" altLang="en-US" sz="2800" dirty="0"/>
          </a:p>
          <a:p>
            <a:pPr eaLnBrk="1" hangingPunct="1"/>
            <a:endParaRPr lang="zh-CN" altLang="en-US" sz="2800" dirty="0"/>
          </a:p>
          <a:p>
            <a:pPr eaLnBrk="1" hangingPunct="1"/>
            <a:endParaRPr lang="zh-CN" altLang="en-US" sz="2800" dirty="0"/>
          </a:p>
          <a:p>
            <a:pPr eaLnBrk="1" hangingPunct="1">
              <a:buFont typeface="Wingdings 2" panose="05020102010507070707" pitchFamily="18" charset="2"/>
              <a:buNone/>
            </a:pPr>
            <a:r>
              <a:rPr kumimoji="0" lang="en-US" altLang="zh-CN" sz="2400" dirty="0"/>
              <a:t>   X</a:t>
            </a:r>
            <a:r>
              <a:rPr kumimoji="0" lang="en-US" altLang="zh-CN" sz="2400" baseline="-25000" dirty="0"/>
              <a:t>i</a:t>
            </a:r>
            <a:r>
              <a:rPr kumimoji="0" lang="zh-CN" altLang="en-US" sz="2400" dirty="0"/>
              <a:t>＝</a:t>
            </a:r>
            <a:r>
              <a:rPr kumimoji="0" lang="en-US" altLang="zh-CN" sz="2400" dirty="0"/>
              <a:t>S</a:t>
            </a:r>
            <a:r>
              <a:rPr kumimoji="0" lang="en-US" altLang="zh-CN" sz="2400" baseline="-25000" dirty="0"/>
              <a:t>2</a:t>
            </a:r>
            <a:r>
              <a:rPr kumimoji="0" lang="en-US" altLang="zh-CN" sz="2400" dirty="0"/>
              <a:t>S</a:t>
            </a:r>
            <a:r>
              <a:rPr kumimoji="0" lang="en-US" altLang="zh-CN" sz="2400" baseline="-25000" dirty="0"/>
              <a:t>3</a:t>
            </a:r>
            <a:r>
              <a:rPr kumimoji="0" lang="zh-CN" altLang="en-US" sz="2400" dirty="0"/>
              <a:t>＋</a:t>
            </a:r>
            <a:r>
              <a:rPr kumimoji="0" lang="en-US" altLang="zh-CN" sz="2400" dirty="0"/>
              <a:t>S</a:t>
            </a:r>
            <a:r>
              <a:rPr kumimoji="0" lang="en-US" altLang="zh-CN" sz="2400" baseline="-25000" dirty="0"/>
              <a:t>2</a:t>
            </a:r>
            <a:r>
              <a:rPr kumimoji="0" lang="en-US" altLang="zh-CN" sz="2400" dirty="0"/>
              <a:t>S</a:t>
            </a:r>
            <a:r>
              <a:rPr kumimoji="0" lang="en-US" altLang="zh-CN" sz="2400" baseline="-25000" dirty="0"/>
              <a:t>3</a:t>
            </a:r>
            <a:r>
              <a:rPr kumimoji="0" lang="en-US" altLang="zh-CN" sz="2400" dirty="0"/>
              <a:t>(A</a:t>
            </a:r>
            <a:r>
              <a:rPr kumimoji="0" lang="en-US" altLang="zh-CN" sz="2400" baseline="-25000" dirty="0"/>
              <a:t>i</a:t>
            </a:r>
            <a:r>
              <a:rPr kumimoji="0" lang="zh-CN" altLang="en-US" sz="2400" dirty="0"/>
              <a:t>＋</a:t>
            </a:r>
            <a:r>
              <a:rPr kumimoji="0" lang="en-US" altLang="zh-CN" sz="2400" dirty="0"/>
              <a:t>B</a:t>
            </a:r>
            <a:r>
              <a:rPr kumimoji="0" lang="en-US" altLang="zh-CN" sz="2400" baseline="-25000" dirty="0"/>
              <a:t>i</a:t>
            </a:r>
            <a:r>
              <a:rPr kumimoji="0" lang="en-US" altLang="zh-CN" sz="2400" dirty="0"/>
              <a:t>)</a:t>
            </a:r>
            <a:r>
              <a:rPr kumimoji="0" lang="zh-CN" altLang="en-US" sz="2400" dirty="0"/>
              <a:t>＋</a:t>
            </a:r>
            <a:r>
              <a:rPr kumimoji="0" lang="en-US" altLang="zh-CN" sz="2400" dirty="0"/>
              <a:t>S</a:t>
            </a:r>
            <a:r>
              <a:rPr kumimoji="0" lang="en-US" altLang="zh-CN" sz="2400" baseline="-25000" dirty="0"/>
              <a:t>2</a:t>
            </a:r>
            <a:r>
              <a:rPr kumimoji="0" lang="en-US" altLang="zh-CN" sz="2400" dirty="0"/>
              <a:t>S</a:t>
            </a:r>
            <a:r>
              <a:rPr kumimoji="0" lang="en-US" altLang="zh-CN" sz="2400" baseline="-25000" dirty="0"/>
              <a:t>3</a:t>
            </a:r>
            <a:r>
              <a:rPr kumimoji="0" lang="en-US" altLang="zh-CN" sz="2400" dirty="0"/>
              <a:t>(A</a:t>
            </a:r>
            <a:r>
              <a:rPr kumimoji="0" lang="en-US" altLang="zh-CN" sz="2400" baseline="-25000" dirty="0"/>
              <a:t>i</a:t>
            </a:r>
            <a:r>
              <a:rPr kumimoji="0" lang="zh-CN" altLang="en-US" sz="2400" dirty="0"/>
              <a:t>＋</a:t>
            </a:r>
            <a:r>
              <a:rPr kumimoji="0" lang="en-US" altLang="zh-CN" sz="2400" dirty="0"/>
              <a:t>B</a:t>
            </a:r>
            <a:r>
              <a:rPr kumimoji="0" lang="en-US" altLang="zh-CN" sz="2400" baseline="-25000" dirty="0"/>
              <a:t>i</a:t>
            </a:r>
            <a:r>
              <a:rPr kumimoji="0" lang="en-US" altLang="zh-CN" sz="2400" dirty="0"/>
              <a:t>)</a:t>
            </a:r>
            <a:r>
              <a:rPr kumimoji="0" lang="zh-CN" altLang="en-US" sz="2400" dirty="0"/>
              <a:t>＋</a:t>
            </a:r>
            <a:r>
              <a:rPr kumimoji="0" lang="en-US" altLang="zh-CN" sz="2400" dirty="0"/>
              <a:t>S</a:t>
            </a:r>
            <a:r>
              <a:rPr kumimoji="0" lang="en-US" altLang="zh-CN" sz="2400" baseline="-25000" dirty="0"/>
              <a:t>2</a:t>
            </a:r>
            <a:r>
              <a:rPr kumimoji="0" lang="en-US" altLang="zh-CN" sz="2400" dirty="0"/>
              <a:t>S</a:t>
            </a:r>
            <a:r>
              <a:rPr kumimoji="0" lang="en-US" altLang="zh-CN" sz="2400" baseline="-25000" dirty="0"/>
              <a:t>3</a:t>
            </a:r>
            <a:r>
              <a:rPr kumimoji="0" lang="en-US" altLang="zh-CN" sz="2400" dirty="0"/>
              <a:t>A</a:t>
            </a:r>
            <a:r>
              <a:rPr kumimoji="0" lang="en-US" altLang="zh-CN" sz="2400" baseline="-25000" dirty="0"/>
              <a:t>i</a:t>
            </a:r>
          </a:p>
          <a:p>
            <a:pPr eaLnBrk="1" hangingPunct="1">
              <a:buFont typeface="Wingdings 2" panose="05020102010507070707" pitchFamily="18" charset="2"/>
              <a:buNone/>
            </a:pPr>
            <a:r>
              <a:rPr kumimoji="0" lang="en-US" altLang="zh-CN" sz="2400" dirty="0"/>
              <a:t>      </a:t>
            </a:r>
            <a:r>
              <a:rPr kumimoji="0" lang="zh-CN" altLang="en-US" sz="2400" dirty="0"/>
              <a:t>＝</a:t>
            </a:r>
            <a:r>
              <a:rPr kumimoji="0" lang="en-US" altLang="zh-CN" sz="2400" dirty="0"/>
              <a:t>S</a:t>
            </a:r>
            <a:r>
              <a:rPr kumimoji="0" lang="en-US" altLang="zh-CN" sz="2400" baseline="-25000" dirty="0"/>
              <a:t>3</a:t>
            </a:r>
            <a:r>
              <a:rPr kumimoji="0" lang="en-US" altLang="zh-CN" sz="2400" dirty="0"/>
              <a:t>A</a:t>
            </a:r>
            <a:r>
              <a:rPr kumimoji="0" lang="en-US" altLang="zh-CN" sz="2400" baseline="-25000" dirty="0"/>
              <a:t>i</a:t>
            </a:r>
            <a:r>
              <a:rPr kumimoji="0" lang="en-US" altLang="zh-CN" sz="2400" dirty="0"/>
              <a:t>B</a:t>
            </a:r>
            <a:r>
              <a:rPr kumimoji="0" lang="en-US" altLang="zh-CN" sz="2400" baseline="-25000" dirty="0"/>
              <a:t>i</a:t>
            </a:r>
            <a:r>
              <a:rPr kumimoji="0" lang="zh-CN" altLang="en-US" sz="2400" dirty="0"/>
              <a:t>＋</a:t>
            </a:r>
            <a:r>
              <a:rPr kumimoji="0" lang="en-US" altLang="zh-CN" sz="2400" dirty="0"/>
              <a:t>S</a:t>
            </a:r>
            <a:r>
              <a:rPr kumimoji="0" lang="en-US" altLang="zh-CN" sz="2400" baseline="-25000" dirty="0"/>
              <a:t>2</a:t>
            </a:r>
            <a:r>
              <a:rPr kumimoji="0" lang="en-US" altLang="zh-CN" sz="2400" dirty="0"/>
              <a:t>A</a:t>
            </a:r>
            <a:r>
              <a:rPr kumimoji="0" lang="en-US" altLang="zh-CN" sz="2400" baseline="-25000" dirty="0"/>
              <a:t>i</a:t>
            </a:r>
            <a:r>
              <a:rPr kumimoji="0" lang="en-US" altLang="zh-CN" sz="2400" dirty="0"/>
              <a:t>B</a:t>
            </a:r>
            <a:r>
              <a:rPr kumimoji="0" lang="en-US" altLang="zh-CN" sz="2400" baseline="-25000" dirty="0"/>
              <a:t>i</a:t>
            </a:r>
          </a:p>
          <a:p>
            <a:pPr eaLnBrk="1" hangingPunct="1">
              <a:buFont typeface="Wingdings 2" panose="05020102010507070707" pitchFamily="18" charset="2"/>
              <a:buNone/>
            </a:pPr>
            <a:r>
              <a:rPr kumimoji="0" lang="en-US" altLang="zh-CN" sz="2400" dirty="0"/>
              <a:t>   Y</a:t>
            </a:r>
            <a:r>
              <a:rPr kumimoji="0" lang="en-US" altLang="zh-CN" sz="2400" baseline="-25000" dirty="0"/>
              <a:t>i</a:t>
            </a:r>
            <a:r>
              <a:rPr kumimoji="0" lang="zh-CN" altLang="en-US" sz="2400" dirty="0"/>
              <a:t>＝</a:t>
            </a:r>
            <a:r>
              <a:rPr kumimoji="0" lang="en-US" altLang="zh-CN" sz="2400" dirty="0"/>
              <a:t>S</a:t>
            </a:r>
            <a:r>
              <a:rPr kumimoji="0" lang="en-US" altLang="zh-CN" sz="2400" baseline="-25000" dirty="0"/>
              <a:t>0</a:t>
            </a:r>
            <a:r>
              <a:rPr kumimoji="0" lang="en-US" altLang="zh-CN" sz="2400" dirty="0"/>
              <a:t>S</a:t>
            </a:r>
            <a:r>
              <a:rPr kumimoji="0" lang="en-US" altLang="zh-CN" sz="2400" baseline="-25000" dirty="0"/>
              <a:t>1</a:t>
            </a:r>
            <a:r>
              <a:rPr kumimoji="0" lang="en-US" altLang="zh-CN" sz="2400" dirty="0"/>
              <a:t>A</a:t>
            </a:r>
            <a:r>
              <a:rPr kumimoji="0" lang="en-US" altLang="zh-CN" sz="2400" baseline="-25000" dirty="0"/>
              <a:t>i</a:t>
            </a:r>
            <a:r>
              <a:rPr kumimoji="0" lang="zh-CN" altLang="en-US" sz="2400" dirty="0"/>
              <a:t>＋</a:t>
            </a:r>
            <a:r>
              <a:rPr kumimoji="0" lang="en-US" altLang="zh-CN" sz="2400" dirty="0"/>
              <a:t>S</a:t>
            </a:r>
            <a:r>
              <a:rPr kumimoji="0" lang="en-US" altLang="zh-CN" sz="2400" baseline="-25000" dirty="0"/>
              <a:t>0</a:t>
            </a:r>
            <a:r>
              <a:rPr kumimoji="0" lang="en-US" altLang="zh-CN" sz="2400" dirty="0"/>
              <a:t>S</a:t>
            </a:r>
            <a:r>
              <a:rPr kumimoji="0" lang="en-US" altLang="zh-CN" sz="2400" baseline="-25000" dirty="0"/>
              <a:t>1</a:t>
            </a:r>
            <a:r>
              <a:rPr kumimoji="0" lang="en-US" altLang="zh-CN" sz="2400" dirty="0"/>
              <a:t>A</a:t>
            </a:r>
            <a:r>
              <a:rPr kumimoji="0" lang="en-US" altLang="zh-CN" sz="2400" baseline="-25000" dirty="0"/>
              <a:t>i</a:t>
            </a:r>
            <a:r>
              <a:rPr kumimoji="0" lang="en-US" altLang="zh-CN" sz="2400" dirty="0"/>
              <a:t>B</a:t>
            </a:r>
            <a:r>
              <a:rPr kumimoji="0" lang="en-US" altLang="zh-CN" sz="2400" baseline="-25000" dirty="0"/>
              <a:t>i</a:t>
            </a:r>
            <a:r>
              <a:rPr kumimoji="0" lang="zh-CN" altLang="en-US" sz="2400" dirty="0"/>
              <a:t>＋</a:t>
            </a:r>
            <a:r>
              <a:rPr kumimoji="0" lang="en-US" altLang="zh-CN" sz="2400" dirty="0"/>
              <a:t>S</a:t>
            </a:r>
            <a:r>
              <a:rPr kumimoji="0" lang="en-US" altLang="zh-CN" sz="2400" baseline="-25000" dirty="0"/>
              <a:t>0</a:t>
            </a:r>
            <a:r>
              <a:rPr kumimoji="0" lang="en-US" altLang="zh-CN" sz="2400" dirty="0"/>
              <a:t>S</a:t>
            </a:r>
            <a:r>
              <a:rPr kumimoji="0" lang="en-US" altLang="zh-CN" sz="2400" baseline="-25000" dirty="0"/>
              <a:t>1</a:t>
            </a:r>
            <a:r>
              <a:rPr kumimoji="0" lang="en-US" altLang="zh-CN" sz="2400" dirty="0"/>
              <a:t>A</a:t>
            </a:r>
            <a:r>
              <a:rPr kumimoji="0" lang="en-US" altLang="zh-CN" sz="2400" baseline="-25000" dirty="0"/>
              <a:t>i</a:t>
            </a:r>
            <a:r>
              <a:rPr kumimoji="0" lang="en-US" altLang="zh-CN" sz="2400" dirty="0"/>
              <a:t>B</a:t>
            </a:r>
            <a:r>
              <a:rPr kumimoji="0" lang="en-US" altLang="zh-CN" sz="2400" baseline="-25000" dirty="0"/>
              <a:t>i</a:t>
            </a:r>
          </a:p>
          <a:p>
            <a:pPr eaLnBrk="1" hangingPunct="1">
              <a:buFont typeface="Wingdings 2" panose="05020102010507070707" pitchFamily="18" charset="2"/>
              <a:buNone/>
            </a:pPr>
            <a:r>
              <a:rPr kumimoji="0" lang="en-US" altLang="zh-CN" sz="2400" dirty="0"/>
              <a:t>      </a:t>
            </a:r>
            <a:r>
              <a:rPr kumimoji="0" lang="zh-CN" altLang="en-US" sz="2400" dirty="0"/>
              <a:t>＝</a:t>
            </a:r>
            <a:r>
              <a:rPr kumimoji="0" lang="en-US" altLang="zh-CN" sz="2400" dirty="0"/>
              <a:t>A</a:t>
            </a:r>
            <a:r>
              <a:rPr kumimoji="0" lang="en-US" altLang="zh-CN" sz="2400" baseline="-25000" dirty="0"/>
              <a:t>i</a:t>
            </a:r>
            <a:r>
              <a:rPr kumimoji="0" lang="zh-CN" altLang="en-US" sz="2400" dirty="0"/>
              <a:t>＋</a:t>
            </a:r>
            <a:r>
              <a:rPr kumimoji="0" lang="en-US" altLang="zh-CN" sz="2400" dirty="0"/>
              <a:t>S</a:t>
            </a:r>
            <a:r>
              <a:rPr kumimoji="0" lang="en-US" altLang="zh-CN" sz="2400" baseline="-25000" dirty="0"/>
              <a:t>0</a:t>
            </a:r>
            <a:r>
              <a:rPr kumimoji="0" lang="en-US" altLang="zh-CN" sz="2400" dirty="0"/>
              <a:t>B</a:t>
            </a:r>
            <a:r>
              <a:rPr kumimoji="0" lang="en-US" altLang="zh-CN" sz="2400" baseline="-25000" dirty="0"/>
              <a:t>i</a:t>
            </a:r>
            <a:r>
              <a:rPr kumimoji="0" lang="zh-CN" altLang="en-US" sz="2400" dirty="0"/>
              <a:t>＋</a:t>
            </a:r>
            <a:r>
              <a:rPr kumimoji="0" lang="en-US" altLang="zh-CN" sz="2400" dirty="0" err="1"/>
              <a:t>S</a:t>
            </a:r>
            <a:r>
              <a:rPr kumimoji="0" lang="en-US" altLang="zh-CN" sz="2400" baseline="-25000" dirty="0" err="1"/>
              <a:t>i</a:t>
            </a:r>
            <a:r>
              <a:rPr kumimoji="0" lang="en-US" altLang="zh-CN" sz="2400" dirty="0" err="1"/>
              <a:t>B</a:t>
            </a:r>
            <a:r>
              <a:rPr kumimoji="0" lang="en-US" altLang="zh-CN" sz="2400" baseline="-25000" dirty="0" err="1"/>
              <a:t>i</a:t>
            </a:r>
            <a:endParaRPr kumimoji="0" lang="en-US" altLang="zh-CN" sz="2400" baseline="-25000" dirty="0"/>
          </a:p>
          <a:p>
            <a:pPr eaLnBrk="1" hangingPunct="1">
              <a:buFont typeface="Wingdings 2" panose="05020102010507070707" pitchFamily="18" charset="2"/>
              <a:buNone/>
            </a:pPr>
            <a:r>
              <a:rPr kumimoji="0" lang="en-US" altLang="zh-CN" sz="2400" dirty="0"/>
              <a:t>  X</a:t>
            </a:r>
            <a:r>
              <a:rPr kumimoji="0" lang="en-US" altLang="zh-CN" sz="2400" baseline="-25000" dirty="0"/>
              <a:t>i</a:t>
            </a:r>
            <a:r>
              <a:rPr kumimoji="0" lang="en-US" altLang="zh-CN" sz="2400" dirty="0"/>
              <a:t> Y</a:t>
            </a:r>
            <a:r>
              <a:rPr kumimoji="0" lang="en-US" altLang="zh-CN" sz="2400" baseline="-25000" dirty="0"/>
              <a:t>i</a:t>
            </a:r>
            <a:r>
              <a:rPr kumimoji="0" lang="zh-CN" altLang="en-US" sz="2400" dirty="0"/>
              <a:t>＝</a:t>
            </a:r>
            <a:r>
              <a:rPr kumimoji="0" lang="en-US" altLang="zh-CN" sz="2400" dirty="0"/>
              <a:t>Y</a:t>
            </a:r>
            <a:r>
              <a:rPr kumimoji="0" lang="en-US" altLang="zh-CN" sz="2400" baseline="-25000" dirty="0"/>
              <a:t>i   </a:t>
            </a:r>
            <a:r>
              <a:rPr kumimoji="0" lang="en-US" altLang="zh-CN" sz="2400" dirty="0">
                <a:sym typeface="Symbol" panose="05050102010706020507" pitchFamily="18" charset="2"/>
              </a:rPr>
              <a:t>  </a:t>
            </a:r>
            <a:r>
              <a:rPr kumimoji="0" lang="en-US" altLang="zh-CN" sz="2400" dirty="0"/>
              <a:t>C</a:t>
            </a:r>
            <a:r>
              <a:rPr kumimoji="0" lang="en-US" altLang="zh-CN" sz="2400" baseline="-25000" dirty="0"/>
              <a:t>n+i+1</a:t>
            </a:r>
            <a:r>
              <a:rPr kumimoji="0" lang="en-US" altLang="zh-CN" sz="2400" dirty="0"/>
              <a:t>=</a:t>
            </a:r>
            <a:r>
              <a:rPr kumimoji="0" lang="en-US" altLang="zh-CN" sz="2400" dirty="0" err="1"/>
              <a:t>Y</a:t>
            </a:r>
            <a:r>
              <a:rPr kumimoji="0" lang="en-US" altLang="zh-CN" sz="2400" baseline="-25000" dirty="0" err="1"/>
              <a:t>i</a:t>
            </a:r>
            <a:r>
              <a:rPr kumimoji="0" lang="en-US" altLang="zh-CN" sz="2400" dirty="0" err="1"/>
              <a:t>+X</a:t>
            </a:r>
            <a:r>
              <a:rPr kumimoji="0" lang="en-US" altLang="zh-CN" sz="2400" baseline="-25000" dirty="0" err="1"/>
              <a:t>i</a:t>
            </a:r>
            <a:r>
              <a:rPr kumimoji="0" lang="en-US" altLang="zh-CN" sz="2400" dirty="0" err="1"/>
              <a:t>C</a:t>
            </a:r>
            <a:r>
              <a:rPr kumimoji="0" lang="en-US" altLang="zh-CN" sz="2400" baseline="-25000" dirty="0" err="1"/>
              <a:t>n+i</a:t>
            </a:r>
            <a:endParaRPr kumimoji="0" lang="en-US" altLang="zh-CN" sz="2400" baseline="-25000" dirty="0"/>
          </a:p>
        </p:txBody>
      </p:sp>
      <p:graphicFrame>
        <p:nvGraphicFramePr>
          <p:cNvPr id="845871" name="Group 47">
            <a:extLst>
              <a:ext uri="{FF2B5EF4-FFF2-40B4-BE49-F238E27FC236}">
                <a16:creationId xmlns:a16="http://schemas.microsoft.com/office/drawing/2014/main" id="{D0A11B09-CD21-49C2-B8CA-D5195AE19D37}"/>
              </a:ext>
            </a:extLst>
          </p:cNvPr>
          <p:cNvGraphicFramePr>
            <a:graphicFrameLocks noGrp="1"/>
          </p:cNvGraphicFramePr>
          <p:nvPr>
            <p:ph sz="half" idx="2"/>
            <p:extLst>
              <p:ext uri="{D42A27DB-BD31-4B8C-83A1-F6EECF244321}">
                <p14:modId xmlns:p14="http://schemas.microsoft.com/office/powerpoint/2010/main" val="2687687615"/>
              </p:ext>
            </p:extLst>
          </p:nvPr>
        </p:nvGraphicFramePr>
        <p:xfrm>
          <a:off x="1063345" y="1682604"/>
          <a:ext cx="6902450" cy="2429021"/>
        </p:xfrm>
        <a:graphic>
          <a:graphicData uri="http://schemas.openxmlformats.org/drawingml/2006/table">
            <a:tbl>
              <a:tblPr/>
              <a:tblGrid>
                <a:gridCol w="1725612">
                  <a:extLst>
                    <a:ext uri="{9D8B030D-6E8A-4147-A177-3AD203B41FA5}">
                      <a16:colId xmlns:a16="http://schemas.microsoft.com/office/drawing/2014/main" val="20000"/>
                    </a:ext>
                  </a:extLst>
                </a:gridCol>
                <a:gridCol w="1725613">
                  <a:extLst>
                    <a:ext uri="{9D8B030D-6E8A-4147-A177-3AD203B41FA5}">
                      <a16:colId xmlns:a16="http://schemas.microsoft.com/office/drawing/2014/main" val="20001"/>
                    </a:ext>
                  </a:extLst>
                </a:gridCol>
                <a:gridCol w="1725612">
                  <a:extLst>
                    <a:ext uri="{9D8B030D-6E8A-4147-A177-3AD203B41FA5}">
                      <a16:colId xmlns:a16="http://schemas.microsoft.com/office/drawing/2014/main" val="20002"/>
                    </a:ext>
                  </a:extLst>
                </a:gridCol>
                <a:gridCol w="1725613">
                  <a:extLst>
                    <a:ext uri="{9D8B030D-6E8A-4147-A177-3AD203B41FA5}">
                      <a16:colId xmlns:a16="http://schemas.microsoft.com/office/drawing/2014/main" val="20003"/>
                    </a:ext>
                  </a:extLst>
                </a:gridCol>
              </a:tblGrid>
              <a:tr h="591581">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S</a:t>
                      </a:r>
                      <a:r>
                        <a:rPr kumimoji="1" lang="en-US" altLang="zh-CN" sz="2400" b="1" i="0" u="none" strike="noStrike" cap="none" normalizeH="0" baseline="-25000">
                          <a:ln>
                            <a:noFill/>
                          </a:ln>
                          <a:solidFill>
                            <a:schemeClr val="tx1"/>
                          </a:solidFill>
                          <a:effectLst/>
                          <a:latin typeface="Times New Roman" pitchFamily="18" charset="0"/>
                          <a:ea typeface="楷体_GB2312" pitchFamily="49" charset="-122"/>
                        </a:rPr>
                        <a:t>0</a:t>
                      </a: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 S</a:t>
                      </a:r>
                      <a:r>
                        <a:rPr kumimoji="1" lang="en-US" altLang="zh-CN" sz="2400" b="1" i="0" u="none" strike="noStrike" cap="none" normalizeH="0" baseline="-25000">
                          <a:ln>
                            <a:noFill/>
                          </a:ln>
                          <a:solidFill>
                            <a:schemeClr val="tx1"/>
                          </a:solidFill>
                          <a:effectLst/>
                          <a:latin typeface="Times New Roman" pitchFamily="18" charset="0"/>
                          <a:ea typeface="楷体_GB2312" pitchFamily="49" charset="-122"/>
                        </a:rPr>
                        <a:t>1</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Y</a:t>
                      </a:r>
                      <a:r>
                        <a:rPr kumimoji="1" lang="en-US" altLang="zh-CN" sz="2400" b="1" i="0" u="none" strike="noStrike" cap="none" normalizeH="0" baseline="-25000">
                          <a:ln>
                            <a:noFill/>
                          </a:ln>
                          <a:solidFill>
                            <a:schemeClr val="tx1"/>
                          </a:solidFill>
                          <a:effectLst/>
                          <a:latin typeface="Times New Roman" pitchFamily="18" charset="0"/>
                          <a:ea typeface="楷体_GB2312" pitchFamily="49" charset="-122"/>
                        </a:rPr>
                        <a:t>i</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S</a:t>
                      </a:r>
                      <a:r>
                        <a:rPr kumimoji="1" lang="en-US" altLang="zh-CN" sz="2400" b="1" i="0" u="none" strike="noStrike" cap="none" normalizeH="0" baseline="-25000">
                          <a:ln>
                            <a:noFill/>
                          </a:ln>
                          <a:solidFill>
                            <a:schemeClr val="tx1"/>
                          </a:solidFill>
                          <a:effectLst/>
                          <a:latin typeface="Times New Roman" pitchFamily="18" charset="0"/>
                          <a:ea typeface="楷体_GB2312" pitchFamily="49" charset="-122"/>
                        </a:rPr>
                        <a:t>2</a:t>
                      </a: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 S</a:t>
                      </a:r>
                      <a:r>
                        <a:rPr kumimoji="1" lang="en-US" altLang="zh-CN" sz="2400" b="1" i="0" u="none" strike="noStrike" cap="none" normalizeH="0" baseline="-25000">
                          <a:ln>
                            <a:noFill/>
                          </a:ln>
                          <a:solidFill>
                            <a:schemeClr val="tx1"/>
                          </a:solidFill>
                          <a:effectLst/>
                          <a:latin typeface="Times New Roman" pitchFamily="18" charset="0"/>
                          <a:ea typeface="楷体_GB2312" pitchFamily="49" charset="-122"/>
                        </a:rPr>
                        <a:t>3</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X</a:t>
                      </a:r>
                      <a:r>
                        <a:rPr kumimoji="1" lang="en-US" altLang="zh-CN" sz="2400" b="1" i="0" u="none" strike="noStrike" cap="none" normalizeH="0" baseline="-25000">
                          <a:ln>
                            <a:noFill/>
                          </a:ln>
                          <a:solidFill>
                            <a:schemeClr val="tx1"/>
                          </a:solidFill>
                          <a:effectLst/>
                          <a:latin typeface="Times New Roman" pitchFamily="18" charset="0"/>
                          <a:ea typeface="楷体_GB2312" pitchFamily="49" charset="-122"/>
                        </a:rPr>
                        <a:t>i</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1477">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0 0</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A</a:t>
                      </a:r>
                      <a:r>
                        <a:rPr kumimoji="1" lang="en-US" altLang="zh-CN" sz="2400" b="1" i="0" u="none" strike="noStrike" cap="none" normalizeH="0" baseline="-25000">
                          <a:ln>
                            <a:noFill/>
                          </a:ln>
                          <a:solidFill>
                            <a:schemeClr val="tx1"/>
                          </a:solidFill>
                          <a:effectLst/>
                          <a:latin typeface="Times New Roman" pitchFamily="18" charset="0"/>
                          <a:ea typeface="楷体_GB2312" pitchFamily="49" charset="-122"/>
                        </a:rPr>
                        <a:t>i</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0 0</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2994">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0 1</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A</a:t>
                      </a:r>
                      <a:r>
                        <a:rPr kumimoji="1" lang="en-US" altLang="zh-CN" sz="2400" b="1" i="0" u="none" strike="noStrike" cap="none" normalizeH="0" baseline="-25000">
                          <a:ln>
                            <a:noFill/>
                          </a:ln>
                          <a:solidFill>
                            <a:schemeClr val="tx1"/>
                          </a:solidFill>
                          <a:effectLst/>
                          <a:latin typeface="Times New Roman" pitchFamily="18" charset="0"/>
                          <a:ea typeface="楷体_GB2312" pitchFamily="49" charset="-122"/>
                        </a:rPr>
                        <a:t>i</a:t>
                      </a: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B</a:t>
                      </a:r>
                      <a:r>
                        <a:rPr kumimoji="1" lang="en-US" altLang="zh-CN" sz="2400" b="1" i="0" u="none" strike="noStrike" cap="none" normalizeH="0" baseline="-25000">
                          <a:ln>
                            <a:noFill/>
                          </a:ln>
                          <a:solidFill>
                            <a:schemeClr val="tx1"/>
                          </a:solidFill>
                          <a:effectLst/>
                          <a:latin typeface="Times New Roman" pitchFamily="18" charset="0"/>
                          <a:ea typeface="楷体_GB2312" pitchFamily="49" charset="-122"/>
                        </a:rPr>
                        <a:t>i</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0 1</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pPr>
                      <a:r>
                        <a:rPr kumimoji="1" lang="en-US" altLang="zh-CN" sz="2400" b="1" i="0" u="none" strike="noStrike" cap="none" normalizeH="0" baseline="0" dirty="0" err="1">
                          <a:ln>
                            <a:noFill/>
                          </a:ln>
                          <a:solidFill>
                            <a:schemeClr val="tx1"/>
                          </a:solidFill>
                          <a:effectLst/>
                          <a:latin typeface="Times New Roman" pitchFamily="18" charset="0"/>
                          <a:ea typeface="楷体_GB2312" pitchFamily="49" charset="-122"/>
                        </a:rPr>
                        <a:t>A</a:t>
                      </a:r>
                      <a:r>
                        <a:rPr kumimoji="1" lang="en-US" altLang="zh-CN" sz="2400" b="1" i="0" u="none" strike="noStrike" cap="none" normalizeH="0" baseline="-25000" dirty="0" err="1">
                          <a:ln>
                            <a:noFill/>
                          </a:ln>
                          <a:solidFill>
                            <a:schemeClr val="tx1"/>
                          </a:solidFill>
                          <a:effectLst/>
                          <a:latin typeface="Times New Roman" pitchFamily="18" charset="0"/>
                          <a:ea typeface="楷体_GB2312" pitchFamily="49" charset="-122"/>
                        </a:rPr>
                        <a:t>i</a:t>
                      </a:r>
                      <a:r>
                        <a:rPr kumimoji="1" lang="en-US" altLang="zh-CN" sz="2400" b="1" i="0" u="none" strike="noStrike" cap="none" normalizeH="0" baseline="0" dirty="0" err="1">
                          <a:ln>
                            <a:noFill/>
                          </a:ln>
                          <a:solidFill>
                            <a:schemeClr val="tx1"/>
                          </a:solidFill>
                          <a:effectLst/>
                          <a:latin typeface="Times New Roman" pitchFamily="18" charset="0"/>
                          <a:ea typeface="楷体_GB2312" pitchFamily="49" charset="-122"/>
                        </a:rPr>
                        <a:t>+B</a:t>
                      </a:r>
                      <a:r>
                        <a:rPr kumimoji="1" lang="en-US" altLang="zh-CN" sz="2400" b="1" i="0" u="none" strike="noStrike" cap="none" normalizeH="0" baseline="-25000" dirty="0" err="1">
                          <a:ln>
                            <a:noFill/>
                          </a:ln>
                          <a:solidFill>
                            <a:schemeClr val="tx1"/>
                          </a:solidFill>
                          <a:effectLst/>
                          <a:latin typeface="Times New Roman" pitchFamily="18" charset="0"/>
                          <a:ea typeface="楷体_GB2312" pitchFamily="49" charset="-122"/>
                        </a:rPr>
                        <a:t>i</a:t>
                      </a:r>
                      <a:endParaRPr kumimoji="1" lang="en-US" altLang="zh-CN" sz="2400" b="1" i="0" u="none" strike="noStrike" cap="none" normalizeH="0" baseline="-25000" dirty="0">
                        <a:ln>
                          <a:noFill/>
                        </a:ln>
                        <a:solidFill>
                          <a:schemeClr val="tx1"/>
                        </a:solidFill>
                        <a:effectLst/>
                        <a:latin typeface="Times New Roman" pitchFamily="18" charset="0"/>
                        <a:ea typeface="楷体_GB2312" pitchFamily="49"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1477">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1 0</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A</a:t>
                      </a:r>
                      <a:r>
                        <a:rPr kumimoji="1" lang="en-US" altLang="zh-CN" sz="2400" b="1" i="0" u="none" strike="noStrike" cap="none" normalizeH="0" baseline="-25000">
                          <a:ln>
                            <a:noFill/>
                          </a:ln>
                          <a:solidFill>
                            <a:schemeClr val="tx1"/>
                          </a:solidFill>
                          <a:effectLst/>
                          <a:latin typeface="Times New Roman" pitchFamily="18" charset="0"/>
                          <a:ea typeface="楷体_GB2312" pitchFamily="49" charset="-122"/>
                        </a:rPr>
                        <a:t>i</a:t>
                      </a: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B</a:t>
                      </a:r>
                      <a:r>
                        <a:rPr kumimoji="1" lang="en-US" altLang="zh-CN" sz="2400" b="1" i="0" u="none" strike="noStrike" cap="none" normalizeH="0" baseline="-25000">
                          <a:ln>
                            <a:noFill/>
                          </a:ln>
                          <a:solidFill>
                            <a:schemeClr val="tx1"/>
                          </a:solidFill>
                          <a:effectLst/>
                          <a:latin typeface="Times New Roman" pitchFamily="18" charset="0"/>
                          <a:ea typeface="楷体_GB2312" pitchFamily="49" charset="-122"/>
                        </a:rPr>
                        <a:t>i</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1 0</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A</a:t>
                      </a:r>
                      <a:r>
                        <a:rPr kumimoji="1" lang="en-US" altLang="zh-CN" sz="2400" b="1" i="0" u="none" strike="noStrike" cap="none" normalizeH="0" baseline="-25000">
                          <a:ln>
                            <a:noFill/>
                          </a:ln>
                          <a:solidFill>
                            <a:schemeClr val="tx1"/>
                          </a:solidFill>
                          <a:effectLst/>
                          <a:latin typeface="Times New Roman" pitchFamily="18" charset="0"/>
                          <a:ea typeface="楷体_GB2312" pitchFamily="49" charset="-122"/>
                        </a:rPr>
                        <a:t>i</a:t>
                      </a: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+B</a:t>
                      </a:r>
                      <a:r>
                        <a:rPr kumimoji="1" lang="en-US" altLang="zh-CN" sz="2400" b="1" i="0" u="none" strike="noStrike" cap="none" normalizeH="0" baseline="-25000">
                          <a:ln>
                            <a:noFill/>
                          </a:ln>
                          <a:solidFill>
                            <a:schemeClr val="tx1"/>
                          </a:solidFill>
                          <a:effectLst/>
                          <a:latin typeface="Times New Roman" pitchFamily="18" charset="0"/>
                          <a:ea typeface="楷体_GB2312" pitchFamily="49" charset="-122"/>
                        </a:rPr>
                        <a:t>i</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2994">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1 1</a:t>
                      </a:r>
                    </a:p>
                  </a:txBody>
                  <a:tcPr marL="90000" marR="90000" marT="46800" marB="4680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0</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pPr>
                      <a:r>
                        <a:rPr kumimoji="1" lang="en-US" altLang="zh-CN" sz="2400" b="1" i="0" u="none" strike="noStrike" cap="none" normalizeH="0" baseline="0">
                          <a:ln>
                            <a:noFill/>
                          </a:ln>
                          <a:solidFill>
                            <a:schemeClr val="tx1"/>
                          </a:solidFill>
                          <a:effectLst/>
                          <a:latin typeface="Times New Roman" pitchFamily="18" charset="0"/>
                          <a:ea typeface="楷体_GB2312" pitchFamily="49" charset="-122"/>
                        </a:rPr>
                        <a:t>1 1</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CC3300"/>
                        </a:buClr>
                        <a:buSzTx/>
                        <a:buFont typeface="Wingdings 2" pitchFamily="18" charset="2"/>
                        <a:buNone/>
                        <a:tabLst/>
                      </a:pPr>
                      <a:r>
                        <a:rPr kumimoji="1" lang="en-US" altLang="zh-CN" sz="2400" b="1" i="0" u="none" strike="noStrike" cap="none" normalizeH="0" baseline="0" dirty="0">
                          <a:ln>
                            <a:noFill/>
                          </a:ln>
                          <a:solidFill>
                            <a:schemeClr val="tx1"/>
                          </a:solidFill>
                          <a:effectLst/>
                          <a:latin typeface="Times New Roman" pitchFamily="18" charset="0"/>
                          <a:ea typeface="楷体_GB2312" pitchFamily="49" charset="-122"/>
                        </a:rPr>
                        <a:t>A</a:t>
                      </a:r>
                      <a:r>
                        <a:rPr kumimoji="1" lang="en-US" altLang="zh-CN" sz="2400" b="1" i="0" u="none" strike="noStrike" cap="none" normalizeH="0" baseline="-25000" dirty="0">
                          <a:ln>
                            <a:noFill/>
                          </a:ln>
                          <a:solidFill>
                            <a:schemeClr val="tx1"/>
                          </a:solidFill>
                          <a:effectLst/>
                          <a:latin typeface="Times New Roman" pitchFamily="18" charset="0"/>
                          <a:ea typeface="楷体_GB2312" pitchFamily="49" charset="-122"/>
                        </a:rPr>
                        <a:t>i</a:t>
                      </a:r>
                    </a:p>
                  </a:txBody>
                  <a:tcPr marL="90000" marR="90000" marT="46800" marB="4680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6834" name="Line 48">
            <a:extLst>
              <a:ext uri="{FF2B5EF4-FFF2-40B4-BE49-F238E27FC236}">
                <a16:creationId xmlns:a16="http://schemas.microsoft.com/office/drawing/2014/main" id="{23EDA768-1E59-4C6B-AA36-502EBF9D594E}"/>
              </a:ext>
            </a:extLst>
          </p:cNvPr>
          <p:cNvSpPr>
            <a:spLocks noChangeShapeType="1"/>
          </p:cNvSpPr>
          <p:nvPr/>
        </p:nvSpPr>
        <p:spPr bwMode="auto">
          <a:xfrm>
            <a:off x="1066800" y="4222750"/>
            <a:ext cx="130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35" name="Line 49">
            <a:extLst>
              <a:ext uri="{FF2B5EF4-FFF2-40B4-BE49-F238E27FC236}">
                <a16:creationId xmlns:a16="http://schemas.microsoft.com/office/drawing/2014/main" id="{A34EE444-2059-4E60-9079-87AAB3EB1EF1}"/>
              </a:ext>
            </a:extLst>
          </p:cNvPr>
          <p:cNvSpPr>
            <a:spLocks noChangeShapeType="1"/>
          </p:cNvSpPr>
          <p:nvPr/>
        </p:nvSpPr>
        <p:spPr bwMode="auto">
          <a:xfrm>
            <a:off x="1371600" y="4222750"/>
            <a:ext cx="130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36" name="Line 50">
            <a:extLst>
              <a:ext uri="{FF2B5EF4-FFF2-40B4-BE49-F238E27FC236}">
                <a16:creationId xmlns:a16="http://schemas.microsoft.com/office/drawing/2014/main" id="{DC6E2501-32F3-493B-821B-335D1FE6350C}"/>
              </a:ext>
            </a:extLst>
          </p:cNvPr>
          <p:cNvSpPr>
            <a:spLocks noChangeShapeType="1"/>
          </p:cNvSpPr>
          <p:nvPr/>
        </p:nvSpPr>
        <p:spPr bwMode="auto">
          <a:xfrm>
            <a:off x="1958975" y="4222750"/>
            <a:ext cx="130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37" name="Line 51">
            <a:extLst>
              <a:ext uri="{FF2B5EF4-FFF2-40B4-BE49-F238E27FC236}">
                <a16:creationId xmlns:a16="http://schemas.microsoft.com/office/drawing/2014/main" id="{29BD6F0D-D0E1-46F2-96EE-25236042A997}"/>
              </a:ext>
            </a:extLst>
          </p:cNvPr>
          <p:cNvSpPr>
            <a:spLocks noChangeShapeType="1"/>
          </p:cNvSpPr>
          <p:nvPr/>
        </p:nvSpPr>
        <p:spPr bwMode="auto">
          <a:xfrm>
            <a:off x="2606675" y="4216400"/>
            <a:ext cx="130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38" name="Line 52">
            <a:extLst>
              <a:ext uri="{FF2B5EF4-FFF2-40B4-BE49-F238E27FC236}">
                <a16:creationId xmlns:a16="http://schemas.microsoft.com/office/drawing/2014/main" id="{07A29CF0-6C54-4566-91D1-EAAC38BE8E69}"/>
              </a:ext>
            </a:extLst>
          </p:cNvPr>
          <p:cNvSpPr>
            <a:spLocks noChangeShapeType="1"/>
          </p:cNvSpPr>
          <p:nvPr/>
        </p:nvSpPr>
        <p:spPr bwMode="auto">
          <a:xfrm>
            <a:off x="3155950" y="4197350"/>
            <a:ext cx="130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39" name="Line 53">
            <a:extLst>
              <a:ext uri="{FF2B5EF4-FFF2-40B4-BE49-F238E27FC236}">
                <a16:creationId xmlns:a16="http://schemas.microsoft.com/office/drawing/2014/main" id="{1E216106-B945-41F8-8F32-A53C9063FFD1}"/>
              </a:ext>
            </a:extLst>
          </p:cNvPr>
          <p:cNvSpPr>
            <a:spLocks noChangeShapeType="1"/>
          </p:cNvSpPr>
          <p:nvPr/>
        </p:nvSpPr>
        <p:spPr bwMode="auto">
          <a:xfrm>
            <a:off x="4098925" y="4191000"/>
            <a:ext cx="130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40" name="Line 54">
            <a:extLst>
              <a:ext uri="{FF2B5EF4-FFF2-40B4-BE49-F238E27FC236}">
                <a16:creationId xmlns:a16="http://schemas.microsoft.com/office/drawing/2014/main" id="{27DEBA65-ABAF-4FA4-A6A2-938A2B1A7EFC}"/>
              </a:ext>
            </a:extLst>
          </p:cNvPr>
          <p:cNvSpPr>
            <a:spLocks noChangeShapeType="1"/>
          </p:cNvSpPr>
          <p:nvPr/>
        </p:nvSpPr>
        <p:spPr bwMode="auto">
          <a:xfrm>
            <a:off x="4513263" y="4191000"/>
            <a:ext cx="130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41" name="Line 56">
            <a:extLst>
              <a:ext uri="{FF2B5EF4-FFF2-40B4-BE49-F238E27FC236}">
                <a16:creationId xmlns:a16="http://schemas.microsoft.com/office/drawing/2014/main" id="{9CCA2869-63E2-4EF0-A8D6-A2A71E69B277}"/>
              </a:ext>
            </a:extLst>
          </p:cNvPr>
          <p:cNvSpPr>
            <a:spLocks noChangeShapeType="1"/>
          </p:cNvSpPr>
          <p:nvPr/>
        </p:nvSpPr>
        <p:spPr bwMode="auto">
          <a:xfrm>
            <a:off x="6315075" y="4191000"/>
            <a:ext cx="130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42" name="Line 57">
            <a:extLst>
              <a:ext uri="{FF2B5EF4-FFF2-40B4-BE49-F238E27FC236}">
                <a16:creationId xmlns:a16="http://schemas.microsoft.com/office/drawing/2014/main" id="{E436AA88-6FD2-4800-B68D-B02A4B43D117}"/>
              </a:ext>
            </a:extLst>
          </p:cNvPr>
          <p:cNvSpPr>
            <a:spLocks noChangeShapeType="1"/>
          </p:cNvSpPr>
          <p:nvPr/>
        </p:nvSpPr>
        <p:spPr bwMode="auto">
          <a:xfrm>
            <a:off x="939707" y="4648200"/>
            <a:ext cx="194468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43" name="Line 59">
            <a:extLst>
              <a:ext uri="{FF2B5EF4-FFF2-40B4-BE49-F238E27FC236}">
                <a16:creationId xmlns:a16="http://schemas.microsoft.com/office/drawing/2014/main" id="{7E3753FC-601D-423B-BFCD-11B212E1EDE9}"/>
              </a:ext>
            </a:extLst>
          </p:cNvPr>
          <p:cNvSpPr>
            <a:spLocks noChangeShapeType="1"/>
          </p:cNvSpPr>
          <p:nvPr/>
        </p:nvSpPr>
        <p:spPr bwMode="auto">
          <a:xfrm>
            <a:off x="2787650" y="4432300"/>
            <a:ext cx="130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44" name="Line 60">
            <a:extLst>
              <a:ext uri="{FF2B5EF4-FFF2-40B4-BE49-F238E27FC236}">
                <a16:creationId xmlns:a16="http://schemas.microsoft.com/office/drawing/2014/main" id="{57D87B1C-933C-4C8C-AC20-C36E1A1D6AD4}"/>
              </a:ext>
            </a:extLst>
          </p:cNvPr>
          <p:cNvSpPr>
            <a:spLocks noChangeShapeType="1"/>
          </p:cNvSpPr>
          <p:nvPr/>
        </p:nvSpPr>
        <p:spPr bwMode="auto">
          <a:xfrm>
            <a:off x="2689131" y="5562600"/>
            <a:ext cx="130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45" name="Line 61">
            <a:extLst>
              <a:ext uri="{FF2B5EF4-FFF2-40B4-BE49-F238E27FC236}">
                <a16:creationId xmlns:a16="http://schemas.microsoft.com/office/drawing/2014/main" id="{44623AEB-436F-40E8-826E-016A13E211F9}"/>
              </a:ext>
            </a:extLst>
          </p:cNvPr>
          <p:cNvSpPr>
            <a:spLocks noChangeShapeType="1"/>
          </p:cNvSpPr>
          <p:nvPr/>
        </p:nvSpPr>
        <p:spPr bwMode="auto">
          <a:xfrm>
            <a:off x="992982" y="5486400"/>
            <a:ext cx="194468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46" name="Line 63">
            <a:extLst>
              <a:ext uri="{FF2B5EF4-FFF2-40B4-BE49-F238E27FC236}">
                <a16:creationId xmlns:a16="http://schemas.microsoft.com/office/drawing/2014/main" id="{0BC420BD-C2E6-4EAD-8EF8-2AB05F80971A}"/>
              </a:ext>
            </a:extLst>
          </p:cNvPr>
          <p:cNvSpPr>
            <a:spLocks noChangeShapeType="1"/>
          </p:cNvSpPr>
          <p:nvPr/>
        </p:nvSpPr>
        <p:spPr bwMode="auto">
          <a:xfrm>
            <a:off x="1066800" y="5105400"/>
            <a:ext cx="130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47" name="Line 64">
            <a:extLst>
              <a:ext uri="{FF2B5EF4-FFF2-40B4-BE49-F238E27FC236}">
                <a16:creationId xmlns:a16="http://schemas.microsoft.com/office/drawing/2014/main" id="{D835F691-14C0-43C0-9384-B7BC9CDC92BD}"/>
              </a:ext>
            </a:extLst>
          </p:cNvPr>
          <p:cNvSpPr>
            <a:spLocks noChangeShapeType="1"/>
          </p:cNvSpPr>
          <p:nvPr/>
        </p:nvSpPr>
        <p:spPr bwMode="auto">
          <a:xfrm>
            <a:off x="1371600" y="5102225"/>
            <a:ext cx="130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48" name="Line 65">
            <a:extLst>
              <a:ext uri="{FF2B5EF4-FFF2-40B4-BE49-F238E27FC236}">
                <a16:creationId xmlns:a16="http://schemas.microsoft.com/office/drawing/2014/main" id="{816D746E-D8F9-4625-88D3-FC02DC40AC06}"/>
              </a:ext>
            </a:extLst>
          </p:cNvPr>
          <p:cNvSpPr>
            <a:spLocks noChangeShapeType="1"/>
          </p:cNvSpPr>
          <p:nvPr/>
        </p:nvSpPr>
        <p:spPr bwMode="auto">
          <a:xfrm>
            <a:off x="1649413" y="5105400"/>
            <a:ext cx="130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49" name="Line 66">
            <a:extLst>
              <a:ext uri="{FF2B5EF4-FFF2-40B4-BE49-F238E27FC236}">
                <a16:creationId xmlns:a16="http://schemas.microsoft.com/office/drawing/2014/main" id="{A68ECFCC-1691-4380-AB47-1747B2F6E97A}"/>
              </a:ext>
            </a:extLst>
          </p:cNvPr>
          <p:cNvSpPr>
            <a:spLocks noChangeShapeType="1"/>
          </p:cNvSpPr>
          <p:nvPr/>
        </p:nvSpPr>
        <p:spPr bwMode="auto">
          <a:xfrm>
            <a:off x="2211388" y="5105400"/>
            <a:ext cx="130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50" name="Line 67">
            <a:extLst>
              <a:ext uri="{FF2B5EF4-FFF2-40B4-BE49-F238E27FC236}">
                <a16:creationId xmlns:a16="http://schemas.microsoft.com/office/drawing/2014/main" id="{29D9BEAB-D1B9-441F-BDB6-035E175801AF}"/>
              </a:ext>
            </a:extLst>
          </p:cNvPr>
          <p:cNvSpPr>
            <a:spLocks noChangeShapeType="1"/>
          </p:cNvSpPr>
          <p:nvPr/>
        </p:nvSpPr>
        <p:spPr bwMode="auto">
          <a:xfrm>
            <a:off x="2787650" y="5105400"/>
            <a:ext cx="17303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51" name="Line 68">
            <a:extLst>
              <a:ext uri="{FF2B5EF4-FFF2-40B4-BE49-F238E27FC236}">
                <a16:creationId xmlns:a16="http://schemas.microsoft.com/office/drawing/2014/main" id="{99B50B0B-2849-4B0F-B81F-9A202018BEC8}"/>
              </a:ext>
            </a:extLst>
          </p:cNvPr>
          <p:cNvSpPr>
            <a:spLocks noChangeShapeType="1"/>
          </p:cNvSpPr>
          <p:nvPr/>
        </p:nvSpPr>
        <p:spPr bwMode="auto">
          <a:xfrm>
            <a:off x="3860800" y="5105400"/>
            <a:ext cx="130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52" name="Line 69">
            <a:extLst>
              <a:ext uri="{FF2B5EF4-FFF2-40B4-BE49-F238E27FC236}">
                <a16:creationId xmlns:a16="http://schemas.microsoft.com/office/drawing/2014/main" id="{FE7AAE84-85C0-496D-ACA1-73B9CB755146}"/>
              </a:ext>
            </a:extLst>
          </p:cNvPr>
          <p:cNvSpPr>
            <a:spLocks noChangeShapeType="1"/>
          </p:cNvSpPr>
          <p:nvPr/>
        </p:nvSpPr>
        <p:spPr bwMode="auto">
          <a:xfrm>
            <a:off x="4148138" y="5105400"/>
            <a:ext cx="130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53" name="Line 70">
            <a:extLst>
              <a:ext uri="{FF2B5EF4-FFF2-40B4-BE49-F238E27FC236}">
                <a16:creationId xmlns:a16="http://schemas.microsoft.com/office/drawing/2014/main" id="{12983E8D-8D48-4727-8CDD-7F8F230339E7}"/>
              </a:ext>
            </a:extLst>
          </p:cNvPr>
          <p:cNvSpPr>
            <a:spLocks noChangeShapeType="1"/>
          </p:cNvSpPr>
          <p:nvPr/>
        </p:nvSpPr>
        <p:spPr bwMode="auto">
          <a:xfrm>
            <a:off x="4449763" y="5105400"/>
            <a:ext cx="130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54" name="Line 71">
            <a:extLst>
              <a:ext uri="{FF2B5EF4-FFF2-40B4-BE49-F238E27FC236}">
                <a16:creationId xmlns:a16="http://schemas.microsoft.com/office/drawing/2014/main" id="{0EE1D607-1A8C-4D69-9D33-B2295E97CBCE}"/>
              </a:ext>
            </a:extLst>
          </p:cNvPr>
          <p:cNvSpPr>
            <a:spLocks noChangeShapeType="1"/>
          </p:cNvSpPr>
          <p:nvPr/>
        </p:nvSpPr>
        <p:spPr bwMode="auto">
          <a:xfrm>
            <a:off x="6835214" y="2828551"/>
            <a:ext cx="130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55" name="Line 72">
            <a:extLst>
              <a:ext uri="{FF2B5EF4-FFF2-40B4-BE49-F238E27FC236}">
                <a16:creationId xmlns:a16="http://schemas.microsoft.com/office/drawing/2014/main" id="{3106F349-BFDF-478D-8E28-15E12730834E}"/>
              </a:ext>
            </a:extLst>
          </p:cNvPr>
          <p:cNvSpPr>
            <a:spLocks noChangeShapeType="1"/>
          </p:cNvSpPr>
          <p:nvPr/>
        </p:nvSpPr>
        <p:spPr bwMode="auto">
          <a:xfrm>
            <a:off x="7254314" y="2828551"/>
            <a:ext cx="130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56" name="Line 73">
            <a:extLst>
              <a:ext uri="{FF2B5EF4-FFF2-40B4-BE49-F238E27FC236}">
                <a16:creationId xmlns:a16="http://schemas.microsoft.com/office/drawing/2014/main" id="{79B490DF-5B83-44C0-8BE8-AB0615868FEE}"/>
              </a:ext>
            </a:extLst>
          </p:cNvPr>
          <p:cNvSpPr>
            <a:spLocks noChangeShapeType="1"/>
          </p:cNvSpPr>
          <p:nvPr/>
        </p:nvSpPr>
        <p:spPr bwMode="auto">
          <a:xfrm>
            <a:off x="6822514" y="3260351"/>
            <a:ext cx="130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57" name="Line 74">
            <a:extLst>
              <a:ext uri="{FF2B5EF4-FFF2-40B4-BE49-F238E27FC236}">
                <a16:creationId xmlns:a16="http://schemas.microsoft.com/office/drawing/2014/main" id="{D1BA2BCE-1DDE-41A8-9133-65614A8351EF}"/>
              </a:ext>
            </a:extLst>
          </p:cNvPr>
          <p:cNvSpPr>
            <a:spLocks noChangeShapeType="1"/>
          </p:cNvSpPr>
          <p:nvPr/>
        </p:nvSpPr>
        <p:spPr bwMode="auto">
          <a:xfrm>
            <a:off x="7010400" y="3733800"/>
            <a:ext cx="130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58" name="Line 75">
            <a:extLst>
              <a:ext uri="{FF2B5EF4-FFF2-40B4-BE49-F238E27FC236}">
                <a16:creationId xmlns:a16="http://schemas.microsoft.com/office/drawing/2014/main" id="{4782AEAE-2EFA-4408-9739-7A18EE5A6606}"/>
              </a:ext>
            </a:extLst>
          </p:cNvPr>
          <p:cNvSpPr>
            <a:spLocks noChangeShapeType="1"/>
          </p:cNvSpPr>
          <p:nvPr/>
        </p:nvSpPr>
        <p:spPr bwMode="auto">
          <a:xfrm>
            <a:off x="3559175" y="2362200"/>
            <a:ext cx="130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59" name="Line 76">
            <a:extLst>
              <a:ext uri="{FF2B5EF4-FFF2-40B4-BE49-F238E27FC236}">
                <a16:creationId xmlns:a16="http://schemas.microsoft.com/office/drawing/2014/main" id="{46331FF3-68ED-4706-AAEB-419EA6C2B18B}"/>
              </a:ext>
            </a:extLst>
          </p:cNvPr>
          <p:cNvSpPr>
            <a:spLocks noChangeShapeType="1"/>
          </p:cNvSpPr>
          <p:nvPr/>
        </p:nvSpPr>
        <p:spPr bwMode="auto">
          <a:xfrm>
            <a:off x="3437964" y="2828551"/>
            <a:ext cx="130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60" name="Line 77">
            <a:extLst>
              <a:ext uri="{FF2B5EF4-FFF2-40B4-BE49-F238E27FC236}">
                <a16:creationId xmlns:a16="http://schemas.microsoft.com/office/drawing/2014/main" id="{0DCBAF81-1BFA-4954-AF7F-0C1047B74AD8}"/>
              </a:ext>
            </a:extLst>
          </p:cNvPr>
          <p:cNvSpPr>
            <a:spLocks noChangeShapeType="1"/>
          </p:cNvSpPr>
          <p:nvPr/>
        </p:nvSpPr>
        <p:spPr bwMode="auto">
          <a:xfrm>
            <a:off x="3452252" y="3260351"/>
            <a:ext cx="130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61" name="Line 78">
            <a:extLst>
              <a:ext uri="{FF2B5EF4-FFF2-40B4-BE49-F238E27FC236}">
                <a16:creationId xmlns:a16="http://schemas.microsoft.com/office/drawing/2014/main" id="{7F7C6ACF-59F3-4E4C-ADFE-B94A40BAF5FB}"/>
              </a:ext>
            </a:extLst>
          </p:cNvPr>
          <p:cNvSpPr>
            <a:spLocks noChangeShapeType="1"/>
          </p:cNvSpPr>
          <p:nvPr/>
        </p:nvSpPr>
        <p:spPr bwMode="auto">
          <a:xfrm>
            <a:off x="3739589" y="3260351"/>
            <a:ext cx="130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pull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7874" name="Rectangle 2">
            <a:extLst>
              <a:ext uri="{FF2B5EF4-FFF2-40B4-BE49-F238E27FC236}">
                <a16:creationId xmlns:a16="http://schemas.microsoft.com/office/drawing/2014/main" id="{D601BE10-2743-452F-9CF2-430F2FBF2A39}"/>
              </a:ext>
            </a:extLst>
          </p:cNvPr>
          <p:cNvSpPr>
            <a:spLocks noGrp="1" noChangeArrowheads="1"/>
          </p:cNvSpPr>
          <p:nvPr>
            <p:ph type="title"/>
          </p:nvPr>
        </p:nvSpPr>
        <p:spPr>
          <a:xfrm>
            <a:off x="304800" y="254000"/>
            <a:ext cx="8790828" cy="762000"/>
          </a:xfrm>
        </p:spPr>
        <p:txBody>
          <a:bodyPr/>
          <a:lstStyle/>
          <a:p>
            <a:pPr eaLnBrk="1" hangingPunct="1"/>
            <a:r>
              <a:rPr lang="en-US" altLang="zh-CN" dirty="0"/>
              <a:t>ALU</a:t>
            </a:r>
            <a:r>
              <a:rPr lang="zh-CN" altLang="en-US" dirty="0"/>
              <a:t>的第</a:t>
            </a:r>
            <a:r>
              <a:rPr lang="en-US" altLang="zh-CN" dirty="0" err="1"/>
              <a:t>i</a:t>
            </a:r>
            <a:r>
              <a:rPr lang="zh-CN" altLang="en-US" dirty="0"/>
              <a:t>位逻辑表达式</a:t>
            </a:r>
          </a:p>
        </p:txBody>
      </p:sp>
      <p:sp>
        <p:nvSpPr>
          <p:cNvPr id="77826" name="Rectangle 3">
            <a:extLst>
              <a:ext uri="{FF2B5EF4-FFF2-40B4-BE49-F238E27FC236}">
                <a16:creationId xmlns:a16="http://schemas.microsoft.com/office/drawing/2014/main" id="{8246A000-7CF4-459E-B7B4-86D583FD3D18}"/>
              </a:ext>
            </a:extLst>
          </p:cNvPr>
          <p:cNvSpPr>
            <a:spLocks noGrp="1" noChangeArrowheads="1"/>
          </p:cNvSpPr>
          <p:nvPr>
            <p:ph type="body" sz="half" idx="1"/>
          </p:nvPr>
        </p:nvSpPr>
        <p:spPr>
          <a:xfrm>
            <a:off x="179388" y="914400"/>
            <a:ext cx="5040312" cy="5538788"/>
          </a:xfrm>
        </p:spPr>
        <p:txBody>
          <a:bodyPr/>
          <a:lstStyle/>
          <a:p>
            <a:pPr eaLnBrk="1" hangingPunct="1">
              <a:buFont typeface="Wingdings 2" panose="05020102010507070707" pitchFamily="18" charset="2"/>
              <a:buNone/>
            </a:pPr>
            <a:r>
              <a:rPr kumimoji="0" lang="en-US" altLang="zh-CN" sz="2800" b="0"/>
              <a:t> </a:t>
            </a:r>
          </a:p>
          <a:p>
            <a:pPr eaLnBrk="1" hangingPunct="1">
              <a:buFont typeface="Wingdings 2" panose="05020102010507070707" pitchFamily="18" charset="2"/>
              <a:buNone/>
            </a:pPr>
            <a:r>
              <a:rPr kumimoji="0" lang="en-US" altLang="zh-CN" sz="2800" b="0"/>
              <a:t>      X</a:t>
            </a:r>
            <a:r>
              <a:rPr kumimoji="0" lang="en-US" altLang="zh-CN" sz="2800" b="0" baseline="-25000"/>
              <a:t>i</a:t>
            </a:r>
            <a:r>
              <a:rPr kumimoji="0" lang="zh-CN" altLang="en-US" sz="2800" b="0"/>
              <a:t>＝</a:t>
            </a:r>
            <a:r>
              <a:rPr kumimoji="0" lang="en-US" altLang="zh-CN" sz="2800" b="0"/>
              <a:t>S</a:t>
            </a:r>
            <a:r>
              <a:rPr kumimoji="0" lang="en-US" altLang="zh-CN" sz="2800" b="0" baseline="-25000"/>
              <a:t>3</a:t>
            </a:r>
            <a:r>
              <a:rPr kumimoji="0" lang="en-US" altLang="zh-CN" sz="2800" b="0"/>
              <a:t>A</a:t>
            </a:r>
            <a:r>
              <a:rPr kumimoji="0" lang="en-US" altLang="zh-CN" sz="2800" b="0" baseline="-25000"/>
              <a:t>i</a:t>
            </a:r>
            <a:r>
              <a:rPr kumimoji="0" lang="en-US" altLang="zh-CN" sz="2800" b="0"/>
              <a:t>B</a:t>
            </a:r>
            <a:r>
              <a:rPr kumimoji="0" lang="en-US" altLang="zh-CN" sz="2800" b="0" baseline="-25000"/>
              <a:t>i</a:t>
            </a:r>
            <a:r>
              <a:rPr kumimoji="0" lang="zh-CN" altLang="en-US" sz="2800" b="0"/>
              <a:t>＋</a:t>
            </a:r>
            <a:r>
              <a:rPr kumimoji="0" lang="en-US" altLang="zh-CN" sz="2800" b="0"/>
              <a:t>S</a:t>
            </a:r>
            <a:r>
              <a:rPr kumimoji="0" lang="en-US" altLang="zh-CN" sz="2800" b="0" baseline="-25000"/>
              <a:t>2</a:t>
            </a:r>
            <a:r>
              <a:rPr kumimoji="0" lang="en-US" altLang="zh-CN" sz="2800" b="0"/>
              <a:t>A</a:t>
            </a:r>
            <a:r>
              <a:rPr kumimoji="0" lang="en-US" altLang="zh-CN" sz="2800" b="0" baseline="-25000"/>
              <a:t>i</a:t>
            </a:r>
            <a:r>
              <a:rPr kumimoji="0" lang="en-US" altLang="zh-CN" sz="2800" b="0"/>
              <a:t>B</a:t>
            </a:r>
            <a:r>
              <a:rPr kumimoji="0" lang="en-US" altLang="zh-CN" sz="2800" b="0" baseline="-25000"/>
              <a:t>i</a:t>
            </a:r>
          </a:p>
          <a:p>
            <a:pPr eaLnBrk="1" hangingPunct="1">
              <a:buFont typeface="Wingdings 2" panose="05020102010507070707" pitchFamily="18" charset="2"/>
              <a:buNone/>
            </a:pPr>
            <a:r>
              <a:rPr kumimoji="0" lang="en-US" altLang="zh-CN" sz="2800" b="0"/>
              <a:t>      Y</a:t>
            </a:r>
            <a:r>
              <a:rPr kumimoji="0" lang="en-US" altLang="zh-CN" sz="2800" b="0" baseline="-25000"/>
              <a:t>i</a:t>
            </a:r>
            <a:r>
              <a:rPr kumimoji="0" lang="zh-CN" altLang="en-US" sz="2800" b="0"/>
              <a:t>＝</a:t>
            </a:r>
            <a:r>
              <a:rPr kumimoji="0" lang="en-US" altLang="zh-CN" sz="2800" b="0"/>
              <a:t>A</a:t>
            </a:r>
            <a:r>
              <a:rPr kumimoji="0" lang="en-US" altLang="zh-CN" sz="2800" b="0" baseline="-25000"/>
              <a:t>i</a:t>
            </a:r>
            <a:r>
              <a:rPr kumimoji="0" lang="zh-CN" altLang="en-US" sz="2800" b="0"/>
              <a:t>＋</a:t>
            </a:r>
            <a:r>
              <a:rPr kumimoji="0" lang="en-US" altLang="zh-CN" sz="2800" b="0"/>
              <a:t>S</a:t>
            </a:r>
            <a:r>
              <a:rPr kumimoji="0" lang="en-US" altLang="zh-CN" sz="2800" b="0" baseline="-25000"/>
              <a:t>0</a:t>
            </a:r>
            <a:r>
              <a:rPr kumimoji="0" lang="en-US" altLang="zh-CN" sz="2800" b="0"/>
              <a:t>B</a:t>
            </a:r>
            <a:r>
              <a:rPr kumimoji="0" lang="en-US" altLang="zh-CN" sz="2800" b="0" baseline="-25000"/>
              <a:t>i</a:t>
            </a:r>
            <a:r>
              <a:rPr kumimoji="0" lang="zh-CN" altLang="en-US" sz="2800" b="0"/>
              <a:t>＋</a:t>
            </a:r>
            <a:r>
              <a:rPr kumimoji="0" lang="en-US" altLang="zh-CN" sz="2800" b="0"/>
              <a:t>S</a:t>
            </a:r>
            <a:r>
              <a:rPr kumimoji="0" lang="en-US" altLang="zh-CN" sz="2800" b="0" baseline="-25000"/>
              <a:t>1</a:t>
            </a:r>
            <a:r>
              <a:rPr kumimoji="0" lang="en-US" altLang="zh-CN" sz="2800" b="0"/>
              <a:t>B</a:t>
            </a:r>
            <a:r>
              <a:rPr kumimoji="0" lang="en-US" altLang="zh-CN" sz="2800" b="0" baseline="-25000"/>
              <a:t>i</a:t>
            </a:r>
          </a:p>
          <a:p>
            <a:pPr eaLnBrk="1" hangingPunct="1">
              <a:buFont typeface="Wingdings 2" panose="05020102010507070707" pitchFamily="18" charset="2"/>
              <a:buNone/>
            </a:pPr>
            <a:r>
              <a:rPr kumimoji="0" lang="en-US" altLang="zh-CN" sz="2800" b="0"/>
              <a:t>      F</a:t>
            </a:r>
            <a:r>
              <a:rPr kumimoji="0" lang="en-US" altLang="zh-CN" sz="2800" b="0" baseline="-25000"/>
              <a:t>i</a:t>
            </a:r>
            <a:r>
              <a:rPr kumimoji="0" lang="zh-CN" altLang="en-US" sz="2800" b="0"/>
              <a:t>＝</a:t>
            </a:r>
            <a:r>
              <a:rPr kumimoji="0" lang="en-US" altLang="zh-CN" sz="2800" b="0"/>
              <a:t>X</a:t>
            </a:r>
            <a:r>
              <a:rPr kumimoji="0" lang="en-US" altLang="zh-CN" sz="2800" b="0" baseline="-25000"/>
              <a:t>i</a:t>
            </a:r>
            <a:r>
              <a:rPr kumimoji="0" lang="en-US" altLang="zh-CN" sz="2800" b="0"/>
              <a:t>⊕Y</a:t>
            </a:r>
            <a:r>
              <a:rPr kumimoji="0" lang="en-US" altLang="zh-CN" sz="2800" b="0" baseline="-25000"/>
              <a:t>i</a:t>
            </a:r>
            <a:r>
              <a:rPr kumimoji="0" lang="en-US" altLang="zh-CN" sz="2800" b="0"/>
              <a:t>⊕C</a:t>
            </a:r>
            <a:r>
              <a:rPr kumimoji="0" lang="en-US" altLang="zh-CN" sz="2800" b="0" baseline="-25000"/>
              <a:t>n+i</a:t>
            </a:r>
          </a:p>
          <a:p>
            <a:pPr eaLnBrk="1" hangingPunct="1">
              <a:buFont typeface="Wingdings 2" panose="05020102010507070707" pitchFamily="18" charset="2"/>
              <a:buNone/>
            </a:pPr>
            <a:r>
              <a:rPr kumimoji="0" lang="en-US" altLang="zh-CN" sz="2800" b="0"/>
              <a:t>      C</a:t>
            </a:r>
            <a:r>
              <a:rPr kumimoji="0" lang="en-US" altLang="zh-CN" sz="2800" b="0" baseline="-25000"/>
              <a:t>n+i+1</a:t>
            </a:r>
            <a:r>
              <a:rPr kumimoji="0" lang="en-US" altLang="zh-CN" sz="2800" b="0"/>
              <a:t>=Y</a:t>
            </a:r>
            <a:r>
              <a:rPr kumimoji="0" lang="en-US" altLang="zh-CN" sz="2800" b="0" baseline="-25000"/>
              <a:t>i</a:t>
            </a:r>
            <a:r>
              <a:rPr kumimoji="0" lang="en-US" altLang="zh-CN" sz="2800" b="0"/>
              <a:t>+X</a:t>
            </a:r>
            <a:r>
              <a:rPr kumimoji="0" lang="en-US" altLang="zh-CN" sz="2800" b="0" baseline="-25000"/>
              <a:t>i</a:t>
            </a:r>
            <a:r>
              <a:rPr kumimoji="0" lang="en-US" altLang="zh-CN" sz="2800" b="0"/>
              <a:t>C</a:t>
            </a:r>
            <a:r>
              <a:rPr kumimoji="0" lang="en-US" altLang="zh-CN" sz="2800" b="0" baseline="-25000"/>
              <a:t>n+i</a:t>
            </a:r>
            <a:endParaRPr lang="en-US" altLang="zh-CN" sz="2800"/>
          </a:p>
        </p:txBody>
      </p:sp>
      <p:graphicFrame>
        <p:nvGraphicFramePr>
          <p:cNvPr id="77827" name="Object 14">
            <a:extLst>
              <a:ext uri="{FF2B5EF4-FFF2-40B4-BE49-F238E27FC236}">
                <a16:creationId xmlns:a16="http://schemas.microsoft.com/office/drawing/2014/main" id="{31554BD3-2363-4846-A915-D43B3F9F2D4A}"/>
              </a:ext>
            </a:extLst>
          </p:cNvPr>
          <p:cNvGraphicFramePr>
            <a:graphicFrameLocks noGrp="1" noChangeAspect="1"/>
          </p:cNvGraphicFramePr>
          <p:nvPr>
            <p:ph sz="half" idx="2"/>
          </p:nvPr>
        </p:nvGraphicFramePr>
        <p:xfrm>
          <a:off x="758825" y="4667250"/>
          <a:ext cx="4489450" cy="1381125"/>
        </p:xfrm>
        <a:graphic>
          <a:graphicData uri="http://schemas.openxmlformats.org/presentationml/2006/ole">
            <mc:AlternateContent xmlns:mc="http://schemas.openxmlformats.org/markup-compatibility/2006">
              <mc:Choice xmlns:v="urn:schemas-microsoft-com:vml" Requires="v">
                <p:oleObj spid="_x0000_s2051" name="公式" r:id="rId4" imgW="0" imgH="0" progId="Equation.3">
                  <p:embed/>
                </p:oleObj>
              </mc:Choice>
              <mc:Fallback>
                <p:oleObj name="公式" r:id="rId4" imgW="0" imgH="0" progId="Equation.3">
                  <p:embed/>
                  <p:pic>
                    <p:nvPicPr>
                      <p:cNvPr id="77827" name="Object 14">
                        <a:extLst>
                          <a:ext uri="{FF2B5EF4-FFF2-40B4-BE49-F238E27FC236}">
                            <a16:creationId xmlns:a16="http://schemas.microsoft.com/office/drawing/2014/main" id="{31554BD3-2363-4846-A915-D43B3F9F2D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8825" y="4667250"/>
                        <a:ext cx="4489450" cy="1381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829" name="Line 5">
            <a:extLst>
              <a:ext uri="{FF2B5EF4-FFF2-40B4-BE49-F238E27FC236}">
                <a16:creationId xmlns:a16="http://schemas.microsoft.com/office/drawing/2014/main" id="{4F2AC3F6-C4C5-41D9-A99C-7A53D455B8D8}"/>
              </a:ext>
            </a:extLst>
          </p:cNvPr>
          <p:cNvSpPr>
            <a:spLocks noChangeShapeType="1"/>
          </p:cNvSpPr>
          <p:nvPr/>
        </p:nvSpPr>
        <p:spPr bwMode="auto">
          <a:xfrm>
            <a:off x="3441700" y="2044700"/>
            <a:ext cx="2222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30" name="Line 6">
            <a:extLst>
              <a:ext uri="{FF2B5EF4-FFF2-40B4-BE49-F238E27FC236}">
                <a16:creationId xmlns:a16="http://schemas.microsoft.com/office/drawing/2014/main" id="{AD6D7A19-6273-4FEF-B2F2-91AED44F0913}"/>
              </a:ext>
            </a:extLst>
          </p:cNvPr>
          <p:cNvSpPr>
            <a:spLocks noChangeShapeType="1"/>
          </p:cNvSpPr>
          <p:nvPr/>
        </p:nvSpPr>
        <p:spPr bwMode="auto">
          <a:xfrm>
            <a:off x="1404938" y="1389063"/>
            <a:ext cx="24034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31" name="Line 7">
            <a:extLst>
              <a:ext uri="{FF2B5EF4-FFF2-40B4-BE49-F238E27FC236}">
                <a16:creationId xmlns:a16="http://schemas.microsoft.com/office/drawing/2014/main" id="{5815B84A-F2EC-4979-97B8-8246EFF34DD7}"/>
              </a:ext>
            </a:extLst>
          </p:cNvPr>
          <p:cNvSpPr>
            <a:spLocks noChangeShapeType="1"/>
          </p:cNvSpPr>
          <p:nvPr/>
        </p:nvSpPr>
        <p:spPr bwMode="auto">
          <a:xfrm>
            <a:off x="1404938" y="1976438"/>
            <a:ext cx="24034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32" name="AutoShape 8">
            <a:extLst>
              <a:ext uri="{FF2B5EF4-FFF2-40B4-BE49-F238E27FC236}">
                <a16:creationId xmlns:a16="http://schemas.microsoft.com/office/drawing/2014/main" id="{1FDD281E-AD2F-41A2-9839-5B5E12196F62}"/>
              </a:ext>
            </a:extLst>
          </p:cNvPr>
          <p:cNvSpPr>
            <a:spLocks/>
          </p:cNvSpPr>
          <p:nvPr/>
        </p:nvSpPr>
        <p:spPr bwMode="auto">
          <a:xfrm>
            <a:off x="549275" y="1335088"/>
            <a:ext cx="277813" cy="2238375"/>
          </a:xfrm>
          <a:prstGeom prst="leftBrace">
            <a:avLst>
              <a:gd name="adj1" fmla="val 67143"/>
              <a:gd name="adj2"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7833" name="Text Box 9">
            <a:extLst>
              <a:ext uri="{FF2B5EF4-FFF2-40B4-BE49-F238E27FC236}">
                <a16:creationId xmlns:a16="http://schemas.microsoft.com/office/drawing/2014/main" id="{48863D76-295E-4966-98B1-02BD2D151A66}"/>
              </a:ext>
            </a:extLst>
          </p:cNvPr>
          <p:cNvSpPr txBox="1">
            <a:spLocks noChangeArrowheads="1"/>
          </p:cNvSpPr>
          <p:nvPr/>
        </p:nvSpPr>
        <p:spPr bwMode="auto">
          <a:xfrm>
            <a:off x="2032000" y="3800475"/>
            <a:ext cx="184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endParaRPr lang="zh-CN" altLang="zh-CN" sz="2800">
              <a:latin typeface="Verdana" panose="020B0604030504040204" pitchFamily="34" charset="0"/>
            </a:endParaRPr>
          </a:p>
        </p:txBody>
      </p:sp>
      <p:sp>
        <p:nvSpPr>
          <p:cNvPr id="77834" name="Line 10">
            <a:extLst>
              <a:ext uri="{FF2B5EF4-FFF2-40B4-BE49-F238E27FC236}">
                <a16:creationId xmlns:a16="http://schemas.microsoft.com/office/drawing/2014/main" id="{4FE03445-B31F-4BBA-8840-8CA4EF0D56EE}"/>
              </a:ext>
            </a:extLst>
          </p:cNvPr>
          <p:cNvSpPr>
            <a:spLocks noChangeShapeType="1"/>
          </p:cNvSpPr>
          <p:nvPr/>
        </p:nvSpPr>
        <p:spPr bwMode="auto">
          <a:xfrm>
            <a:off x="3441700" y="1473200"/>
            <a:ext cx="2222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35" name="Rectangle 12">
            <a:extLst>
              <a:ext uri="{FF2B5EF4-FFF2-40B4-BE49-F238E27FC236}">
                <a16:creationId xmlns:a16="http://schemas.microsoft.com/office/drawing/2014/main" id="{712500B1-2D43-4EE5-9CC3-B943B9DEF8A7}"/>
              </a:ext>
            </a:extLst>
          </p:cNvPr>
          <p:cNvSpPr>
            <a:spLocks noChangeArrowheads="1"/>
          </p:cNvSpPr>
          <p:nvPr/>
        </p:nvSpPr>
        <p:spPr bwMode="auto">
          <a:xfrm>
            <a:off x="5510213" y="1277938"/>
            <a:ext cx="3278187" cy="3603625"/>
          </a:xfrm>
          <a:prstGeom prst="rect">
            <a:avLst/>
          </a:prstGeom>
          <a:noFill/>
          <a:ln w="15875" algn="ctr">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pic>
        <p:nvPicPr>
          <p:cNvPr id="77836" name="Picture 13" descr="2">
            <a:extLst>
              <a:ext uri="{FF2B5EF4-FFF2-40B4-BE49-F238E27FC236}">
                <a16:creationId xmlns:a16="http://schemas.microsoft.com/office/drawing/2014/main" id="{390F7DC4-936D-4563-BB80-0DD63FBDA31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b="6450"/>
          <a:stretch>
            <a:fillRect/>
          </a:stretch>
        </p:blipFill>
        <p:spPr bwMode="auto">
          <a:xfrm>
            <a:off x="5207000" y="1277938"/>
            <a:ext cx="3384550" cy="332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37" name="Text Box 16">
            <a:extLst>
              <a:ext uri="{FF2B5EF4-FFF2-40B4-BE49-F238E27FC236}">
                <a16:creationId xmlns:a16="http://schemas.microsoft.com/office/drawing/2014/main" id="{0A10C73C-000A-4276-AF39-2EFA0ECB7F3A}"/>
              </a:ext>
            </a:extLst>
          </p:cNvPr>
          <p:cNvSpPr txBox="1">
            <a:spLocks noChangeArrowheads="1"/>
          </p:cNvSpPr>
          <p:nvPr/>
        </p:nvSpPr>
        <p:spPr bwMode="auto">
          <a:xfrm>
            <a:off x="611188" y="3648075"/>
            <a:ext cx="367347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Tx/>
              <a:buNone/>
            </a:pPr>
            <a:r>
              <a:rPr lang="zh-CN" altLang="en-US" sz="2000" b="0">
                <a:latin typeface="Tahoma" panose="020B0604030504040204" pitchFamily="34" charset="0"/>
                <a:ea typeface="宋体" panose="02010600030101010101" pitchFamily="2" charset="-122"/>
              </a:rPr>
              <a:t>例如：</a:t>
            </a:r>
            <a:r>
              <a:rPr lang="en-US" altLang="zh-CN" sz="2000" b="0">
                <a:latin typeface="Tahoma" panose="020B0604030504040204" pitchFamily="34" charset="0"/>
                <a:ea typeface="宋体" panose="02010600030101010101" pitchFamily="2" charset="-122"/>
              </a:rPr>
              <a:t>S</a:t>
            </a:r>
            <a:r>
              <a:rPr lang="en-US" altLang="zh-CN" sz="2000" b="0" baseline="-25000">
                <a:latin typeface="Tahoma" panose="020B0604030504040204" pitchFamily="34" charset="0"/>
                <a:ea typeface="宋体" panose="02010600030101010101" pitchFamily="2" charset="-122"/>
              </a:rPr>
              <a:t>3</a:t>
            </a:r>
            <a:r>
              <a:rPr lang="en-US" altLang="zh-CN" sz="2000" b="0">
                <a:latin typeface="Tahoma" panose="020B0604030504040204" pitchFamily="34" charset="0"/>
                <a:ea typeface="宋体" panose="02010600030101010101" pitchFamily="2" charset="-122"/>
              </a:rPr>
              <a:t>S</a:t>
            </a:r>
            <a:r>
              <a:rPr lang="en-US" altLang="zh-CN" sz="2000" b="0" baseline="-25000">
                <a:latin typeface="Tahoma" panose="020B0604030504040204" pitchFamily="34" charset="0"/>
                <a:ea typeface="宋体" panose="02010600030101010101" pitchFamily="2" charset="-122"/>
              </a:rPr>
              <a:t>2</a:t>
            </a:r>
            <a:r>
              <a:rPr lang="en-US" altLang="zh-CN" sz="2000" b="0">
                <a:latin typeface="Tahoma" panose="020B0604030504040204" pitchFamily="34" charset="0"/>
                <a:ea typeface="宋体" panose="02010600030101010101" pitchFamily="2" charset="-122"/>
              </a:rPr>
              <a:t>S</a:t>
            </a:r>
            <a:r>
              <a:rPr lang="en-US" altLang="zh-CN" sz="2000" b="0" baseline="-25000">
                <a:latin typeface="Tahoma" panose="020B0604030504040204" pitchFamily="34" charset="0"/>
                <a:ea typeface="宋体" panose="02010600030101010101" pitchFamily="2" charset="-122"/>
              </a:rPr>
              <a:t>0</a:t>
            </a:r>
            <a:r>
              <a:rPr lang="en-US" altLang="zh-CN" sz="2000" b="0">
                <a:latin typeface="Tahoma" panose="020B0604030504040204" pitchFamily="34" charset="0"/>
                <a:ea typeface="宋体" panose="02010600030101010101" pitchFamily="2" charset="-122"/>
              </a:rPr>
              <a:t>S</a:t>
            </a:r>
            <a:r>
              <a:rPr lang="en-US" altLang="zh-CN" sz="2000" b="0" baseline="-25000">
                <a:latin typeface="Tahoma" panose="020B0604030504040204" pitchFamily="34" charset="0"/>
                <a:ea typeface="宋体" panose="02010600030101010101" pitchFamily="2" charset="-122"/>
              </a:rPr>
              <a:t>1</a:t>
            </a:r>
            <a:r>
              <a:rPr lang="zh-CN" altLang="en-US" sz="2000" b="0">
                <a:latin typeface="Tahoma" panose="020B0604030504040204" pitchFamily="34" charset="0"/>
                <a:ea typeface="宋体" panose="02010600030101010101" pitchFamily="2" charset="-122"/>
              </a:rPr>
              <a:t>＝</a:t>
            </a:r>
            <a:r>
              <a:rPr lang="en-US" altLang="zh-CN" sz="2000" b="0">
                <a:latin typeface="Tahoma" panose="020B0604030504040204" pitchFamily="34" charset="0"/>
                <a:ea typeface="宋体" panose="02010600030101010101" pitchFamily="2" charset="-122"/>
              </a:rPr>
              <a:t>0000</a:t>
            </a:r>
          </a:p>
          <a:p>
            <a:pPr eaLnBrk="1" hangingPunct="1">
              <a:spcBef>
                <a:spcPct val="50000"/>
              </a:spcBef>
              <a:buClrTx/>
              <a:buFontTx/>
              <a:buNone/>
            </a:pPr>
            <a:r>
              <a:rPr lang="zh-CN" altLang="en-US" sz="2000" b="0">
                <a:latin typeface="Tahoma" panose="020B0604030504040204" pitchFamily="34" charset="0"/>
                <a:ea typeface="宋体" panose="02010600030101010101" pitchFamily="2" charset="-122"/>
              </a:rPr>
              <a:t>代入：</a:t>
            </a:r>
          </a:p>
        </p:txBody>
      </p:sp>
    </p:spTree>
  </p:cSld>
  <p:clrMapOvr>
    <a:masterClrMapping/>
  </p:clrMapOvr>
  <p:transition spd="med">
    <p:pull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0946" name="Rectangle 2">
            <a:extLst>
              <a:ext uri="{FF2B5EF4-FFF2-40B4-BE49-F238E27FC236}">
                <a16:creationId xmlns:a16="http://schemas.microsoft.com/office/drawing/2014/main" id="{118D2348-57B7-417A-AD4D-1FE1631FFBBD}"/>
              </a:ext>
            </a:extLst>
          </p:cNvPr>
          <p:cNvSpPr>
            <a:spLocks noGrp="1" noChangeArrowheads="1"/>
          </p:cNvSpPr>
          <p:nvPr>
            <p:ph type="title"/>
          </p:nvPr>
        </p:nvSpPr>
        <p:spPr/>
        <p:txBody>
          <a:bodyPr/>
          <a:lstStyle/>
          <a:p>
            <a:pPr eaLnBrk="1" hangingPunct="1"/>
            <a:r>
              <a:rPr lang="en-US" altLang="zh-CN" dirty="0"/>
              <a:t>4</a:t>
            </a:r>
            <a:r>
              <a:rPr lang="zh-CN" altLang="en-US" dirty="0"/>
              <a:t>位</a:t>
            </a:r>
            <a:r>
              <a:rPr lang="en-US" altLang="zh-CN" dirty="0"/>
              <a:t>ALU</a:t>
            </a:r>
            <a:r>
              <a:rPr lang="zh-CN" altLang="en-US" dirty="0"/>
              <a:t>结构</a:t>
            </a:r>
          </a:p>
        </p:txBody>
      </p:sp>
      <p:sp>
        <p:nvSpPr>
          <p:cNvPr id="79874" name="Rectangle 3">
            <a:extLst>
              <a:ext uri="{FF2B5EF4-FFF2-40B4-BE49-F238E27FC236}">
                <a16:creationId xmlns:a16="http://schemas.microsoft.com/office/drawing/2014/main" id="{4BF422BF-046A-4735-9846-373DE5022B0B}"/>
              </a:ext>
            </a:extLst>
          </p:cNvPr>
          <p:cNvSpPr>
            <a:spLocks noGrp="1" noChangeArrowheads="1"/>
          </p:cNvSpPr>
          <p:nvPr>
            <p:ph idx="1"/>
          </p:nvPr>
        </p:nvSpPr>
        <p:spPr>
          <a:xfrm>
            <a:off x="179388" y="4879975"/>
            <a:ext cx="8785225" cy="1501775"/>
          </a:xfrm>
        </p:spPr>
        <p:txBody>
          <a:bodyPr/>
          <a:lstStyle/>
          <a:p>
            <a:pPr eaLnBrk="1" hangingPunct="1"/>
            <a:r>
              <a:rPr lang="zh-CN" altLang="en-US" sz="2800">
                <a:latin typeface="宋体" panose="02010600030101010101" pitchFamily="2" charset="-122"/>
              </a:rPr>
              <a:t>片内是串行进位还是并行进位？</a:t>
            </a:r>
          </a:p>
        </p:txBody>
      </p:sp>
      <p:sp>
        <p:nvSpPr>
          <p:cNvPr id="850949" name="Text Box 5">
            <a:extLst>
              <a:ext uri="{FF2B5EF4-FFF2-40B4-BE49-F238E27FC236}">
                <a16:creationId xmlns:a16="http://schemas.microsoft.com/office/drawing/2014/main" id="{EEF85BA6-72A8-4B94-BB67-900DD13A13F3}"/>
              </a:ext>
            </a:extLst>
          </p:cNvPr>
          <p:cNvSpPr txBox="1">
            <a:spLocks noChangeArrowheads="1"/>
          </p:cNvSpPr>
          <p:nvPr/>
        </p:nvSpPr>
        <p:spPr bwMode="auto">
          <a:xfrm>
            <a:off x="5797550" y="4868863"/>
            <a:ext cx="291297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ct val="0"/>
              </a:spcBef>
              <a:buClrTx/>
              <a:buFontTx/>
              <a:buNone/>
            </a:pPr>
            <a:r>
              <a:rPr lang="en-US" altLang="zh-CN" sz="2400" b="0" dirty="0">
                <a:cs typeface="Times New Roman" panose="02020603050405020304" pitchFamily="18" charset="0"/>
              </a:rPr>
              <a:t>C</a:t>
            </a:r>
            <a:r>
              <a:rPr lang="en-US" altLang="zh-CN" sz="2400" b="0" baseline="-25000" dirty="0">
                <a:cs typeface="Times New Roman" panose="02020603050405020304" pitchFamily="18" charset="0"/>
              </a:rPr>
              <a:t>n</a:t>
            </a:r>
            <a:r>
              <a:rPr lang="zh-CN" altLang="en-US" sz="2400" b="0" baseline="-25000" dirty="0">
                <a:cs typeface="Times New Roman" panose="02020603050405020304" pitchFamily="18" charset="0"/>
              </a:rPr>
              <a:t>＋</a:t>
            </a:r>
            <a:r>
              <a:rPr lang="en-US" altLang="zh-CN" sz="2400" b="0" baseline="-25000" dirty="0">
                <a:cs typeface="Times New Roman" panose="02020603050405020304" pitchFamily="18" charset="0"/>
              </a:rPr>
              <a:t>1</a:t>
            </a:r>
            <a:r>
              <a:rPr lang="zh-CN" altLang="en-US" sz="2400" b="0" dirty="0">
                <a:cs typeface="Times New Roman" panose="02020603050405020304" pitchFamily="18" charset="0"/>
              </a:rPr>
              <a:t>＝</a:t>
            </a:r>
            <a:r>
              <a:rPr lang="en-US" altLang="zh-CN" sz="2400" b="0" dirty="0">
                <a:cs typeface="Times New Roman" panose="02020603050405020304" pitchFamily="18" charset="0"/>
              </a:rPr>
              <a:t>Y</a:t>
            </a:r>
            <a:r>
              <a:rPr lang="en-US" altLang="zh-CN" sz="2400" b="0" baseline="-25000" dirty="0">
                <a:cs typeface="Times New Roman" panose="02020603050405020304" pitchFamily="18" charset="0"/>
              </a:rPr>
              <a:t>0</a:t>
            </a:r>
            <a:r>
              <a:rPr lang="zh-CN" altLang="en-US" sz="2400" b="0" dirty="0">
                <a:cs typeface="Times New Roman" panose="02020603050405020304" pitchFamily="18" charset="0"/>
              </a:rPr>
              <a:t>＋</a:t>
            </a:r>
            <a:r>
              <a:rPr lang="en-US" altLang="zh-CN" sz="2400" b="0" dirty="0">
                <a:cs typeface="Times New Roman" panose="02020603050405020304" pitchFamily="18" charset="0"/>
              </a:rPr>
              <a:t>X</a:t>
            </a:r>
            <a:r>
              <a:rPr lang="en-US" altLang="zh-CN" sz="2400" b="0" baseline="-25000" dirty="0">
                <a:cs typeface="Times New Roman" panose="02020603050405020304" pitchFamily="18" charset="0"/>
              </a:rPr>
              <a:t>0</a:t>
            </a:r>
            <a:r>
              <a:rPr lang="en-US" altLang="zh-CN" sz="2400" b="0" dirty="0">
                <a:cs typeface="Times New Roman" panose="02020603050405020304" pitchFamily="18" charset="0"/>
              </a:rPr>
              <a:t>C</a:t>
            </a:r>
            <a:r>
              <a:rPr lang="en-US" altLang="zh-CN" sz="2400" b="0" baseline="-25000" dirty="0">
                <a:cs typeface="Times New Roman" panose="02020603050405020304" pitchFamily="18" charset="0"/>
              </a:rPr>
              <a:t>n</a:t>
            </a:r>
          </a:p>
          <a:p>
            <a:pPr algn="l" eaLnBrk="1" hangingPunct="1">
              <a:spcBef>
                <a:spcPct val="0"/>
              </a:spcBef>
              <a:buClrTx/>
              <a:buFontTx/>
              <a:buNone/>
            </a:pPr>
            <a:r>
              <a:rPr lang="en-US" altLang="zh-CN" sz="2400" b="0" dirty="0">
                <a:cs typeface="Times New Roman" panose="02020603050405020304" pitchFamily="18" charset="0"/>
              </a:rPr>
              <a:t>C</a:t>
            </a:r>
            <a:r>
              <a:rPr lang="en-US" altLang="zh-CN" sz="2400" b="0" baseline="-25000" dirty="0">
                <a:cs typeface="Times New Roman" panose="02020603050405020304" pitchFamily="18" charset="0"/>
              </a:rPr>
              <a:t>n</a:t>
            </a:r>
            <a:r>
              <a:rPr lang="zh-CN" altLang="en-US" sz="2400" b="0" baseline="-25000" dirty="0">
                <a:cs typeface="Times New Roman" panose="02020603050405020304" pitchFamily="18" charset="0"/>
              </a:rPr>
              <a:t>＋</a:t>
            </a:r>
            <a:r>
              <a:rPr lang="en-US" altLang="zh-CN" sz="2400" b="0" baseline="-25000" dirty="0">
                <a:cs typeface="Times New Roman" panose="02020603050405020304" pitchFamily="18" charset="0"/>
              </a:rPr>
              <a:t>2</a:t>
            </a:r>
            <a:r>
              <a:rPr lang="zh-CN" altLang="en-US" sz="2400" b="0" dirty="0">
                <a:cs typeface="Times New Roman" panose="02020603050405020304" pitchFamily="18" charset="0"/>
              </a:rPr>
              <a:t>＝</a:t>
            </a:r>
            <a:r>
              <a:rPr lang="en-US" altLang="zh-CN" sz="2400" b="0" dirty="0">
                <a:cs typeface="Times New Roman" panose="02020603050405020304" pitchFamily="18" charset="0"/>
              </a:rPr>
              <a:t>Y</a:t>
            </a:r>
            <a:r>
              <a:rPr lang="en-US" altLang="zh-CN" sz="2400" b="0" baseline="-25000" dirty="0">
                <a:cs typeface="Times New Roman" panose="02020603050405020304" pitchFamily="18" charset="0"/>
              </a:rPr>
              <a:t>1</a:t>
            </a:r>
            <a:r>
              <a:rPr lang="zh-CN" altLang="en-US" sz="2400" b="0" dirty="0">
                <a:cs typeface="Times New Roman" panose="02020603050405020304" pitchFamily="18" charset="0"/>
              </a:rPr>
              <a:t>＋</a:t>
            </a:r>
            <a:r>
              <a:rPr lang="en-US" altLang="zh-CN" sz="2400" b="0" dirty="0">
                <a:cs typeface="Times New Roman" panose="02020603050405020304" pitchFamily="18" charset="0"/>
              </a:rPr>
              <a:t>X</a:t>
            </a:r>
            <a:r>
              <a:rPr lang="en-US" altLang="zh-CN" sz="2400" b="0" baseline="-25000" dirty="0">
                <a:cs typeface="Times New Roman" panose="02020603050405020304" pitchFamily="18" charset="0"/>
              </a:rPr>
              <a:t>1</a:t>
            </a:r>
            <a:r>
              <a:rPr lang="en-US" altLang="zh-CN" sz="2400" b="0" dirty="0">
                <a:cs typeface="Times New Roman" panose="02020603050405020304" pitchFamily="18" charset="0"/>
              </a:rPr>
              <a:t>C</a:t>
            </a:r>
            <a:r>
              <a:rPr lang="en-US" altLang="zh-CN" sz="2400" b="0" baseline="-25000" dirty="0">
                <a:cs typeface="Times New Roman" panose="02020603050405020304" pitchFamily="18" charset="0"/>
              </a:rPr>
              <a:t>n</a:t>
            </a:r>
            <a:r>
              <a:rPr lang="zh-CN" altLang="en-US" sz="2400" b="0" baseline="-25000" dirty="0">
                <a:cs typeface="Times New Roman" panose="02020603050405020304" pitchFamily="18" charset="0"/>
              </a:rPr>
              <a:t>＋</a:t>
            </a:r>
            <a:r>
              <a:rPr lang="en-US" altLang="zh-CN" sz="2400" b="0" baseline="-25000" dirty="0">
                <a:cs typeface="Times New Roman" panose="02020603050405020304" pitchFamily="18" charset="0"/>
              </a:rPr>
              <a:t>1</a:t>
            </a:r>
            <a:r>
              <a:rPr lang="en-US" altLang="zh-CN" sz="2400" b="0" dirty="0">
                <a:cs typeface="Times New Roman" panose="02020603050405020304" pitchFamily="18" charset="0"/>
              </a:rPr>
              <a:t>   </a:t>
            </a:r>
          </a:p>
          <a:p>
            <a:pPr algn="l" eaLnBrk="1" hangingPunct="1">
              <a:spcBef>
                <a:spcPct val="0"/>
              </a:spcBef>
              <a:buClrTx/>
              <a:buFontTx/>
              <a:buNone/>
            </a:pPr>
            <a:r>
              <a:rPr lang="en-US" altLang="zh-CN" sz="2400" b="0" dirty="0">
                <a:cs typeface="Times New Roman" panose="02020603050405020304" pitchFamily="18" charset="0"/>
              </a:rPr>
              <a:t>C</a:t>
            </a:r>
            <a:r>
              <a:rPr lang="en-US" altLang="zh-CN" sz="2400" b="0" baseline="-25000" dirty="0">
                <a:cs typeface="Times New Roman" panose="02020603050405020304" pitchFamily="18" charset="0"/>
              </a:rPr>
              <a:t>n</a:t>
            </a:r>
            <a:r>
              <a:rPr lang="zh-CN" altLang="en-US" sz="2400" b="0" baseline="-25000" dirty="0">
                <a:cs typeface="Times New Roman" panose="02020603050405020304" pitchFamily="18" charset="0"/>
              </a:rPr>
              <a:t>＋</a:t>
            </a:r>
            <a:r>
              <a:rPr lang="en-US" altLang="zh-CN" sz="2400" b="0" baseline="-25000" dirty="0">
                <a:cs typeface="Times New Roman" panose="02020603050405020304" pitchFamily="18" charset="0"/>
              </a:rPr>
              <a:t>3</a:t>
            </a:r>
            <a:r>
              <a:rPr lang="zh-CN" altLang="en-US" sz="2400" b="0" dirty="0">
                <a:cs typeface="Times New Roman" panose="02020603050405020304" pitchFamily="18" charset="0"/>
              </a:rPr>
              <a:t>＝</a:t>
            </a:r>
            <a:r>
              <a:rPr lang="en-US" altLang="zh-CN" sz="2400" b="0" dirty="0">
                <a:cs typeface="Times New Roman" panose="02020603050405020304" pitchFamily="18" charset="0"/>
              </a:rPr>
              <a:t>Y</a:t>
            </a:r>
            <a:r>
              <a:rPr lang="en-US" altLang="zh-CN" sz="2400" b="0" baseline="-25000" dirty="0">
                <a:cs typeface="Times New Roman" panose="02020603050405020304" pitchFamily="18" charset="0"/>
              </a:rPr>
              <a:t>2</a:t>
            </a:r>
            <a:r>
              <a:rPr lang="zh-CN" altLang="en-US" sz="2400" b="0" dirty="0">
                <a:cs typeface="Times New Roman" panose="02020603050405020304" pitchFamily="18" charset="0"/>
              </a:rPr>
              <a:t>＋</a:t>
            </a:r>
            <a:r>
              <a:rPr lang="en-US" altLang="zh-CN" sz="2400" b="0" dirty="0">
                <a:cs typeface="Times New Roman" panose="02020603050405020304" pitchFamily="18" charset="0"/>
              </a:rPr>
              <a:t>X</a:t>
            </a:r>
            <a:r>
              <a:rPr lang="en-US" altLang="zh-CN" sz="2400" b="0" baseline="-25000" dirty="0">
                <a:cs typeface="Times New Roman" panose="02020603050405020304" pitchFamily="18" charset="0"/>
              </a:rPr>
              <a:t>2</a:t>
            </a:r>
            <a:r>
              <a:rPr lang="en-US" altLang="zh-CN" sz="2400" b="0" dirty="0">
                <a:cs typeface="Times New Roman" panose="02020603050405020304" pitchFamily="18" charset="0"/>
              </a:rPr>
              <a:t>C</a:t>
            </a:r>
            <a:r>
              <a:rPr lang="en-US" altLang="zh-CN" sz="2400" b="0" baseline="-25000" dirty="0">
                <a:cs typeface="Times New Roman" panose="02020603050405020304" pitchFamily="18" charset="0"/>
              </a:rPr>
              <a:t>n</a:t>
            </a:r>
            <a:r>
              <a:rPr lang="zh-CN" altLang="en-US" sz="2400" b="0" baseline="-25000" dirty="0">
                <a:cs typeface="Times New Roman" panose="02020603050405020304" pitchFamily="18" charset="0"/>
              </a:rPr>
              <a:t>＋</a:t>
            </a:r>
            <a:r>
              <a:rPr lang="en-US" altLang="zh-CN" sz="2400" b="0" baseline="-25000" dirty="0">
                <a:cs typeface="Times New Roman" panose="02020603050405020304" pitchFamily="18" charset="0"/>
              </a:rPr>
              <a:t>2</a:t>
            </a:r>
          </a:p>
          <a:p>
            <a:pPr algn="l" eaLnBrk="1" hangingPunct="1">
              <a:spcBef>
                <a:spcPct val="0"/>
              </a:spcBef>
              <a:buClrTx/>
              <a:buFontTx/>
              <a:buNone/>
            </a:pPr>
            <a:r>
              <a:rPr lang="en-US" altLang="zh-CN" sz="2400" b="0" dirty="0">
                <a:cs typeface="Times New Roman" panose="02020603050405020304" pitchFamily="18" charset="0"/>
              </a:rPr>
              <a:t>C</a:t>
            </a:r>
            <a:r>
              <a:rPr lang="en-US" altLang="zh-CN" sz="2400" b="0" baseline="-25000" dirty="0">
                <a:cs typeface="Times New Roman" panose="02020603050405020304" pitchFamily="18" charset="0"/>
              </a:rPr>
              <a:t>n</a:t>
            </a:r>
            <a:r>
              <a:rPr lang="zh-CN" altLang="en-US" sz="2400" b="0" baseline="-25000" dirty="0">
                <a:cs typeface="Times New Roman" panose="02020603050405020304" pitchFamily="18" charset="0"/>
              </a:rPr>
              <a:t>＋</a:t>
            </a:r>
            <a:r>
              <a:rPr lang="en-US" altLang="zh-CN" sz="2400" b="0" baseline="-25000" dirty="0">
                <a:cs typeface="Times New Roman" panose="02020603050405020304" pitchFamily="18" charset="0"/>
              </a:rPr>
              <a:t>4</a:t>
            </a:r>
            <a:r>
              <a:rPr lang="zh-CN" altLang="en-US" sz="2400" b="0" dirty="0">
                <a:cs typeface="Times New Roman" panose="02020603050405020304" pitchFamily="18" charset="0"/>
              </a:rPr>
              <a:t>＝</a:t>
            </a:r>
            <a:r>
              <a:rPr lang="en-US" altLang="zh-CN" sz="2400" b="0" dirty="0">
                <a:cs typeface="Times New Roman" panose="02020603050405020304" pitchFamily="18" charset="0"/>
              </a:rPr>
              <a:t>Y</a:t>
            </a:r>
            <a:r>
              <a:rPr lang="en-US" altLang="zh-CN" sz="2400" b="0" baseline="-25000" dirty="0">
                <a:cs typeface="Times New Roman" panose="02020603050405020304" pitchFamily="18" charset="0"/>
              </a:rPr>
              <a:t>3</a:t>
            </a:r>
            <a:r>
              <a:rPr lang="zh-CN" altLang="en-US" sz="2400" b="0" dirty="0">
                <a:cs typeface="Times New Roman" panose="02020603050405020304" pitchFamily="18" charset="0"/>
              </a:rPr>
              <a:t>＋</a:t>
            </a:r>
            <a:r>
              <a:rPr lang="en-US" altLang="zh-CN" sz="2400" b="0" dirty="0">
                <a:cs typeface="Times New Roman" panose="02020603050405020304" pitchFamily="18" charset="0"/>
              </a:rPr>
              <a:t>X</a:t>
            </a:r>
            <a:r>
              <a:rPr lang="en-US" altLang="zh-CN" sz="2400" b="0" baseline="-25000" dirty="0">
                <a:cs typeface="Times New Roman" panose="02020603050405020304" pitchFamily="18" charset="0"/>
              </a:rPr>
              <a:t>3</a:t>
            </a:r>
            <a:r>
              <a:rPr lang="en-US" altLang="zh-CN" sz="2400" b="0" dirty="0">
                <a:cs typeface="Times New Roman" panose="02020603050405020304" pitchFamily="18" charset="0"/>
              </a:rPr>
              <a:t>C</a:t>
            </a:r>
            <a:r>
              <a:rPr lang="en-US" altLang="zh-CN" sz="2400" b="0" baseline="-25000" dirty="0">
                <a:cs typeface="Times New Roman" panose="02020603050405020304" pitchFamily="18" charset="0"/>
              </a:rPr>
              <a:t>n</a:t>
            </a:r>
            <a:r>
              <a:rPr lang="zh-CN" altLang="en-US" sz="2400" b="0" baseline="-25000" dirty="0">
                <a:cs typeface="Times New Roman" panose="02020603050405020304" pitchFamily="18" charset="0"/>
              </a:rPr>
              <a:t>＋</a:t>
            </a:r>
            <a:r>
              <a:rPr lang="en-US" altLang="zh-CN" sz="2400" b="0" baseline="-25000" dirty="0">
                <a:cs typeface="Times New Roman" panose="02020603050405020304" pitchFamily="18" charset="0"/>
              </a:rPr>
              <a:t>3</a:t>
            </a:r>
          </a:p>
        </p:txBody>
      </p:sp>
      <p:sp>
        <p:nvSpPr>
          <p:cNvPr id="850950" name="Text Box 6">
            <a:extLst>
              <a:ext uri="{FF2B5EF4-FFF2-40B4-BE49-F238E27FC236}">
                <a16:creationId xmlns:a16="http://schemas.microsoft.com/office/drawing/2014/main" id="{8FF691C9-3EDB-4B3B-9083-39A4097EA88F}"/>
              </a:ext>
            </a:extLst>
          </p:cNvPr>
          <p:cNvSpPr txBox="1">
            <a:spLocks noChangeArrowheads="1"/>
          </p:cNvSpPr>
          <p:nvPr/>
        </p:nvSpPr>
        <p:spPr bwMode="auto">
          <a:xfrm>
            <a:off x="592226" y="5589588"/>
            <a:ext cx="4873450" cy="523220"/>
          </a:xfrm>
          <a:prstGeom prst="rect">
            <a:avLst/>
          </a:prstGeom>
          <a:noFill/>
          <a:ln w="25400" algn="ctr">
            <a:solidFill>
              <a:srgbClr val="00F7F7"/>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800" dirty="0">
                <a:solidFill>
                  <a:srgbClr val="CC3300"/>
                </a:solidFill>
                <a:latin typeface="楷体" panose="02010609060101010101" pitchFamily="49" charset="-122"/>
                <a:ea typeface="楷体" panose="02010609060101010101" pitchFamily="49" charset="-122"/>
              </a:rPr>
              <a:t>串行进位，速度慢，可以改进</a:t>
            </a:r>
          </a:p>
        </p:txBody>
      </p:sp>
      <p:pic>
        <p:nvPicPr>
          <p:cNvPr id="79878" name="Picture 4" descr="/D:/jinerwork/组成/白中英版改编/visio/2.5_1.jpg">
            <a:extLst>
              <a:ext uri="{FF2B5EF4-FFF2-40B4-BE49-F238E27FC236}">
                <a16:creationId xmlns:a16="http://schemas.microsoft.com/office/drawing/2014/main" id="{B33784D5-ED10-4DD4-9E28-F5776315F86B}"/>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684213" y="914400"/>
            <a:ext cx="7777162" cy="385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50949"/>
                                        </p:tgtEl>
                                        <p:attrNameLst>
                                          <p:attrName>style.visibility</p:attrName>
                                        </p:attrNameLst>
                                      </p:cBhvr>
                                      <p:to>
                                        <p:strVal val="visible"/>
                                      </p:to>
                                    </p:set>
                                    <p:animEffect transition="in" filter="blinds(horizontal)">
                                      <p:cBhvr>
                                        <p:cTn id="7" dur="500"/>
                                        <p:tgtEl>
                                          <p:spTgt spid="8509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50950"/>
                                        </p:tgtEl>
                                        <p:attrNameLst>
                                          <p:attrName>style.visibility</p:attrName>
                                        </p:attrNameLst>
                                      </p:cBhvr>
                                      <p:to>
                                        <p:strVal val="visible"/>
                                      </p:to>
                                    </p:set>
                                    <p:animEffect transition="in" filter="blinds(horizontal)">
                                      <p:cBhvr>
                                        <p:cTn id="12" dur="500"/>
                                        <p:tgtEl>
                                          <p:spTgt spid="8509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949" grpId="0"/>
      <p:bldP spid="85095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8898" name="Rectangle 2">
            <a:extLst>
              <a:ext uri="{FF2B5EF4-FFF2-40B4-BE49-F238E27FC236}">
                <a16:creationId xmlns:a16="http://schemas.microsoft.com/office/drawing/2014/main" id="{FCAD966D-BACB-4B9F-A512-91087C86C72D}"/>
              </a:ext>
            </a:extLst>
          </p:cNvPr>
          <p:cNvSpPr>
            <a:spLocks noGrp="1" noChangeArrowheads="1"/>
          </p:cNvSpPr>
          <p:nvPr>
            <p:ph type="title"/>
          </p:nvPr>
        </p:nvSpPr>
        <p:spPr/>
        <p:txBody>
          <a:bodyPr/>
          <a:lstStyle/>
          <a:p>
            <a:pPr eaLnBrk="1" hangingPunct="1"/>
            <a:r>
              <a:rPr lang="zh-CN" altLang="en-US"/>
              <a:t>采用先行进位</a:t>
            </a:r>
          </a:p>
        </p:txBody>
      </p:sp>
      <p:sp>
        <p:nvSpPr>
          <p:cNvPr id="80898" name="Rectangle 3">
            <a:extLst>
              <a:ext uri="{FF2B5EF4-FFF2-40B4-BE49-F238E27FC236}">
                <a16:creationId xmlns:a16="http://schemas.microsoft.com/office/drawing/2014/main" id="{90AD7C28-1B5D-40D6-B222-184B77CD147D}"/>
              </a:ext>
            </a:extLst>
          </p:cNvPr>
          <p:cNvSpPr>
            <a:spLocks noGrp="1" noChangeArrowheads="1"/>
          </p:cNvSpPr>
          <p:nvPr>
            <p:ph idx="1"/>
          </p:nvPr>
        </p:nvSpPr>
        <p:spPr>
          <a:xfrm>
            <a:off x="179387" y="1066800"/>
            <a:ext cx="8785225" cy="5400675"/>
          </a:xfrm>
        </p:spPr>
        <p:txBody>
          <a:bodyPr/>
          <a:lstStyle/>
          <a:p>
            <a:pPr eaLnBrk="1" hangingPunct="1"/>
            <a:r>
              <a:rPr lang="zh-CN" altLang="en-US" dirty="0"/>
              <a:t>每一位的进位公式：</a:t>
            </a:r>
          </a:p>
          <a:p>
            <a:pPr eaLnBrk="1" hangingPunct="1"/>
            <a:endParaRPr lang="zh-CN" altLang="en-US" dirty="0"/>
          </a:p>
          <a:p>
            <a:pPr eaLnBrk="1" hangingPunct="1"/>
            <a:endParaRPr lang="zh-CN" altLang="en-US" dirty="0"/>
          </a:p>
          <a:p>
            <a:pPr eaLnBrk="1" hangingPunct="1"/>
            <a:endParaRPr lang="zh-CN" altLang="en-US" sz="2800" dirty="0"/>
          </a:p>
          <a:p>
            <a:pPr eaLnBrk="1" hangingPunct="1"/>
            <a:endParaRPr lang="zh-CN" altLang="en-US" sz="2800" dirty="0"/>
          </a:p>
          <a:p>
            <a:pPr eaLnBrk="1" hangingPunct="1"/>
            <a:endParaRPr lang="zh-CN" altLang="en-US" sz="2800" dirty="0"/>
          </a:p>
          <a:p>
            <a:pPr eaLnBrk="1" hangingPunct="1"/>
            <a:r>
              <a:rPr lang="en-US" altLang="zh-CN" sz="2800" dirty="0"/>
              <a:t>G</a:t>
            </a:r>
            <a:r>
              <a:rPr lang="zh-CN" altLang="en-US" sz="2800" dirty="0"/>
              <a:t>为进位发生输出     </a:t>
            </a:r>
            <a:r>
              <a:rPr lang="en-US" altLang="zh-CN" sz="2800" dirty="0"/>
              <a:t>P</a:t>
            </a:r>
            <a:r>
              <a:rPr lang="zh-CN" altLang="en-US" sz="2800" dirty="0"/>
              <a:t>为进位传送输出</a:t>
            </a:r>
          </a:p>
          <a:p>
            <a:pPr eaLnBrk="1" hangingPunct="1"/>
            <a:r>
              <a:rPr lang="en-US" altLang="zh-CN" sz="2800" dirty="0"/>
              <a:t>P</a:t>
            </a:r>
            <a:r>
              <a:rPr lang="zh-CN" altLang="en-US" sz="2800" dirty="0"/>
              <a:t>、</a:t>
            </a:r>
            <a:r>
              <a:rPr lang="en-US" altLang="zh-CN" sz="2800" dirty="0"/>
              <a:t>G</a:t>
            </a:r>
            <a:r>
              <a:rPr lang="zh-CN" altLang="en-US" sz="2800" dirty="0"/>
              <a:t>是为了实现多片</a:t>
            </a:r>
            <a:r>
              <a:rPr lang="en-US" altLang="zh-CN" sz="2800" dirty="0"/>
              <a:t>ALU</a:t>
            </a:r>
            <a:r>
              <a:rPr lang="zh-CN" altLang="en-US" sz="2800" dirty="0"/>
              <a:t>之间先行进位而设置的</a:t>
            </a:r>
          </a:p>
        </p:txBody>
      </p:sp>
      <p:sp>
        <p:nvSpPr>
          <p:cNvPr id="80900" name="Rectangle 4">
            <a:extLst>
              <a:ext uri="{FF2B5EF4-FFF2-40B4-BE49-F238E27FC236}">
                <a16:creationId xmlns:a16="http://schemas.microsoft.com/office/drawing/2014/main" id="{44CA9604-EA26-45BF-837F-81CAB8E49DEA}"/>
              </a:ext>
            </a:extLst>
          </p:cNvPr>
          <p:cNvSpPr>
            <a:spLocks noChangeArrowheads="1"/>
          </p:cNvSpPr>
          <p:nvPr/>
        </p:nvSpPr>
        <p:spPr bwMode="auto">
          <a:xfrm>
            <a:off x="755650" y="1425575"/>
            <a:ext cx="8093075" cy="294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lnSpc>
                <a:spcPct val="120000"/>
              </a:lnSpc>
              <a:spcBef>
                <a:spcPct val="0"/>
              </a:spcBef>
              <a:buClrTx/>
              <a:buFontTx/>
              <a:buNone/>
            </a:pPr>
            <a:r>
              <a:rPr kumimoji="0" lang="en-US" altLang="zh-CN" sz="2400" b="0" dirty="0">
                <a:ea typeface="宋体" panose="02010600030101010101" pitchFamily="2" charset="-122"/>
                <a:cs typeface="Times New Roman" panose="02020603050405020304" pitchFamily="18" charset="0"/>
              </a:rPr>
              <a:t>C</a:t>
            </a:r>
            <a:r>
              <a:rPr kumimoji="0" lang="en-US" altLang="zh-CN" sz="2400" b="0" baseline="-25000" dirty="0">
                <a:ea typeface="宋体" panose="02010600030101010101" pitchFamily="2" charset="-122"/>
                <a:cs typeface="Times New Roman" panose="02020603050405020304" pitchFamily="18" charset="0"/>
              </a:rPr>
              <a:t>n+1</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0</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0</a:t>
            </a:r>
            <a:r>
              <a:rPr kumimoji="0" lang="en-US" altLang="zh-CN" sz="2400" b="0" dirty="0">
                <a:ea typeface="宋体" panose="02010600030101010101" pitchFamily="2" charset="-122"/>
                <a:cs typeface="Times New Roman" panose="02020603050405020304" pitchFamily="18" charset="0"/>
              </a:rPr>
              <a:t>C</a:t>
            </a:r>
            <a:r>
              <a:rPr kumimoji="0" lang="en-US" altLang="zh-CN" sz="2400" b="0" baseline="-25000" dirty="0">
                <a:ea typeface="宋体" panose="02010600030101010101" pitchFamily="2" charset="-122"/>
                <a:cs typeface="Times New Roman" panose="02020603050405020304" pitchFamily="18" charset="0"/>
              </a:rPr>
              <a:t>n</a:t>
            </a:r>
          </a:p>
          <a:p>
            <a:pPr algn="l" eaLnBrk="1" hangingPunct="1">
              <a:lnSpc>
                <a:spcPct val="120000"/>
              </a:lnSpc>
              <a:spcBef>
                <a:spcPct val="0"/>
              </a:spcBef>
              <a:buClrTx/>
              <a:buFontTx/>
              <a:buNone/>
            </a:pPr>
            <a:r>
              <a:rPr kumimoji="0" lang="en-US" altLang="zh-CN" sz="2400" b="0" dirty="0">
                <a:ea typeface="宋体" panose="02010600030101010101" pitchFamily="2" charset="-122"/>
                <a:cs typeface="Times New Roman" panose="02020603050405020304" pitchFamily="18" charset="0"/>
              </a:rPr>
              <a:t>C</a:t>
            </a:r>
            <a:r>
              <a:rPr kumimoji="0" lang="en-US" altLang="zh-CN" sz="2400" b="0" baseline="-25000" dirty="0">
                <a:ea typeface="宋体" panose="02010600030101010101" pitchFamily="2" charset="-122"/>
                <a:cs typeface="Times New Roman" panose="02020603050405020304" pitchFamily="18" charset="0"/>
              </a:rPr>
              <a:t>n+2</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1</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1</a:t>
            </a:r>
            <a:r>
              <a:rPr kumimoji="0" lang="en-US" altLang="zh-CN" sz="2400" b="0" dirty="0">
                <a:ea typeface="宋体" panose="02010600030101010101" pitchFamily="2" charset="-122"/>
                <a:cs typeface="Times New Roman" panose="02020603050405020304" pitchFamily="18" charset="0"/>
              </a:rPr>
              <a:t>C</a:t>
            </a:r>
            <a:r>
              <a:rPr kumimoji="0" lang="en-US" altLang="zh-CN" sz="2400" b="0" baseline="-25000" dirty="0">
                <a:ea typeface="宋体" panose="02010600030101010101" pitchFamily="2" charset="-122"/>
                <a:cs typeface="Times New Roman" panose="02020603050405020304" pitchFamily="18" charset="0"/>
              </a:rPr>
              <a:t>n+1</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1</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0</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1</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0</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1</a:t>
            </a:r>
            <a:r>
              <a:rPr kumimoji="0" lang="en-US" altLang="zh-CN" sz="2400" b="0" dirty="0">
                <a:ea typeface="宋体" panose="02010600030101010101" pitchFamily="2" charset="-122"/>
                <a:cs typeface="Times New Roman" panose="02020603050405020304" pitchFamily="18" charset="0"/>
              </a:rPr>
              <a:t>C</a:t>
            </a:r>
            <a:r>
              <a:rPr kumimoji="0" lang="en-US" altLang="zh-CN" sz="2400" b="0" baseline="-25000" dirty="0">
                <a:ea typeface="宋体" panose="02010600030101010101" pitchFamily="2" charset="-122"/>
                <a:cs typeface="Times New Roman" panose="02020603050405020304" pitchFamily="18" charset="0"/>
              </a:rPr>
              <a:t>n</a:t>
            </a:r>
          </a:p>
          <a:p>
            <a:pPr algn="l" eaLnBrk="1" hangingPunct="1">
              <a:lnSpc>
                <a:spcPct val="120000"/>
              </a:lnSpc>
              <a:spcBef>
                <a:spcPct val="0"/>
              </a:spcBef>
              <a:buClrTx/>
              <a:buFontTx/>
              <a:buNone/>
            </a:pPr>
            <a:r>
              <a:rPr kumimoji="0" lang="en-US" altLang="zh-CN" sz="2400" b="0" dirty="0">
                <a:ea typeface="宋体" panose="02010600030101010101" pitchFamily="2" charset="-122"/>
                <a:cs typeface="Times New Roman" panose="02020603050405020304" pitchFamily="18" charset="0"/>
              </a:rPr>
              <a:t>C</a:t>
            </a:r>
            <a:r>
              <a:rPr kumimoji="0" lang="en-US" altLang="zh-CN" sz="2400" b="0" baseline="-25000" dirty="0">
                <a:ea typeface="宋体" panose="02010600030101010101" pitchFamily="2" charset="-122"/>
                <a:cs typeface="Times New Roman" panose="02020603050405020304" pitchFamily="18" charset="0"/>
              </a:rPr>
              <a:t>n+3</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2</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2</a:t>
            </a:r>
            <a:r>
              <a:rPr kumimoji="0" lang="en-US" altLang="zh-CN" sz="2400" b="0" dirty="0">
                <a:ea typeface="宋体" panose="02010600030101010101" pitchFamily="2" charset="-122"/>
                <a:cs typeface="Times New Roman" panose="02020603050405020304" pitchFamily="18" charset="0"/>
              </a:rPr>
              <a:t>C</a:t>
            </a:r>
            <a:r>
              <a:rPr kumimoji="0" lang="en-US" altLang="zh-CN" sz="2400" b="0" baseline="-25000" dirty="0">
                <a:ea typeface="宋体" panose="02010600030101010101" pitchFamily="2" charset="-122"/>
                <a:cs typeface="Times New Roman" panose="02020603050405020304" pitchFamily="18" charset="0"/>
              </a:rPr>
              <a:t>n+2</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2</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1</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2</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0</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1</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2</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0</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1</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2</a:t>
            </a:r>
            <a:r>
              <a:rPr kumimoji="0" lang="en-US" altLang="zh-CN" sz="2400" b="0" dirty="0">
                <a:ea typeface="宋体" panose="02010600030101010101" pitchFamily="2" charset="-122"/>
                <a:cs typeface="Times New Roman" panose="02020603050405020304" pitchFamily="18" charset="0"/>
              </a:rPr>
              <a:t>C</a:t>
            </a:r>
            <a:r>
              <a:rPr kumimoji="0" lang="en-US" altLang="zh-CN" sz="2400" b="0" baseline="-25000" dirty="0">
                <a:ea typeface="宋体" panose="02010600030101010101" pitchFamily="2" charset="-122"/>
                <a:cs typeface="Times New Roman" panose="02020603050405020304" pitchFamily="18" charset="0"/>
              </a:rPr>
              <a:t>n</a:t>
            </a:r>
          </a:p>
          <a:p>
            <a:pPr algn="l" eaLnBrk="1" hangingPunct="1">
              <a:lnSpc>
                <a:spcPct val="120000"/>
              </a:lnSpc>
              <a:spcBef>
                <a:spcPct val="0"/>
              </a:spcBef>
              <a:buClrTx/>
              <a:buFontTx/>
              <a:buNone/>
            </a:pPr>
            <a:r>
              <a:rPr kumimoji="0" lang="en-US" altLang="zh-CN" sz="2400" b="0" dirty="0">
                <a:solidFill>
                  <a:srgbClr val="FF0000"/>
                </a:solidFill>
                <a:ea typeface="宋体" panose="02010600030101010101" pitchFamily="2" charset="-122"/>
                <a:cs typeface="Times New Roman" panose="02020603050405020304" pitchFamily="18" charset="0"/>
              </a:rPr>
              <a:t>C</a:t>
            </a:r>
            <a:r>
              <a:rPr kumimoji="0" lang="en-US" altLang="zh-CN" sz="2400" b="0" baseline="-25000" dirty="0">
                <a:solidFill>
                  <a:srgbClr val="FF0000"/>
                </a:solidFill>
                <a:ea typeface="宋体" panose="02010600030101010101" pitchFamily="2" charset="-122"/>
                <a:cs typeface="Times New Roman" panose="02020603050405020304" pitchFamily="18" charset="0"/>
              </a:rPr>
              <a:t>n+4</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3</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3</a:t>
            </a:r>
            <a:r>
              <a:rPr kumimoji="0" lang="en-US" altLang="zh-CN" sz="2400" b="0" dirty="0">
                <a:ea typeface="宋体" panose="02010600030101010101" pitchFamily="2" charset="-122"/>
                <a:cs typeface="Times New Roman" panose="02020603050405020304" pitchFamily="18" charset="0"/>
              </a:rPr>
              <a:t>C</a:t>
            </a:r>
            <a:r>
              <a:rPr kumimoji="0" lang="en-US" altLang="zh-CN" sz="2400" b="0" baseline="-25000" dirty="0">
                <a:ea typeface="宋体" panose="02010600030101010101" pitchFamily="2" charset="-122"/>
                <a:cs typeface="Times New Roman" panose="02020603050405020304" pitchFamily="18" charset="0"/>
              </a:rPr>
              <a:t>n+3</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3</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2</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3</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1</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2</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3</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0</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1</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2</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3</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0</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1</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2</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3</a:t>
            </a:r>
            <a:r>
              <a:rPr kumimoji="0" lang="en-US" altLang="zh-CN" sz="2400" b="0" dirty="0">
                <a:ea typeface="宋体" panose="02010600030101010101" pitchFamily="2" charset="-122"/>
                <a:cs typeface="Times New Roman" panose="02020603050405020304" pitchFamily="18" charset="0"/>
              </a:rPr>
              <a:t>C</a:t>
            </a:r>
            <a:r>
              <a:rPr kumimoji="0" lang="en-US" altLang="zh-CN" sz="2400" b="0" baseline="-25000" dirty="0">
                <a:ea typeface="宋体" panose="02010600030101010101" pitchFamily="2" charset="-122"/>
                <a:cs typeface="Times New Roman" panose="02020603050405020304" pitchFamily="18" charset="0"/>
              </a:rPr>
              <a:t>n</a:t>
            </a:r>
          </a:p>
          <a:p>
            <a:pPr algn="l" eaLnBrk="1" hangingPunct="1">
              <a:lnSpc>
                <a:spcPct val="120000"/>
              </a:lnSpc>
              <a:spcBef>
                <a:spcPct val="0"/>
              </a:spcBef>
              <a:buClrTx/>
              <a:buFontTx/>
              <a:buNone/>
            </a:pPr>
            <a:r>
              <a:rPr kumimoji="0" lang="en-US" altLang="zh-CN" sz="2400" b="0" dirty="0">
                <a:ea typeface="宋体" panose="02010600030101010101" pitchFamily="2" charset="-122"/>
                <a:cs typeface="Times New Roman" panose="02020603050405020304" pitchFamily="18" charset="0"/>
              </a:rPr>
              <a:t>      =</a:t>
            </a:r>
            <a:r>
              <a:rPr kumimoji="0" lang="en-US" altLang="zh-CN" sz="2400" b="0" dirty="0" err="1">
                <a:ea typeface="宋体" panose="02010600030101010101" pitchFamily="2" charset="-122"/>
                <a:cs typeface="Times New Roman" panose="02020603050405020304" pitchFamily="18" charset="0"/>
              </a:rPr>
              <a:t>G+PC</a:t>
            </a:r>
            <a:r>
              <a:rPr kumimoji="0" lang="en-US" altLang="zh-CN" sz="2400" b="0" baseline="-25000" dirty="0" err="1">
                <a:ea typeface="宋体" panose="02010600030101010101" pitchFamily="2" charset="-122"/>
                <a:cs typeface="Times New Roman" panose="02020603050405020304" pitchFamily="18" charset="0"/>
              </a:rPr>
              <a:t>n</a:t>
            </a:r>
            <a:r>
              <a:rPr kumimoji="0" lang="en-US" altLang="zh-CN" sz="2400" b="0" baseline="-25000" dirty="0">
                <a:ea typeface="宋体" panose="02010600030101010101" pitchFamily="2" charset="-122"/>
                <a:cs typeface="Times New Roman" panose="02020603050405020304" pitchFamily="18" charset="0"/>
              </a:rPr>
              <a:t>  </a:t>
            </a:r>
          </a:p>
          <a:p>
            <a:pPr algn="l" eaLnBrk="1" hangingPunct="1">
              <a:lnSpc>
                <a:spcPct val="120000"/>
              </a:lnSpc>
              <a:spcBef>
                <a:spcPct val="0"/>
              </a:spcBef>
              <a:buClrTx/>
              <a:buFontTx/>
              <a:buNone/>
            </a:pPr>
            <a:r>
              <a:rPr kumimoji="0" lang="zh-CN" altLang="en-US" sz="2400" b="0" dirty="0">
                <a:ea typeface="宋体" panose="02010600030101010101" pitchFamily="2" charset="-122"/>
                <a:cs typeface="Times New Roman" panose="02020603050405020304" pitchFamily="18" charset="0"/>
              </a:rPr>
              <a:t>其中，</a:t>
            </a:r>
            <a:r>
              <a:rPr kumimoji="0" lang="en-US" altLang="zh-CN" sz="2400" b="0" dirty="0">
                <a:ea typeface="宋体" panose="02010600030101010101" pitchFamily="2" charset="-122"/>
                <a:cs typeface="Times New Roman" panose="02020603050405020304" pitchFamily="18" charset="0"/>
              </a:rPr>
              <a:t>G</a:t>
            </a:r>
            <a:r>
              <a:rPr kumimoji="0" lang="zh-CN" altLang="en-US" sz="2400" b="0" dirty="0">
                <a:ea typeface="宋体" panose="02010600030101010101" pitchFamily="2" charset="-122"/>
                <a:cs typeface="Times New Roman" panose="02020603050405020304" pitchFamily="18" charset="0"/>
              </a:rPr>
              <a:t>＝</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3</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2</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3</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1</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2</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3</a:t>
            </a:r>
            <a:r>
              <a:rPr kumimoji="0" lang="en-US" altLang="zh-CN" sz="2400" b="0" dirty="0">
                <a:ea typeface="宋体" panose="02010600030101010101" pitchFamily="2" charset="-122"/>
                <a:cs typeface="Times New Roman" panose="02020603050405020304" pitchFamily="18" charset="0"/>
              </a:rPr>
              <a:t>+Y</a:t>
            </a:r>
            <a:r>
              <a:rPr kumimoji="0" lang="en-US" altLang="zh-CN" sz="2400" b="0" baseline="-25000" dirty="0">
                <a:ea typeface="宋体" panose="02010600030101010101" pitchFamily="2" charset="-122"/>
                <a:cs typeface="Times New Roman" panose="02020603050405020304" pitchFamily="18" charset="0"/>
              </a:rPr>
              <a:t>0</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1</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2</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3</a:t>
            </a:r>
            <a:r>
              <a:rPr kumimoji="0" lang="zh-CN" altLang="en-US" sz="2400" b="0" dirty="0">
                <a:ea typeface="宋体" panose="02010600030101010101" pitchFamily="2" charset="-122"/>
                <a:cs typeface="Times New Roman" panose="02020603050405020304" pitchFamily="18" charset="0"/>
              </a:rPr>
              <a:t>，</a:t>
            </a:r>
            <a:r>
              <a:rPr kumimoji="0" lang="en-US" altLang="zh-CN" sz="2400" b="0" dirty="0">
                <a:ea typeface="宋体" panose="02010600030101010101" pitchFamily="2" charset="-122"/>
                <a:cs typeface="Times New Roman" panose="02020603050405020304" pitchFamily="18" charset="0"/>
              </a:rPr>
              <a:t>P=X</a:t>
            </a:r>
            <a:r>
              <a:rPr kumimoji="0" lang="en-US" altLang="zh-CN" sz="2400" b="0" baseline="-25000" dirty="0">
                <a:ea typeface="宋体" panose="02010600030101010101" pitchFamily="2" charset="-122"/>
                <a:cs typeface="Times New Roman" panose="02020603050405020304" pitchFamily="18" charset="0"/>
              </a:rPr>
              <a:t>0</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1</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2</a:t>
            </a:r>
            <a:r>
              <a:rPr kumimoji="0" lang="en-US" altLang="zh-CN" sz="2400" b="0" dirty="0">
                <a:ea typeface="宋体" panose="02010600030101010101" pitchFamily="2" charset="-122"/>
                <a:cs typeface="Times New Roman" panose="02020603050405020304" pitchFamily="18" charset="0"/>
              </a:rPr>
              <a:t>X</a:t>
            </a:r>
            <a:r>
              <a:rPr kumimoji="0" lang="en-US" altLang="zh-CN" sz="2400" b="0" baseline="-25000" dirty="0">
                <a:ea typeface="宋体" panose="02010600030101010101" pitchFamily="2" charset="-122"/>
                <a:cs typeface="Times New Roman" panose="02020603050405020304" pitchFamily="18" charset="0"/>
              </a:rPr>
              <a:t>3</a:t>
            </a:r>
            <a:endParaRPr kumimoji="0" lang="en-US" altLang="zh-CN" sz="2400" b="0" dirty="0">
              <a:ea typeface="宋体" panose="02010600030101010101" pitchFamily="2" charset="-122"/>
              <a:cs typeface="Times New Roman" panose="02020603050405020304" pitchFamily="18" charset="0"/>
            </a:endParaRPr>
          </a:p>
        </p:txBody>
      </p:sp>
      <p:sp>
        <p:nvSpPr>
          <p:cNvPr id="80901" name="Text Box 5">
            <a:extLst>
              <a:ext uri="{FF2B5EF4-FFF2-40B4-BE49-F238E27FC236}">
                <a16:creationId xmlns:a16="http://schemas.microsoft.com/office/drawing/2014/main" id="{C57CDEF5-DEC1-4FF5-A745-0BBF967F526B}"/>
              </a:ext>
            </a:extLst>
          </p:cNvPr>
          <p:cNvSpPr txBox="1">
            <a:spLocks noChangeArrowheads="1"/>
          </p:cNvSpPr>
          <p:nvPr/>
        </p:nvSpPr>
        <p:spPr bwMode="auto">
          <a:xfrm>
            <a:off x="1066800" y="5257800"/>
            <a:ext cx="6880225" cy="854075"/>
          </a:xfrm>
          <a:prstGeom prst="rect">
            <a:avLst/>
          </a:prstGeom>
          <a:noFill/>
          <a:ln w="25400" algn="ctr">
            <a:solidFill>
              <a:srgbClr val="00F7F7"/>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ct val="0"/>
              </a:spcBef>
              <a:buClrTx/>
              <a:buFontTx/>
              <a:buNone/>
            </a:pPr>
            <a:r>
              <a:rPr kumimoji="0" lang="zh-CN" altLang="en-US" sz="2400" dirty="0">
                <a:solidFill>
                  <a:srgbClr val="CC3300"/>
                </a:solidFill>
                <a:latin typeface="楷体" panose="02010609060101010101" pitchFamily="49" charset="-122"/>
                <a:ea typeface="楷体" panose="02010609060101010101" pitchFamily="49" charset="-122"/>
              </a:rPr>
              <a:t>从上式可以看出：第</a:t>
            </a:r>
            <a:r>
              <a:rPr kumimoji="0" lang="en-US" altLang="zh-CN" sz="2400" dirty="0">
                <a:solidFill>
                  <a:srgbClr val="CC3300"/>
                </a:solidFill>
                <a:latin typeface="楷体" panose="02010609060101010101" pitchFamily="49" charset="-122"/>
                <a:ea typeface="楷体" panose="02010609060101010101" pitchFamily="49" charset="-122"/>
              </a:rPr>
              <a:t>0</a:t>
            </a:r>
            <a:r>
              <a:rPr kumimoji="0" lang="zh-CN" altLang="en-US" sz="2400" dirty="0">
                <a:solidFill>
                  <a:srgbClr val="CC3300"/>
                </a:solidFill>
                <a:latin typeface="楷体" panose="02010609060101010101" pitchFamily="49" charset="-122"/>
                <a:ea typeface="楷体" panose="02010609060101010101" pitchFamily="49" charset="-122"/>
              </a:rPr>
              <a:t>位的进位输入</a:t>
            </a:r>
            <a:r>
              <a:rPr kumimoji="0" lang="en-US" altLang="zh-CN" sz="2400" dirty="0">
                <a:solidFill>
                  <a:srgbClr val="CC3300"/>
                </a:solidFill>
                <a:latin typeface="楷体" panose="02010609060101010101" pitchFamily="49" charset="-122"/>
                <a:ea typeface="楷体" panose="02010609060101010101" pitchFamily="49" charset="-122"/>
              </a:rPr>
              <a:t>C</a:t>
            </a:r>
            <a:r>
              <a:rPr kumimoji="0" lang="en-US" altLang="zh-CN" sz="2400" baseline="-25000" dirty="0">
                <a:solidFill>
                  <a:srgbClr val="CC3300"/>
                </a:solidFill>
                <a:latin typeface="楷体" panose="02010609060101010101" pitchFamily="49" charset="-122"/>
                <a:ea typeface="楷体" panose="02010609060101010101" pitchFamily="49" charset="-122"/>
              </a:rPr>
              <a:t>n</a:t>
            </a:r>
            <a:r>
              <a:rPr kumimoji="0" lang="zh-CN" altLang="en-US" sz="2400" dirty="0">
                <a:solidFill>
                  <a:srgbClr val="CC3300"/>
                </a:solidFill>
                <a:latin typeface="楷体" panose="02010609060101010101" pitchFamily="49" charset="-122"/>
                <a:ea typeface="楷体" panose="02010609060101010101" pitchFamily="49" charset="-122"/>
              </a:rPr>
              <a:t>可以直接传</a:t>
            </a:r>
          </a:p>
          <a:p>
            <a:pPr algn="l" eaLnBrk="1" hangingPunct="1">
              <a:spcBef>
                <a:spcPct val="0"/>
              </a:spcBef>
              <a:buClrTx/>
              <a:buFontTx/>
              <a:buNone/>
            </a:pPr>
            <a:r>
              <a:rPr kumimoji="0" lang="zh-CN" altLang="en-US" sz="2400" dirty="0">
                <a:solidFill>
                  <a:srgbClr val="CC3300"/>
                </a:solidFill>
                <a:latin typeface="楷体" panose="02010609060101010101" pitchFamily="49" charset="-122"/>
                <a:ea typeface="楷体" panose="02010609060101010101" pitchFamily="49" charset="-122"/>
              </a:rPr>
              <a:t>送到最高进位位上去，从而实现高速运算</a:t>
            </a:r>
          </a:p>
        </p:txBody>
      </p:sp>
    </p:spTree>
  </p:cSld>
  <p:clrMapOvr>
    <a:masterClrMapping/>
  </p:clrMapOvr>
  <p:transition spd="med">
    <p:pull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1970" name="Rectangle 2">
            <a:extLst>
              <a:ext uri="{FF2B5EF4-FFF2-40B4-BE49-F238E27FC236}">
                <a16:creationId xmlns:a16="http://schemas.microsoft.com/office/drawing/2014/main" id="{14CB54AD-14BD-42E1-B72C-E5473AC58094}"/>
              </a:ext>
            </a:extLst>
          </p:cNvPr>
          <p:cNvSpPr>
            <a:spLocks noGrp="1" noChangeArrowheads="1"/>
          </p:cNvSpPr>
          <p:nvPr>
            <p:ph type="title"/>
          </p:nvPr>
        </p:nvSpPr>
        <p:spPr/>
        <p:txBody>
          <a:bodyPr/>
          <a:lstStyle/>
          <a:p>
            <a:pPr eaLnBrk="1" hangingPunct="1"/>
            <a:r>
              <a:rPr lang="en-US" altLang="zh-CN"/>
              <a:t>4</a:t>
            </a:r>
            <a:r>
              <a:rPr lang="zh-CN" altLang="en-US"/>
              <a:t>位算术</a:t>
            </a:r>
            <a:r>
              <a:rPr lang="en-US" altLang="zh-CN"/>
              <a:t>/</a:t>
            </a:r>
            <a:r>
              <a:rPr lang="zh-CN" altLang="en-US"/>
              <a:t>逻辑运算单元实例</a:t>
            </a:r>
          </a:p>
        </p:txBody>
      </p:sp>
      <p:sp>
        <p:nvSpPr>
          <p:cNvPr id="82946" name="Rectangle 3">
            <a:extLst>
              <a:ext uri="{FF2B5EF4-FFF2-40B4-BE49-F238E27FC236}">
                <a16:creationId xmlns:a16="http://schemas.microsoft.com/office/drawing/2014/main" id="{794D2254-21F5-4C74-9197-DAF5A4B6BBC6}"/>
              </a:ext>
            </a:extLst>
          </p:cNvPr>
          <p:cNvSpPr>
            <a:spLocks noGrp="1" noChangeArrowheads="1"/>
          </p:cNvSpPr>
          <p:nvPr>
            <p:ph idx="1"/>
          </p:nvPr>
        </p:nvSpPr>
        <p:spPr/>
        <p:txBody>
          <a:bodyPr/>
          <a:lstStyle/>
          <a:p>
            <a:pPr eaLnBrk="1" hangingPunct="1"/>
            <a:r>
              <a:rPr lang="en-US" altLang="zh-CN" dirty="0"/>
              <a:t>74181</a:t>
            </a:r>
          </a:p>
        </p:txBody>
      </p:sp>
      <p:pic>
        <p:nvPicPr>
          <p:cNvPr id="82948" name="Picture 5" descr="图片1">
            <a:extLst>
              <a:ext uri="{FF2B5EF4-FFF2-40B4-BE49-F238E27FC236}">
                <a16:creationId xmlns:a16="http://schemas.microsoft.com/office/drawing/2014/main" id="{5EEB28E0-96E6-4870-9B03-E7F8A30ABA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1916113"/>
            <a:ext cx="4970463" cy="354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2994" name="Rectangle 2">
            <a:extLst>
              <a:ext uri="{FF2B5EF4-FFF2-40B4-BE49-F238E27FC236}">
                <a16:creationId xmlns:a16="http://schemas.microsoft.com/office/drawing/2014/main" id="{183D5978-6127-4CED-96B9-1AD4E293C35A}"/>
              </a:ext>
            </a:extLst>
          </p:cNvPr>
          <p:cNvSpPr>
            <a:spLocks noGrp="1" noChangeArrowheads="1"/>
          </p:cNvSpPr>
          <p:nvPr>
            <p:ph type="title"/>
          </p:nvPr>
        </p:nvSpPr>
        <p:spPr/>
        <p:txBody>
          <a:bodyPr/>
          <a:lstStyle/>
          <a:p>
            <a:pPr eaLnBrk="1" hangingPunct="1">
              <a:defRPr/>
            </a:pPr>
            <a:r>
              <a:rPr lang="en-US" altLang="zh-CN"/>
              <a:t>74181ALU</a:t>
            </a:r>
            <a:r>
              <a:rPr lang="zh-CN" altLang="en-US"/>
              <a:t>逻辑图</a:t>
            </a:r>
          </a:p>
        </p:txBody>
      </p:sp>
      <p:sp>
        <p:nvSpPr>
          <p:cNvPr id="83970" name="Rectangle 3">
            <a:extLst>
              <a:ext uri="{FF2B5EF4-FFF2-40B4-BE49-F238E27FC236}">
                <a16:creationId xmlns:a16="http://schemas.microsoft.com/office/drawing/2014/main" id="{1C685668-9303-4BC7-9AD6-8F7087B1FD10}"/>
              </a:ext>
            </a:extLst>
          </p:cNvPr>
          <p:cNvSpPr>
            <a:spLocks noGrp="1" noChangeArrowheads="1"/>
          </p:cNvSpPr>
          <p:nvPr>
            <p:ph idx="1"/>
          </p:nvPr>
        </p:nvSpPr>
        <p:spPr/>
        <p:txBody>
          <a:bodyPr/>
          <a:lstStyle/>
          <a:p>
            <a:pPr eaLnBrk="1" hangingPunct="1"/>
            <a:endParaRPr lang="zh-CN" altLang="zh-CN"/>
          </a:p>
        </p:txBody>
      </p:sp>
      <p:pic>
        <p:nvPicPr>
          <p:cNvPr id="83972" name="Picture 4" descr="2">
            <a:extLst>
              <a:ext uri="{FF2B5EF4-FFF2-40B4-BE49-F238E27FC236}">
                <a16:creationId xmlns:a16="http://schemas.microsoft.com/office/drawing/2014/main" id="{EFBC0462-F112-4B6C-8CD2-5179101A7A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255" y="1097614"/>
            <a:ext cx="8351837" cy="545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3" name="Rectangle 5">
            <a:extLst>
              <a:ext uri="{FF2B5EF4-FFF2-40B4-BE49-F238E27FC236}">
                <a16:creationId xmlns:a16="http://schemas.microsoft.com/office/drawing/2014/main" id="{5C19829C-943B-45CB-9008-8DEC7302A6D7}"/>
              </a:ext>
            </a:extLst>
          </p:cNvPr>
          <p:cNvSpPr>
            <a:spLocks noChangeArrowheads="1"/>
          </p:cNvSpPr>
          <p:nvPr/>
        </p:nvSpPr>
        <p:spPr bwMode="auto">
          <a:xfrm>
            <a:off x="6227763" y="4003675"/>
            <a:ext cx="1584325" cy="1873250"/>
          </a:xfrm>
          <a:prstGeom prst="rect">
            <a:avLst/>
          </a:prstGeom>
          <a:noFill/>
          <a:ln w="25400">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3974" name="Rectangle 6">
            <a:extLst>
              <a:ext uri="{FF2B5EF4-FFF2-40B4-BE49-F238E27FC236}">
                <a16:creationId xmlns:a16="http://schemas.microsoft.com/office/drawing/2014/main" id="{C38CC4CB-1A99-428B-ABE8-510D50702B81}"/>
              </a:ext>
            </a:extLst>
          </p:cNvPr>
          <p:cNvSpPr>
            <a:spLocks noChangeArrowheads="1"/>
          </p:cNvSpPr>
          <p:nvPr/>
        </p:nvSpPr>
        <p:spPr bwMode="auto">
          <a:xfrm>
            <a:off x="1476375" y="3932238"/>
            <a:ext cx="1584325" cy="1873250"/>
          </a:xfrm>
          <a:prstGeom prst="rect">
            <a:avLst/>
          </a:prstGeom>
          <a:noFill/>
          <a:ln w="25400">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3975" name="Rectangle 7">
            <a:extLst>
              <a:ext uri="{FF2B5EF4-FFF2-40B4-BE49-F238E27FC236}">
                <a16:creationId xmlns:a16="http://schemas.microsoft.com/office/drawing/2014/main" id="{34B38B9A-32DB-4256-9412-DAB4BA9A79C9}"/>
              </a:ext>
            </a:extLst>
          </p:cNvPr>
          <p:cNvSpPr>
            <a:spLocks noChangeArrowheads="1"/>
          </p:cNvSpPr>
          <p:nvPr/>
        </p:nvSpPr>
        <p:spPr bwMode="auto">
          <a:xfrm>
            <a:off x="7164388" y="1771650"/>
            <a:ext cx="1439862" cy="1873250"/>
          </a:xfrm>
          <a:prstGeom prst="rect">
            <a:avLst/>
          </a:prstGeom>
          <a:noFill/>
          <a:ln w="25400">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3976" name="Text Box 8">
            <a:extLst>
              <a:ext uri="{FF2B5EF4-FFF2-40B4-BE49-F238E27FC236}">
                <a16:creationId xmlns:a16="http://schemas.microsoft.com/office/drawing/2014/main" id="{CFE25566-A05C-4D90-A4AB-FAFD362B096D}"/>
              </a:ext>
            </a:extLst>
          </p:cNvPr>
          <p:cNvSpPr txBox="1">
            <a:spLocks noChangeArrowheads="1"/>
          </p:cNvSpPr>
          <p:nvPr/>
        </p:nvSpPr>
        <p:spPr bwMode="auto">
          <a:xfrm>
            <a:off x="6627813" y="1412875"/>
            <a:ext cx="2165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
                <a:schemeClr val="accent2"/>
              </a:buClr>
              <a:buSzPct val="90000"/>
              <a:buFont typeface="Wingdings" panose="05000000000000000000" pitchFamily="2" charset="2"/>
              <a:buNone/>
            </a:pPr>
            <a:r>
              <a:rPr kumimoji="0" lang="en-US" altLang="zh-CN" sz="2000">
                <a:solidFill>
                  <a:srgbClr val="000099"/>
                </a:solidFill>
                <a:latin typeface="Verdana" panose="020B0604030504040204" pitchFamily="34" charset="0"/>
              </a:rPr>
              <a:t>F</a:t>
            </a:r>
            <a:r>
              <a:rPr kumimoji="0" lang="en-US" altLang="zh-CN" sz="2000" baseline="-25000">
                <a:solidFill>
                  <a:srgbClr val="000099"/>
                </a:solidFill>
                <a:latin typeface="Verdana" panose="020B0604030504040204" pitchFamily="34" charset="0"/>
              </a:rPr>
              <a:t>i</a:t>
            </a:r>
            <a:r>
              <a:rPr kumimoji="0" lang="zh-CN" altLang="en-US" sz="2000">
                <a:solidFill>
                  <a:srgbClr val="000099"/>
                </a:solidFill>
                <a:latin typeface="Verdana" panose="020B0604030504040204" pitchFamily="34" charset="0"/>
              </a:rPr>
              <a:t>＝</a:t>
            </a:r>
            <a:r>
              <a:rPr kumimoji="0" lang="en-US" altLang="zh-CN" sz="2000">
                <a:solidFill>
                  <a:srgbClr val="000099"/>
                </a:solidFill>
                <a:latin typeface="Verdana" panose="020B0604030504040204" pitchFamily="34" charset="0"/>
              </a:rPr>
              <a:t>X</a:t>
            </a:r>
            <a:r>
              <a:rPr kumimoji="0" lang="en-US" altLang="zh-CN" sz="2000" baseline="-25000">
                <a:solidFill>
                  <a:srgbClr val="000099"/>
                </a:solidFill>
                <a:latin typeface="Verdana" panose="020B0604030504040204" pitchFamily="34" charset="0"/>
              </a:rPr>
              <a:t>i</a:t>
            </a:r>
            <a:r>
              <a:rPr kumimoji="0" lang="en-US" altLang="zh-CN" sz="2000">
                <a:solidFill>
                  <a:srgbClr val="000099"/>
                </a:solidFill>
                <a:latin typeface="Verdana" panose="020B0604030504040204" pitchFamily="34" charset="0"/>
              </a:rPr>
              <a:t>⊕Y</a:t>
            </a:r>
            <a:r>
              <a:rPr kumimoji="0" lang="en-US" altLang="zh-CN" sz="2000" baseline="-25000">
                <a:solidFill>
                  <a:srgbClr val="000099"/>
                </a:solidFill>
                <a:latin typeface="Verdana" panose="020B0604030504040204" pitchFamily="34" charset="0"/>
              </a:rPr>
              <a:t>i</a:t>
            </a:r>
            <a:r>
              <a:rPr kumimoji="0" lang="en-US" altLang="zh-CN" sz="2000">
                <a:solidFill>
                  <a:srgbClr val="000099"/>
                </a:solidFill>
                <a:latin typeface="Verdana" panose="020B0604030504040204" pitchFamily="34" charset="0"/>
              </a:rPr>
              <a:t>⊕C</a:t>
            </a:r>
            <a:r>
              <a:rPr kumimoji="0" lang="en-US" altLang="zh-CN" sz="2000" baseline="-25000">
                <a:solidFill>
                  <a:srgbClr val="000099"/>
                </a:solidFill>
                <a:latin typeface="Verdana" panose="020B0604030504040204" pitchFamily="34" charset="0"/>
              </a:rPr>
              <a:t>n+i</a:t>
            </a:r>
          </a:p>
        </p:txBody>
      </p:sp>
    </p:spTree>
  </p:cSld>
  <p:clrMapOvr>
    <a:masterClrMapping/>
  </p:clrMapOvr>
  <p:transition spd="med">
    <p:pull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018" name="Rectangle 2">
            <a:extLst>
              <a:ext uri="{FF2B5EF4-FFF2-40B4-BE49-F238E27FC236}">
                <a16:creationId xmlns:a16="http://schemas.microsoft.com/office/drawing/2014/main" id="{C26E8C11-36CA-47D6-8561-E21221099C41}"/>
              </a:ext>
            </a:extLst>
          </p:cNvPr>
          <p:cNvSpPr>
            <a:spLocks noGrp="1" noChangeArrowheads="1"/>
          </p:cNvSpPr>
          <p:nvPr>
            <p:ph type="title"/>
          </p:nvPr>
        </p:nvSpPr>
        <p:spPr/>
        <p:txBody>
          <a:bodyPr/>
          <a:lstStyle/>
          <a:p>
            <a:pPr eaLnBrk="1" hangingPunct="1"/>
            <a:r>
              <a:rPr lang="zh-CN" altLang="en-US"/>
              <a:t>算术逻辑运算的实现</a:t>
            </a:r>
          </a:p>
        </p:txBody>
      </p:sp>
      <p:sp>
        <p:nvSpPr>
          <p:cNvPr id="84994" name="Rectangle 3">
            <a:extLst>
              <a:ext uri="{FF2B5EF4-FFF2-40B4-BE49-F238E27FC236}">
                <a16:creationId xmlns:a16="http://schemas.microsoft.com/office/drawing/2014/main" id="{771D1BBE-8302-4E8D-A49F-37A7D9595F0F}"/>
              </a:ext>
            </a:extLst>
          </p:cNvPr>
          <p:cNvSpPr>
            <a:spLocks noGrp="1" noChangeArrowheads="1"/>
          </p:cNvSpPr>
          <p:nvPr>
            <p:ph idx="1"/>
          </p:nvPr>
        </p:nvSpPr>
        <p:spPr/>
        <p:txBody>
          <a:bodyPr/>
          <a:lstStyle/>
          <a:p>
            <a:pPr eaLnBrk="1" hangingPunct="1"/>
            <a:r>
              <a:rPr lang="en-US" altLang="zh-CN" dirty="0"/>
              <a:t>M=L</a:t>
            </a:r>
            <a:r>
              <a:rPr lang="zh-CN" altLang="en-US" dirty="0"/>
              <a:t>时，对进位信号没有影响，做算术运算</a:t>
            </a:r>
          </a:p>
          <a:p>
            <a:pPr eaLnBrk="1" hangingPunct="1"/>
            <a:r>
              <a:rPr lang="en-US" altLang="zh-CN" dirty="0"/>
              <a:t>M=H</a:t>
            </a:r>
            <a:r>
              <a:rPr lang="zh-CN" altLang="en-US" dirty="0"/>
              <a:t>时，进位位门被封锁，做逻辑运算</a:t>
            </a:r>
          </a:p>
          <a:p>
            <a:pPr eaLnBrk="1" hangingPunct="1">
              <a:lnSpc>
                <a:spcPct val="75000"/>
              </a:lnSpc>
            </a:pPr>
            <a:r>
              <a:rPr lang="zh-CN" altLang="en-US" dirty="0"/>
              <a:t>说明：</a:t>
            </a:r>
          </a:p>
          <a:p>
            <a:pPr lvl="1" eaLnBrk="1" hangingPunct="1"/>
            <a:r>
              <a:rPr lang="en-US" altLang="zh-CN" dirty="0"/>
              <a:t>A=B</a:t>
            </a:r>
            <a:r>
              <a:rPr lang="zh-CN" altLang="en-US" dirty="0"/>
              <a:t>端可以判断两个数是否相等</a:t>
            </a:r>
          </a:p>
        </p:txBody>
      </p:sp>
    </p:spTree>
  </p:cSld>
  <p:clrMapOvr>
    <a:masterClrMapping/>
  </p:clrMapOvr>
  <p:transition spd="med">
    <p:pull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5042" name="Rectangle 2">
            <a:extLst>
              <a:ext uri="{FF2B5EF4-FFF2-40B4-BE49-F238E27FC236}">
                <a16:creationId xmlns:a16="http://schemas.microsoft.com/office/drawing/2014/main" id="{61D0FA05-6D34-46E0-8873-B8A336814858}"/>
              </a:ext>
            </a:extLst>
          </p:cNvPr>
          <p:cNvSpPr>
            <a:spLocks noGrp="1" noChangeArrowheads="1"/>
          </p:cNvSpPr>
          <p:nvPr>
            <p:ph type="title"/>
          </p:nvPr>
        </p:nvSpPr>
        <p:spPr/>
        <p:txBody>
          <a:bodyPr/>
          <a:lstStyle/>
          <a:p>
            <a:pPr eaLnBrk="1" hangingPunct="1"/>
            <a:r>
              <a:rPr lang="zh-CN" altLang="en-US"/>
              <a:t>设计一个</a:t>
            </a:r>
            <a:r>
              <a:rPr lang="en-US" altLang="zh-CN"/>
              <a:t>16</a:t>
            </a:r>
            <a:r>
              <a:rPr lang="zh-CN" altLang="en-US"/>
              <a:t>位</a:t>
            </a:r>
            <a:r>
              <a:rPr lang="en-US" altLang="zh-CN"/>
              <a:t>ALU</a:t>
            </a:r>
          </a:p>
        </p:txBody>
      </p:sp>
      <p:sp>
        <p:nvSpPr>
          <p:cNvPr id="86018" name="Rectangle 3">
            <a:extLst>
              <a:ext uri="{FF2B5EF4-FFF2-40B4-BE49-F238E27FC236}">
                <a16:creationId xmlns:a16="http://schemas.microsoft.com/office/drawing/2014/main" id="{C74A79B6-8C1D-44D1-9DAD-EAD86BA2FD80}"/>
              </a:ext>
            </a:extLst>
          </p:cNvPr>
          <p:cNvSpPr>
            <a:spLocks noGrp="1" noChangeArrowheads="1"/>
          </p:cNvSpPr>
          <p:nvPr>
            <p:ph idx="1"/>
          </p:nvPr>
        </p:nvSpPr>
        <p:spPr/>
        <p:txBody>
          <a:bodyPr/>
          <a:lstStyle/>
          <a:p>
            <a:pPr eaLnBrk="1" hangingPunct="1"/>
            <a:r>
              <a:rPr lang="zh-CN" altLang="en-US" sz="3000" dirty="0"/>
              <a:t>片内先行进位，片间串行进位</a:t>
            </a:r>
            <a:endParaRPr lang="zh-CN" altLang="en-US" dirty="0"/>
          </a:p>
        </p:txBody>
      </p:sp>
      <p:sp>
        <p:nvSpPr>
          <p:cNvPr id="86020" name="Text Box 6">
            <a:extLst>
              <a:ext uri="{FF2B5EF4-FFF2-40B4-BE49-F238E27FC236}">
                <a16:creationId xmlns:a16="http://schemas.microsoft.com/office/drawing/2014/main" id="{376B019D-AE2B-4C28-BEC0-2F4412A674F3}"/>
              </a:ext>
            </a:extLst>
          </p:cNvPr>
          <p:cNvSpPr txBox="1">
            <a:spLocks noChangeArrowheads="1"/>
          </p:cNvSpPr>
          <p:nvPr/>
        </p:nvSpPr>
        <p:spPr bwMode="auto">
          <a:xfrm>
            <a:off x="1835150" y="5573713"/>
            <a:ext cx="5899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zh-CN" altLang="en-US" sz="2800" dirty="0">
                <a:solidFill>
                  <a:srgbClr val="C00000"/>
                </a:solidFill>
                <a:latin typeface="楷体" panose="02010609060101010101" pitchFamily="49" charset="-122"/>
                <a:ea typeface="楷体" panose="02010609060101010101" pitchFamily="49" charset="-122"/>
              </a:rPr>
              <a:t>片间串行进位是否可以进一步改进？</a:t>
            </a:r>
          </a:p>
        </p:txBody>
      </p:sp>
      <p:pic>
        <p:nvPicPr>
          <p:cNvPr id="86021" name="Picture 4" descr="/D:/jinerwork/组成/白中英版改编/visio/2.5_2.jpg">
            <a:extLst>
              <a:ext uri="{FF2B5EF4-FFF2-40B4-BE49-F238E27FC236}">
                <a16:creationId xmlns:a16="http://schemas.microsoft.com/office/drawing/2014/main" id="{7381678D-7BFF-4E76-8364-D2B444DBEDBF}"/>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323850" y="1700213"/>
            <a:ext cx="8591550"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6066" name="Rectangle 2">
            <a:extLst>
              <a:ext uri="{FF2B5EF4-FFF2-40B4-BE49-F238E27FC236}">
                <a16:creationId xmlns:a16="http://schemas.microsoft.com/office/drawing/2014/main" id="{C10A689D-A66A-4200-95C7-298EB2A1C4CB}"/>
              </a:ext>
            </a:extLst>
          </p:cNvPr>
          <p:cNvSpPr>
            <a:spLocks noGrp="1" noChangeArrowheads="1"/>
          </p:cNvSpPr>
          <p:nvPr>
            <p:ph type="title"/>
          </p:nvPr>
        </p:nvSpPr>
        <p:spPr/>
        <p:txBody>
          <a:bodyPr/>
          <a:lstStyle/>
          <a:p>
            <a:pPr algn="l" eaLnBrk="1" hangingPunct="1"/>
            <a:r>
              <a:rPr lang="zh-CN" altLang="en-US"/>
              <a:t>改进   两级先行进位</a:t>
            </a:r>
            <a:r>
              <a:rPr lang="en-US" altLang="zh-CN"/>
              <a:t>16</a:t>
            </a:r>
            <a:r>
              <a:rPr lang="zh-CN" altLang="en-US"/>
              <a:t>位</a:t>
            </a:r>
            <a:r>
              <a:rPr lang="en-US" altLang="zh-CN"/>
              <a:t>ALU</a:t>
            </a:r>
          </a:p>
        </p:txBody>
      </p:sp>
      <p:sp>
        <p:nvSpPr>
          <p:cNvPr id="87042" name="Rectangle 3">
            <a:extLst>
              <a:ext uri="{FF2B5EF4-FFF2-40B4-BE49-F238E27FC236}">
                <a16:creationId xmlns:a16="http://schemas.microsoft.com/office/drawing/2014/main" id="{93FCC7E0-E1CB-4124-9021-B0451582B8BC}"/>
              </a:ext>
            </a:extLst>
          </p:cNvPr>
          <p:cNvSpPr>
            <a:spLocks noGrp="1" noChangeArrowheads="1"/>
          </p:cNvSpPr>
          <p:nvPr>
            <p:ph idx="1"/>
          </p:nvPr>
        </p:nvSpPr>
        <p:spPr/>
        <p:txBody>
          <a:bodyPr/>
          <a:lstStyle/>
          <a:p>
            <a:pPr eaLnBrk="1" hangingPunct="1"/>
            <a:r>
              <a:rPr lang="en-US" altLang="zh-CN" dirty="0"/>
              <a:t>74181ALU</a:t>
            </a:r>
            <a:r>
              <a:rPr lang="zh-CN" altLang="en-US" dirty="0"/>
              <a:t>已设置了</a:t>
            </a:r>
            <a:r>
              <a:rPr lang="en-US" altLang="zh-CN" dirty="0"/>
              <a:t>P</a:t>
            </a:r>
            <a:r>
              <a:rPr lang="zh-CN" altLang="en-US" dirty="0"/>
              <a:t>和</a:t>
            </a:r>
            <a:r>
              <a:rPr lang="en-US" altLang="zh-CN" dirty="0"/>
              <a:t>G</a:t>
            </a:r>
            <a:r>
              <a:rPr lang="zh-CN" altLang="en-US" dirty="0"/>
              <a:t>两个本组先行进位输出端</a:t>
            </a:r>
          </a:p>
          <a:p>
            <a:pPr eaLnBrk="1" hangingPunct="1"/>
            <a:r>
              <a:rPr lang="zh-CN" altLang="en-US" dirty="0"/>
              <a:t>将</a:t>
            </a:r>
            <a:r>
              <a:rPr lang="en-US" altLang="zh-CN" dirty="0"/>
              <a:t>4</a:t>
            </a:r>
            <a:r>
              <a:rPr lang="zh-CN" altLang="en-US" dirty="0"/>
              <a:t>片</a:t>
            </a:r>
            <a:r>
              <a:rPr lang="en-US" altLang="zh-CN" dirty="0"/>
              <a:t>74181</a:t>
            </a:r>
            <a:r>
              <a:rPr lang="zh-CN" altLang="en-US" dirty="0"/>
              <a:t>的</a:t>
            </a:r>
            <a:r>
              <a:rPr lang="en-US" altLang="zh-CN" dirty="0"/>
              <a:t>P</a:t>
            </a:r>
            <a:r>
              <a:rPr lang="zh-CN" altLang="en-US" dirty="0"/>
              <a:t>、</a:t>
            </a:r>
            <a:r>
              <a:rPr lang="en-US" altLang="zh-CN" dirty="0"/>
              <a:t>G</a:t>
            </a:r>
            <a:r>
              <a:rPr lang="zh-CN" altLang="en-US" dirty="0"/>
              <a:t>输出端送入到</a:t>
            </a:r>
            <a:r>
              <a:rPr lang="en-US" altLang="zh-CN" dirty="0"/>
              <a:t>74182</a:t>
            </a:r>
            <a:r>
              <a:rPr lang="zh-CN" altLang="en-US" dirty="0"/>
              <a:t>先行进位部件（</a:t>
            </a:r>
            <a:r>
              <a:rPr lang="en-US" altLang="zh-CN" dirty="0"/>
              <a:t>CLA</a:t>
            </a:r>
            <a:r>
              <a:rPr lang="zh-CN" altLang="en-US" dirty="0"/>
              <a:t>），实现第二级的先行进位，即组与组之间的先行进位</a:t>
            </a:r>
          </a:p>
        </p:txBody>
      </p:sp>
    </p:spTree>
  </p:cSld>
  <p:clrMapOvr>
    <a:masterClrMapping/>
  </p:clrMapOvr>
  <p:transition spd="med">
    <p:pull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7090" name="Rectangle 2">
            <a:extLst>
              <a:ext uri="{FF2B5EF4-FFF2-40B4-BE49-F238E27FC236}">
                <a16:creationId xmlns:a16="http://schemas.microsoft.com/office/drawing/2014/main" id="{EFE72536-DF2A-473B-AAB1-2C270A1B1BE7}"/>
              </a:ext>
            </a:extLst>
          </p:cNvPr>
          <p:cNvSpPr>
            <a:spLocks noGrp="1" noChangeArrowheads="1"/>
          </p:cNvSpPr>
          <p:nvPr>
            <p:ph type="title"/>
          </p:nvPr>
        </p:nvSpPr>
        <p:spPr/>
        <p:txBody>
          <a:bodyPr/>
          <a:lstStyle/>
          <a:p>
            <a:pPr eaLnBrk="1" hangingPunct="1"/>
            <a:r>
              <a:rPr lang="en-US" altLang="zh-CN"/>
              <a:t>74182CLA</a:t>
            </a:r>
            <a:r>
              <a:rPr lang="zh-CN" altLang="en-US"/>
              <a:t>的进位逻辑关系</a:t>
            </a:r>
          </a:p>
        </p:txBody>
      </p:sp>
      <p:sp>
        <p:nvSpPr>
          <p:cNvPr id="88066" name="Rectangle 3">
            <a:extLst>
              <a:ext uri="{FF2B5EF4-FFF2-40B4-BE49-F238E27FC236}">
                <a16:creationId xmlns:a16="http://schemas.microsoft.com/office/drawing/2014/main" id="{90C0CC9B-19CD-4F06-B0E2-00B5CADF55E3}"/>
              </a:ext>
            </a:extLst>
          </p:cNvPr>
          <p:cNvSpPr>
            <a:spLocks noGrp="1" noChangeArrowheads="1"/>
          </p:cNvSpPr>
          <p:nvPr>
            <p:ph idx="1"/>
          </p:nvPr>
        </p:nvSpPr>
        <p:spPr/>
        <p:txBody>
          <a:bodyPr/>
          <a:lstStyle/>
          <a:p>
            <a:pPr lvl="1" eaLnBrk="1" hangingPunct="1">
              <a:buFont typeface="Wingdings" panose="05000000000000000000" pitchFamily="2" charset="2"/>
              <a:buNone/>
            </a:pPr>
            <a:r>
              <a:rPr lang="en-US" altLang="zh-CN" b="0" dirty="0" err="1"/>
              <a:t>C</a:t>
            </a:r>
            <a:r>
              <a:rPr lang="en-US" altLang="zh-CN" b="0" baseline="-25000" dirty="0" err="1"/>
              <a:t>n+x</a:t>
            </a:r>
            <a:r>
              <a:rPr lang="en-US" altLang="zh-CN" b="0" dirty="0"/>
              <a:t>=G</a:t>
            </a:r>
            <a:r>
              <a:rPr lang="en-US" altLang="zh-CN" b="0" baseline="-25000" dirty="0"/>
              <a:t>0</a:t>
            </a:r>
            <a:r>
              <a:rPr lang="en-US" altLang="zh-CN" b="0" dirty="0"/>
              <a:t>+P</a:t>
            </a:r>
            <a:r>
              <a:rPr lang="en-US" altLang="zh-CN" b="0" baseline="-25000" dirty="0"/>
              <a:t>0</a:t>
            </a:r>
            <a:r>
              <a:rPr lang="en-US" altLang="zh-CN" b="0" dirty="0"/>
              <a:t>C</a:t>
            </a:r>
            <a:r>
              <a:rPr lang="en-US" altLang="zh-CN" b="0" baseline="-25000" dirty="0"/>
              <a:t>n                        </a:t>
            </a:r>
          </a:p>
          <a:p>
            <a:pPr lvl="1" eaLnBrk="1" hangingPunct="1">
              <a:buFont typeface="Wingdings" panose="05000000000000000000" pitchFamily="2" charset="2"/>
              <a:buNone/>
            </a:pPr>
            <a:r>
              <a:rPr lang="en-US" altLang="zh-CN" b="0" dirty="0" err="1"/>
              <a:t>C</a:t>
            </a:r>
            <a:r>
              <a:rPr lang="en-US" altLang="zh-CN" b="0" baseline="-25000" dirty="0" err="1"/>
              <a:t>n+y</a:t>
            </a:r>
            <a:r>
              <a:rPr lang="en-US" altLang="zh-CN" b="0" dirty="0"/>
              <a:t>=G</a:t>
            </a:r>
            <a:r>
              <a:rPr lang="en-US" altLang="zh-CN" b="0" baseline="-25000" dirty="0"/>
              <a:t>1</a:t>
            </a:r>
            <a:r>
              <a:rPr lang="en-US" altLang="zh-CN" b="0" dirty="0"/>
              <a:t>+P</a:t>
            </a:r>
            <a:r>
              <a:rPr lang="en-US" altLang="zh-CN" b="0" baseline="-25000" dirty="0"/>
              <a:t>1</a:t>
            </a:r>
            <a:r>
              <a:rPr lang="en-US" altLang="zh-CN" b="0" dirty="0"/>
              <a:t>C</a:t>
            </a:r>
            <a:r>
              <a:rPr lang="en-US" altLang="zh-CN" b="0" baseline="-25000" dirty="0"/>
              <a:t>n+x</a:t>
            </a:r>
            <a:r>
              <a:rPr lang="en-US" altLang="zh-CN" b="0" dirty="0"/>
              <a:t>=G</a:t>
            </a:r>
            <a:r>
              <a:rPr lang="en-US" altLang="zh-CN" b="0" baseline="-25000" dirty="0"/>
              <a:t>1</a:t>
            </a:r>
            <a:r>
              <a:rPr lang="en-US" altLang="zh-CN" b="0" dirty="0"/>
              <a:t>+G</a:t>
            </a:r>
            <a:r>
              <a:rPr lang="en-US" altLang="zh-CN" b="0" baseline="-25000" dirty="0"/>
              <a:t>0</a:t>
            </a:r>
            <a:r>
              <a:rPr lang="en-US" altLang="zh-CN" b="0" dirty="0"/>
              <a:t>P</a:t>
            </a:r>
            <a:r>
              <a:rPr lang="en-US" altLang="zh-CN" b="0" baseline="-25000" dirty="0"/>
              <a:t>1</a:t>
            </a:r>
            <a:r>
              <a:rPr lang="en-US" altLang="zh-CN" b="0" dirty="0"/>
              <a:t>+P</a:t>
            </a:r>
            <a:r>
              <a:rPr lang="en-US" altLang="zh-CN" b="0" baseline="-25000" dirty="0"/>
              <a:t>0</a:t>
            </a:r>
            <a:r>
              <a:rPr lang="en-US" altLang="zh-CN" b="0" dirty="0"/>
              <a:t>P</a:t>
            </a:r>
            <a:r>
              <a:rPr lang="en-US" altLang="zh-CN" b="0" baseline="-25000" dirty="0"/>
              <a:t>1</a:t>
            </a:r>
            <a:r>
              <a:rPr lang="en-US" altLang="zh-CN" b="0" dirty="0"/>
              <a:t>C</a:t>
            </a:r>
            <a:r>
              <a:rPr lang="en-US" altLang="zh-CN" b="0" baseline="-25000" dirty="0"/>
              <a:t>n</a:t>
            </a:r>
          </a:p>
          <a:p>
            <a:pPr lvl="1" eaLnBrk="1" hangingPunct="1">
              <a:buFont typeface="Wingdings" panose="05000000000000000000" pitchFamily="2" charset="2"/>
              <a:buNone/>
            </a:pPr>
            <a:r>
              <a:rPr lang="en-US" altLang="zh-CN" b="0" dirty="0" err="1"/>
              <a:t>C</a:t>
            </a:r>
            <a:r>
              <a:rPr lang="en-US" altLang="zh-CN" b="0" baseline="-25000" dirty="0" err="1"/>
              <a:t>n+z</a:t>
            </a:r>
            <a:r>
              <a:rPr lang="en-US" altLang="zh-CN" b="0" dirty="0"/>
              <a:t>=G</a:t>
            </a:r>
            <a:r>
              <a:rPr lang="en-US" altLang="zh-CN" b="0" baseline="-25000" dirty="0"/>
              <a:t>2</a:t>
            </a:r>
            <a:r>
              <a:rPr lang="en-US" altLang="zh-CN" b="0" dirty="0"/>
              <a:t>+P</a:t>
            </a:r>
            <a:r>
              <a:rPr lang="en-US" altLang="zh-CN" b="0" baseline="-25000" dirty="0"/>
              <a:t>2</a:t>
            </a:r>
            <a:r>
              <a:rPr lang="en-US" altLang="zh-CN" b="0" dirty="0"/>
              <a:t>C</a:t>
            </a:r>
            <a:r>
              <a:rPr lang="en-US" altLang="zh-CN" b="0" baseline="-25000" dirty="0"/>
              <a:t>n+y</a:t>
            </a:r>
          </a:p>
          <a:p>
            <a:pPr lvl="1" eaLnBrk="1" hangingPunct="1">
              <a:buFont typeface="Wingdings" panose="05000000000000000000" pitchFamily="2" charset="2"/>
              <a:buNone/>
            </a:pPr>
            <a:r>
              <a:rPr lang="en-US" altLang="zh-CN" b="0" baseline="-25000" dirty="0"/>
              <a:t>         </a:t>
            </a:r>
            <a:r>
              <a:rPr lang="en-US" altLang="zh-CN" b="0" dirty="0"/>
              <a:t>=G</a:t>
            </a:r>
            <a:r>
              <a:rPr lang="en-US" altLang="zh-CN" b="0" baseline="-25000" dirty="0"/>
              <a:t>2</a:t>
            </a:r>
            <a:r>
              <a:rPr lang="en-US" altLang="zh-CN" b="0" dirty="0"/>
              <a:t>+G</a:t>
            </a:r>
            <a:r>
              <a:rPr lang="en-US" altLang="zh-CN" b="0" baseline="-25000" dirty="0"/>
              <a:t>1</a:t>
            </a:r>
            <a:r>
              <a:rPr lang="en-US" altLang="zh-CN" b="0" dirty="0"/>
              <a:t>P</a:t>
            </a:r>
            <a:r>
              <a:rPr lang="en-US" altLang="zh-CN" b="0" baseline="-25000" dirty="0"/>
              <a:t>2</a:t>
            </a:r>
            <a:r>
              <a:rPr lang="en-US" altLang="zh-CN" b="0" dirty="0"/>
              <a:t>+G</a:t>
            </a:r>
            <a:r>
              <a:rPr lang="en-US" altLang="zh-CN" b="0" baseline="-25000" dirty="0"/>
              <a:t>0</a:t>
            </a:r>
            <a:r>
              <a:rPr lang="en-US" altLang="zh-CN" b="0" dirty="0"/>
              <a:t>P</a:t>
            </a:r>
            <a:r>
              <a:rPr lang="en-US" altLang="zh-CN" b="0" baseline="-25000" dirty="0"/>
              <a:t>1</a:t>
            </a:r>
            <a:r>
              <a:rPr lang="en-US" altLang="zh-CN" b="0" dirty="0"/>
              <a:t>P</a:t>
            </a:r>
            <a:r>
              <a:rPr lang="en-US" altLang="zh-CN" b="0" baseline="-25000" dirty="0"/>
              <a:t>2</a:t>
            </a:r>
            <a:r>
              <a:rPr lang="en-US" altLang="zh-CN" b="0" dirty="0"/>
              <a:t>+P</a:t>
            </a:r>
            <a:r>
              <a:rPr lang="en-US" altLang="zh-CN" b="0" baseline="-25000" dirty="0"/>
              <a:t>0</a:t>
            </a:r>
            <a:r>
              <a:rPr lang="en-US" altLang="zh-CN" b="0" dirty="0"/>
              <a:t>P</a:t>
            </a:r>
            <a:r>
              <a:rPr lang="en-US" altLang="zh-CN" b="0" baseline="-25000" dirty="0"/>
              <a:t>1</a:t>
            </a:r>
            <a:r>
              <a:rPr lang="en-US" altLang="zh-CN" b="0" dirty="0"/>
              <a:t>P</a:t>
            </a:r>
            <a:r>
              <a:rPr lang="en-US" altLang="zh-CN" b="0" baseline="-25000" dirty="0"/>
              <a:t>2</a:t>
            </a:r>
            <a:r>
              <a:rPr lang="en-US" altLang="zh-CN" b="0" dirty="0"/>
              <a:t>C</a:t>
            </a:r>
            <a:r>
              <a:rPr lang="en-US" altLang="zh-CN" b="0" baseline="-25000" dirty="0"/>
              <a:t>n                  </a:t>
            </a:r>
          </a:p>
          <a:p>
            <a:pPr lvl="1" eaLnBrk="1" hangingPunct="1">
              <a:buFont typeface="Wingdings" panose="05000000000000000000" pitchFamily="2" charset="2"/>
              <a:buNone/>
            </a:pPr>
            <a:r>
              <a:rPr lang="en-US" altLang="zh-CN" b="0" dirty="0"/>
              <a:t>C</a:t>
            </a:r>
            <a:r>
              <a:rPr lang="en-US" altLang="zh-CN" b="0" baseline="-25000" dirty="0"/>
              <a:t>n+4</a:t>
            </a:r>
            <a:r>
              <a:rPr lang="en-US" altLang="zh-CN" b="0" dirty="0"/>
              <a:t>=G</a:t>
            </a:r>
            <a:r>
              <a:rPr lang="en-US" altLang="zh-CN" b="0" baseline="-25000" dirty="0"/>
              <a:t>3</a:t>
            </a:r>
            <a:r>
              <a:rPr lang="en-US" altLang="zh-CN" b="0" dirty="0"/>
              <a:t>+P</a:t>
            </a:r>
            <a:r>
              <a:rPr lang="en-US" altLang="zh-CN" b="0" baseline="-25000" dirty="0"/>
              <a:t>3</a:t>
            </a:r>
            <a:r>
              <a:rPr lang="en-US" altLang="zh-CN" b="0" dirty="0"/>
              <a:t>C</a:t>
            </a:r>
            <a:r>
              <a:rPr lang="en-US" altLang="zh-CN" b="0" baseline="-25000" dirty="0"/>
              <a:t>n+z</a:t>
            </a:r>
          </a:p>
          <a:p>
            <a:pPr lvl="1" eaLnBrk="1" hangingPunct="1">
              <a:buFont typeface="Wingdings" panose="05000000000000000000" pitchFamily="2" charset="2"/>
              <a:buNone/>
            </a:pPr>
            <a:r>
              <a:rPr lang="en-US" altLang="zh-CN" b="0" dirty="0"/>
              <a:t>    =G</a:t>
            </a:r>
            <a:r>
              <a:rPr lang="en-US" altLang="zh-CN" b="0" baseline="-25000" dirty="0"/>
              <a:t>3</a:t>
            </a:r>
            <a:r>
              <a:rPr lang="en-US" altLang="zh-CN" b="0" dirty="0"/>
              <a:t>+G</a:t>
            </a:r>
            <a:r>
              <a:rPr lang="en-US" altLang="zh-CN" b="0" baseline="-25000" dirty="0"/>
              <a:t>2</a:t>
            </a:r>
            <a:r>
              <a:rPr lang="en-US" altLang="zh-CN" b="0" dirty="0"/>
              <a:t>P</a:t>
            </a:r>
            <a:r>
              <a:rPr lang="en-US" altLang="zh-CN" b="0" baseline="-25000" dirty="0"/>
              <a:t>3</a:t>
            </a:r>
            <a:r>
              <a:rPr lang="en-US" altLang="zh-CN" b="0" dirty="0"/>
              <a:t>+G</a:t>
            </a:r>
            <a:r>
              <a:rPr lang="en-US" altLang="zh-CN" b="0" baseline="-25000" dirty="0"/>
              <a:t>1</a:t>
            </a:r>
            <a:r>
              <a:rPr lang="en-US" altLang="zh-CN" b="0" dirty="0"/>
              <a:t>P</a:t>
            </a:r>
            <a:r>
              <a:rPr lang="en-US" altLang="zh-CN" b="0" baseline="-25000" dirty="0"/>
              <a:t>2</a:t>
            </a:r>
            <a:r>
              <a:rPr lang="en-US" altLang="zh-CN" b="0" dirty="0"/>
              <a:t>P</a:t>
            </a:r>
            <a:r>
              <a:rPr lang="en-US" altLang="zh-CN" b="0" baseline="-25000" dirty="0"/>
              <a:t>3</a:t>
            </a:r>
            <a:r>
              <a:rPr lang="en-US" altLang="zh-CN" b="0" dirty="0"/>
              <a:t>+G</a:t>
            </a:r>
            <a:r>
              <a:rPr lang="en-US" altLang="zh-CN" b="0" baseline="-25000" dirty="0"/>
              <a:t>0</a:t>
            </a:r>
            <a:r>
              <a:rPr lang="en-US" altLang="zh-CN" b="0" dirty="0"/>
              <a:t>P</a:t>
            </a:r>
            <a:r>
              <a:rPr lang="en-US" altLang="zh-CN" b="0" baseline="-25000" dirty="0"/>
              <a:t>1</a:t>
            </a:r>
            <a:r>
              <a:rPr lang="en-US" altLang="zh-CN" b="0" dirty="0"/>
              <a:t>P</a:t>
            </a:r>
            <a:r>
              <a:rPr lang="en-US" altLang="zh-CN" b="0" baseline="-25000" dirty="0"/>
              <a:t>2</a:t>
            </a:r>
            <a:r>
              <a:rPr lang="en-US" altLang="zh-CN" b="0" dirty="0"/>
              <a:t>P</a:t>
            </a:r>
            <a:r>
              <a:rPr lang="en-US" altLang="zh-CN" b="0" baseline="-25000" dirty="0"/>
              <a:t>3</a:t>
            </a:r>
            <a:r>
              <a:rPr lang="en-US" altLang="zh-CN" b="0" dirty="0"/>
              <a:t>+P</a:t>
            </a:r>
            <a:r>
              <a:rPr lang="en-US" altLang="zh-CN" b="0" baseline="-25000" dirty="0"/>
              <a:t>0</a:t>
            </a:r>
            <a:r>
              <a:rPr lang="en-US" altLang="zh-CN" b="0" dirty="0"/>
              <a:t>P</a:t>
            </a:r>
            <a:r>
              <a:rPr lang="en-US" altLang="zh-CN" b="0" baseline="-25000" dirty="0"/>
              <a:t>1</a:t>
            </a:r>
            <a:r>
              <a:rPr lang="en-US" altLang="zh-CN" b="0" dirty="0"/>
              <a:t>P</a:t>
            </a:r>
            <a:r>
              <a:rPr lang="en-US" altLang="zh-CN" b="0" baseline="-25000" dirty="0"/>
              <a:t>2</a:t>
            </a:r>
            <a:r>
              <a:rPr lang="en-US" altLang="zh-CN" b="0" dirty="0"/>
              <a:t>P</a:t>
            </a:r>
            <a:r>
              <a:rPr lang="en-US" altLang="zh-CN" b="0" baseline="-25000" dirty="0"/>
              <a:t>3</a:t>
            </a:r>
            <a:r>
              <a:rPr lang="en-US" altLang="zh-CN" b="0" dirty="0"/>
              <a:t>C</a:t>
            </a:r>
            <a:r>
              <a:rPr lang="en-US" altLang="zh-CN" b="0" baseline="-25000" dirty="0"/>
              <a:t>n</a:t>
            </a:r>
          </a:p>
          <a:p>
            <a:pPr lvl="1" eaLnBrk="1" hangingPunct="1">
              <a:buFont typeface="Wingdings" panose="05000000000000000000" pitchFamily="2" charset="2"/>
              <a:buNone/>
            </a:pPr>
            <a:r>
              <a:rPr lang="en-US" altLang="zh-CN" b="0" dirty="0"/>
              <a:t>      =G*+P*C</a:t>
            </a:r>
            <a:r>
              <a:rPr lang="en-US" altLang="zh-CN" b="0" baseline="-25000" dirty="0"/>
              <a:t>n</a:t>
            </a:r>
          </a:p>
          <a:p>
            <a:pPr lvl="2" eaLnBrk="1" hangingPunct="1">
              <a:buFont typeface="Wingdings" panose="05000000000000000000" pitchFamily="2" charset="2"/>
              <a:buNone/>
            </a:pPr>
            <a:r>
              <a:rPr lang="en-US" altLang="zh-CN" sz="2800" dirty="0">
                <a:latin typeface="楷体" panose="02010609060101010101" pitchFamily="49" charset="-122"/>
                <a:ea typeface="楷体" panose="02010609060101010101" pitchFamily="49" charset="-122"/>
              </a:rPr>
              <a:t>G*</a:t>
            </a:r>
            <a:r>
              <a:rPr lang="zh-CN" altLang="en-US" sz="2800" dirty="0">
                <a:latin typeface="楷体" panose="02010609060101010101" pitchFamily="49" charset="-122"/>
                <a:ea typeface="楷体" panose="02010609060101010101" pitchFamily="49" charset="-122"/>
              </a:rPr>
              <a:t>为成组先行进位发生输出</a:t>
            </a:r>
          </a:p>
          <a:p>
            <a:pPr lvl="2" eaLnBrk="1" hangingPunct="1">
              <a:buFont typeface="Wingdings" panose="05000000000000000000" pitchFamily="2" charset="2"/>
              <a:buNone/>
            </a:pPr>
            <a:r>
              <a:rPr lang="en-US" altLang="zh-CN" sz="2800" dirty="0">
                <a:latin typeface="楷体" panose="02010609060101010101" pitchFamily="49" charset="-122"/>
                <a:ea typeface="楷体" panose="02010609060101010101" pitchFamily="49" charset="-122"/>
              </a:rPr>
              <a:t>P*</a:t>
            </a:r>
            <a:r>
              <a:rPr lang="zh-CN" altLang="en-US" sz="2800" dirty="0">
                <a:latin typeface="楷体" panose="02010609060101010101" pitchFamily="49" charset="-122"/>
                <a:ea typeface="楷体" panose="02010609060101010101" pitchFamily="49" charset="-122"/>
              </a:rPr>
              <a:t>为成组先行进位传送输出</a:t>
            </a:r>
          </a:p>
        </p:txBody>
      </p:sp>
    </p:spTree>
  </p:cSld>
  <p:clrMapOvr>
    <a:masterClrMapping/>
  </p:clrMapOvr>
  <p:transition spd="med">
    <p:pull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8114" name="Rectangle 2">
            <a:extLst>
              <a:ext uri="{FF2B5EF4-FFF2-40B4-BE49-F238E27FC236}">
                <a16:creationId xmlns:a16="http://schemas.microsoft.com/office/drawing/2014/main" id="{8B449B28-85FC-4749-AF93-207EF7E31D0D}"/>
              </a:ext>
            </a:extLst>
          </p:cNvPr>
          <p:cNvSpPr>
            <a:spLocks noGrp="1" noChangeArrowheads="1"/>
          </p:cNvSpPr>
          <p:nvPr>
            <p:ph type="title"/>
          </p:nvPr>
        </p:nvSpPr>
        <p:spPr/>
        <p:txBody>
          <a:bodyPr/>
          <a:lstStyle/>
          <a:p>
            <a:pPr eaLnBrk="1" hangingPunct="1"/>
            <a:r>
              <a:rPr lang="en-US" altLang="zh-CN" dirty="0"/>
              <a:t>74182CLA</a:t>
            </a:r>
            <a:r>
              <a:rPr lang="zh-CN" altLang="en-US" dirty="0"/>
              <a:t>的逻辑电路图</a:t>
            </a:r>
          </a:p>
        </p:txBody>
      </p:sp>
      <p:sp>
        <p:nvSpPr>
          <p:cNvPr id="89090" name="Rectangle 3">
            <a:extLst>
              <a:ext uri="{FF2B5EF4-FFF2-40B4-BE49-F238E27FC236}">
                <a16:creationId xmlns:a16="http://schemas.microsoft.com/office/drawing/2014/main" id="{DDDA2BF4-FA97-4FCD-8777-9A9F85EBDC6F}"/>
              </a:ext>
            </a:extLst>
          </p:cNvPr>
          <p:cNvSpPr>
            <a:spLocks noGrp="1" noChangeArrowheads="1"/>
          </p:cNvSpPr>
          <p:nvPr>
            <p:ph idx="1"/>
          </p:nvPr>
        </p:nvSpPr>
        <p:spPr/>
        <p:txBody>
          <a:bodyPr/>
          <a:lstStyle/>
          <a:p>
            <a:pPr eaLnBrk="1" hangingPunct="1"/>
            <a:endParaRPr lang="zh-CN" altLang="zh-CN"/>
          </a:p>
        </p:txBody>
      </p:sp>
      <p:pic>
        <p:nvPicPr>
          <p:cNvPr id="89092" name="Picture 4" descr="p4">
            <a:extLst>
              <a:ext uri="{FF2B5EF4-FFF2-40B4-BE49-F238E27FC236}">
                <a16:creationId xmlns:a16="http://schemas.microsoft.com/office/drawing/2014/main" id="{4E14DA24-298B-4976-B3F6-D4119ED2DE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371600"/>
            <a:ext cx="7240587" cy="4887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9138" name="Rectangle 2">
            <a:extLst>
              <a:ext uri="{FF2B5EF4-FFF2-40B4-BE49-F238E27FC236}">
                <a16:creationId xmlns:a16="http://schemas.microsoft.com/office/drawing/2014/main" id="{C634B529-A553-40B0-B2BF-28EA5EC9B1DD}"/>
              </a:ext>
            </a:extLst>
          </p:cNvPr>
          <p:cNvSpPr>
            <a:spLocks noGrp="1" noChangeArrowheads="1"/>
          </p:cNvSpPr>
          <p:nvPr>
            <p:ph type="title"/>
          </p:nvPr>
        </p:nvSpPr>
        <p:spPr/>
        <p:txBody>
          <a:bodyPr/>
          <a:lstStyle/>
          <a:p>
            <a:pPr eaLnBrk="1" hangingPunct="1"/>
            <a:r>
              <a:rPr lang="zh-CN" altLang="en-US" dirty="0"/>
              <a:t>设计一个</a:t>
            </a:r>
            <a:r>
              <a:rPr lang="en-US" altLang="zh-CN" dirty="0"/>
              <a:t>32</a:t>
            </a:r>
            <a:r>
              <a:rPr lang="zh-CN" altLang="en-US" dirty="0"/>
              <a:t>位</a:t>
            </a:r>
            <a:r>
              <a:rPr lang="en-US" altLang="zh-CN" dirty="0"/>
              <a:t>ALU</a:t>
            </a:r>
          </a:p>
        </p:txBody>
      </p:sp>
      <p:sp>
        <p:nvSpPr>
          <p:cNvPr id="90114" name="Rectangle 3">
            <a:extLst>
              <a:ext uri="{FF2B5EF4-FFF2-40B4-BE49-F238E27FC236}">
                <a16:creationId xmlns:a16="http://schemas.microsoft.com/office/drawing/2014/main" id="{A2065F88-2F6A-455F-9E74-97622F795941}"/>
              </a:ext>
            </a:extLst>
          </p:cNvPr>
          <p:cNvSpPr>
            <a:spLocks noGrp="1" noChangeArrowheads="1"/>
          </p:cNvSpPr>
          <p:nvPr>
            <p:ph idx="1"/>
          </p:nvPr>
        </p:nvSpPr>
        <p:spPr/>
        <p:txBody>
          <a:bodyPr/>
          <a:lstStyle/>
          <a:p>
            <a:pPr eaLnBrk="1" hangingPunct="1"/>
            <a:r>
              <a:rPr lang="zh-CN" altLang="en-US" dirty="0"/>
              <a:t>用两个</a:t>
            </a:r>
            <a:r>
              <a:rPr lang="en-US" altLang="zh-CN" dirty="0"/>
              <a:t>16</a:t>
            </a:r>
            <a:r>
              <a:rPr lang="zh-CN" altLang="en-US" dirty="0"/>
              <a:t>位全先行进位逻辑级联组成的</a:t>
            </a:r>
            <a:r>
              <a:rPr lang="en-US" altLang="zh-CN" dirty="0"/>
              <a:t>32</a:t>
            </a:r>
            <a:r>
              <a:rPr lang="zh-CN" altLang="en-US" dirty="0"/>
              <a:t>位</a:t>
            </a:r>
            <a:r>
              <a:rPr lang="en-US" altLang="zh-CN" dirty="0"/>
              <a:t>ALU</a:t>
            </a:r>
          </a:p>
        </p:txBody>
      </p:sp>
      <p:sp>
        <p:nvSpPr>
          <p:cNvPr id="90116" name="Rectangle 5">
            <a:extLst>
              <a:ext uri="{FF2B5EF4-FFF2-40B4-BE49-F238E27FC236}">
                <a16:creationId xmlns:a16="http://schemas.microsoft.com/office/drawing/2014/main" id="{4A61F071-B4FA-48C1-B27D-0705F101A9DF}"/>
              </a:ext>
            </a:extLst>
          </p:cNvPr>
          <p:cNvSpPr>
            <a:spLocks noChangeArrowheads="1"/>
          </p:cNvSpPr>
          <p:nvPr/>
        </p:nvSpPr>
        <p:spPr bwMode="auto">
          <a:xfrm>
            <a:off x="0" y="1600200"/>
            <a:ext cx="9144000"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lgn="ctr">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pic>
        <p:nvPicPr>
          <p:cNvPr id="90117" name="Picture 4" descr="2">
            <a:extLst>
              <a:ext uri="{FF2B5EF4-FFF2-40B4-BE49-F238E27FC236}">
                <a16:creationId xmlns:a16="http://schemas.microsoft.com/office/drawing/2014/main" id="{469390FE-25A4-4845-9BB1-AEA9A4F118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2174875"/>
            <a:ext cx="8594725" cy="257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8" name="TextBox 6">
            <a:extLst>
              <a:ext uri="{FF2B5EF4-FFF2-40B4-BE49-F238E27FC236}">
                <a16:creationId xmlns:a16="http://schemas.microsoft.com/office/drawing/2014/main" id="{56BC5132-126D-4518-B2AD-1ED3FDF19CBB}"/>
              </a:ext>
            </a:extLst>
          </p:cNvPr>
          <p:cNvSpPr txBox="1">
            <a:spLocks noChangeArrowheads="1"/>
          </p:cNvSpPr>
          <p:nvPr/>
        </p:nvSpPr>
        <p:spPr bwMode="auto">
          <a:xfrm>
            <a:off x="7489825" y="4573588"/>
            <a:ext cx="9239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1600">
                <a:solidFill>
                  <a:srgbClr val="3333CC"/>
                </a:solidFill>
                <a:ea typeface="黑体" panose="02010609060101010101" pitchFamily="49" charset="-122"/>
              </a:rPr>
              <a:t>4</a:t>
            </a:r>
            <a:r>
              <a:rPr lang="zh-CN" altLang="en-US" sz="1600">
                <a:solidFill>
                  <a:srgbClr val="3333CC"/>
                </a:solidFill>
                <a:ea typeface="黑体" panose="02010609060101010101" pitchFamily="49" charset="-122"/>
              </a:rPr>
              <a:t>位</a:t>
            </a:r>
            <a:r>
              <a:rPr lang="en-US" altLang="zh-CN" sz="1600">
                <a:solidFill>
                  <a:srgbClr val="3333CC"/>
                </a:solidFill>
                <a:ea typeface="黑体" panose="02010609060101010101" pitchFamily="49" charset="-122"/>
              </a:rPr>
              <a:t>ALU</a:t>
            </a:r>
            <a:endParaRPr lang="zh-CN" altLang="en-US" sz="1600">
              <a:solidFill>
                <a:srgbClr val="3333CC"/>
              </a:solidFill>
              <a:ea typeface="黑体" panose="02010609060101010101" pitchFamily="49" charset="-122"/>
            </a:endParaRPr>
          </a:p>
        </p:txBody>
      </p:sp>
      <p:sp>
        <p:nvSpPr>
          <p:cNvPr id="90119" name="TextBox 1">
            <a:extLst>
              <a:ext uri="{FF2B5EF4-FFF2-40B4-BE49-F238E27FC236}">
                <a16:creationId xmlns:a16="http://schemas.microsoft.com/office/drawing/2014/main" id="{9BE53732-7587-4A24-9899-E5DC45381BFA}"/>
              </a:ext>
            </a:extLst>
          </p:cNvPr>
          <p:cNvSpPr txBox="1">
            <a:spLocks noChangeArrowheads="1"/>
          </p:cNvSpPr>
          <p:nvPr/>
        </p:nvSpPr>
        <p:spPr bwMode="auto">
          <a:xfrm>
            <a:off x="4249738" y="4008438"/>
            <a:ext cx="5413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en-US" altLang="zh-CN" sz="2000">
                <a:solidFill>
                  <a:srgbClr val="3333CC"/>
                </a:solidFill>
                <a:ea typeface="黑体" panose="02010609060101010101" pitchFamily="49" charset="-122"/>
              </a:rPr>
              <a:t>C</a:t>
            </a:r>
            <a:r>
              <a:rPr lang="en-US" altLang="zh-CN" sz="2000" baseline="-25000">
                <a:solidFill>
                  <a:srgbClr val="3333CC"/>
                </a:solidFill>
                <a:ea typeface="黑体" panose="02010609060101010101" pitchFamily="49" charset="-122"/>
              </a:rPr>
              <a:t>15</a:t>
            </a:r>
            <a:endParaRPr lang="zh-CN" altLang="en-US" sz="2000" baseline="-25000">
              <a:solidFill>
                <a:srgbClr val="3333CC"/>
              </a:solidFill>
              <a:ea typeface="黑体" panose="02010609060101010101" pitchFamily="49" charset="-122"/>
            </a:endParaRPr>
          </a:p>
        </p:txBody>
      </p:sp>
      <p:cxnSp>
        <p:nvCxnSpPr>
          <p:cNvPr id="90120" name="直接箭头连接符 3">
            <a:extLst>
              <a:ext uri="{FF2B5EF4-FFF2-40B4-BE49-F238E27FC236}">
                <a16:creationId xmlns:a16="http://schemas.microsoft.com/office/drawing/2014/main" id="{ABB6A912-EC1D-4520-8D3D-C2B492FB39E7}"/>
              </a:ext>
            </a:extLst>
          </p:cNvPr>
          <p:cNvCxnSpPr>
            <a:cxnSpLocks noChangeShapeType="1"/>
            <a:stCxn id="90118" idx="0"/>
          </p:cNvCxnSpPr>
          <p:nvPr/>
        </p:nvCxnSpPr>
        <p:spPr bwMode="auto">
          <a:xfrm flipH="1" flipV="1">
            <a:off x="7885113" y="4208463"/>
            <a:ext cx="66675" cy="365125"/>
          </a:xfrm>
          <a:prstGeom prst="straightConnector1">
            <a:avLst/>
          </a:prstGeom>
          <a:noFill/>
          <a:ln w="15875" algn="ctr">
            <a:solidFill>
              <a:srgbClr val="C00000"/>
            </a:solidFill>
            <a:miter lim="800000"/>
            <a:headEnd/>
            <a:tailEnd type="arrow" w="med" len="med"/>
          </a:ln>
          <a:extLst>
            <a:ext uri="{909E8E84-426E-40DD-AFC4-6F175D3DCCD1}">
              <a14:hiddenFill xmlns:a14="http://schemas.microsoft.com/office/drawing/2010/main">
                <a:noFill/>
              </a14:hiddenFill>
            </a:ext>
          </a:extLst>
        </p:spPr>
      </p:cxnSp>
    </p:spTree>
  </p:cSld>
  <p:clrMapOvr>
    <a:masterClrMapping/>
  </p:clrMapOvr>
  <p:transition spd="med">
    <p:pull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1186" name="Rectangle 2">
            <a:extLst>
              <a:ext uri="{FF2B5EF4-FFF2-40B4-BE49-F238E27FC236}">
                <a16:creationId xmlns:a16="http://schemas.microsoft.com/office/drawing/2014/main" id="{51B8E77A-2CB4-477D-B39F-23E9B4B230F0}"/>
              </a:ext>
            </a:extLst>
          </p:cNvPr>
          <p:cNvSpPr>
            <a:spLocks noGrp="1" noChangeArrowheads="1"/>
          </p:cNvSpPr>
          <p:nvPr>
            <p:ph type="title"/>
          </p:nvPr>
        </p:nvSpPr>
        <p:spPr/>
        <p:txBody>
          <a:bodyPr/>
          <a:lstStyle/>
          <a:p>
            <a:pPr eaLnBrk="1" hangingPunct="1"/>
            <a:r>
              <a:rPr lang="zh-CN" altLang="en-US"/>
              <a:t>算术</a:t>
            </a:r>
            <a:r>
              <a:rPr lang="en-US" altLang="zh-CN"/>
              <a:t>/</a:t>
            </a:r>
            <a:r>
              <a:rPr lang="zh-CN" altLang="en-US"/>
              <a:t>逻辑运算</a:t>
            </a:r>
            <a:r>
              <a:rPr lang="en-US" altLang="zh-CN"/>
              <a:t>ALU</a:t>
            </a:r>
            <a:r>
              <a:rPr lang="zh-CN" altLang="en-US"/>
              <a:t>的另一个方案</a:t>
            </a:r>
          </a:p>
        </p:txBody>
      </p:sp>
      <p:sp>
        <p:nvSpPr>
          <p:cNvPr id="92162" name="Rectangle 3">
            <a:extLst>
              <a:ext uri="{FF2B5EF4-FFF2-40B4-BE49-F238E27FC236}">
                <a16:creationId xmlns:a16="http://schemas.microsoft.com/office/drawing/2014/main" id="{D21B67EC-D5CE-4697-B36E-4567437DEFF8}"/>
              </a:ext>
            </a:extLst>
          </p:cNvPr>
          <p:cNvSpPr>
            <a:spLocks noGrp="1" noChangeArrowheads="1"/>
          </p:cNvSpPr>
          <p:nvPr>
            <p:ph idx="1"/>
          </p:nvPr>
        </p:nvSpPr>
        <p:spPr/>
        <p:txBody>
          <a:bodyPr/>
          <a:lstStyle/>
          <a:p>
            <a:pPr eaLnBrk="1" hangingPunct="1"/>
            <a:r>
              <a:rPr lang="zh-CN" altLang="en-US" sz="2400" dirty="0"/>
              <a:t>实现功能简单</a:t>
            </a:r>
            <a:r>
              <a:rPr lang="zh-CN" altLang="en-US" sz="2400" dirty="0">
                <a:sym typeface="Wingdings" panose="05000000000000000000" pitchFamily="2" charset="2"/>
              </a:rPr>
              <a:t></a:t>
            </a:r>
            <a:r>
              <a:rPr lang="zh-CN" altLang="en-US" sz="2400" dirty="0"/>
              <a:t>逻辑电路简单</a:t>
            </a:r>
          </a:p>
        </p:txBody>
      </p:sp>
      <p:pic>
        <p:nvPicPr>
          <p:cNvPr id="52229" name="Picture 4" descr="页面提取自－ 07-read设计过程与ALU设计">
            <a:extLst>
              <a:ext uri="{FF2B5EF4-FFF2-40B4-BE49-F238E27FC236}">
                <a16:creationId xmlns:a16="http://schemas.microsoft.com/office/drawing/2014/main" id="{72922F47-66C2-4AB8-8EE1-FA97C423FE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6140" y="2203917"/>
            <a:ext cx="3094809" cy="3074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65" name="Picture 6" descr="页面提取自－ 07-read设计过程与ALU设计-2">
            <a:extLst>
              <a:ext uri="{FF2B5EF4-FFF2-40B4-BE49-F238E27FC236}">
                <a16:creationId xmlns:a16="http://schemas.microsoft.com/office/drawing/2014/main" id="{1126F198-D59C-4310-BFC0-F1AD143597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151" y="1657134"/>
            <a:ext cx="3657600" cy="4456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6" name="Line 7">
            <a:extLst>
              <a:ext uri="{FF2B5EF4-FFF2-40B4-BE49-F238E27FC236}">
                <a16:creationId xmlns:a16="http://schemas.microsoft.com/office/drawing/2014/main" id="{5E5CCE6B-2F61-49CD-8BB6-B693BD9189A4}"/>
              </a:ext>
            </a:extLst>
          </p:cNvPr>
          <p:cNvSpPr>
            <a:spLocks noChangeShapeType="1"/>
          </p:cNvSpPr>
          <p:nvPr/>
        </p:nvSpPr>
        <p:spPr bwMode="auto">
          <a:xfrm flipV="1">
            <a:off x="2843213" y="2185988"/>
            <a:ext cx="3192462" cy="863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67" name="Line 8">
            <a:extLst>
              <a:ext uri="{FF2B5EF4-FFF2-40B4-BE49-F238E27FC236}">
                <a16:creationId xmlns:a16="http://schemas.microsoft.com/office/drawing/2014/main" id="{518F489F-254A-45E0-9F85-AF942C2D3392}"/>
              </a:ext>
            </a:extLst>
          </p:cNvPr>
          <p:cNvSpPr>
            <a:spLocks noChangeShapeType="1"/>
          </p:cNvSpPr>
          <p:nvPr/>
        </p:nvSpPr>
        <p:spPr bwMode="auto">
          <a:xfrm>
            <a:off x="2843213" y="3625850"/>
            <a:ext cx="3192462" cy="14208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68" name="Text Box 9">
            <a:extLst>
              <a:ext uri="{FF2B5EF4-FFF2-40B4-BE49-F238E27FC236}">
                <a16:creationId xmlns:a16="http://schemas.microsoft.com/office/drawing/2014/main" id="{3853EF43-796C-4EE6-968A-BE3061D43C83}"/>
              </a:ext>
            </a:extLst>
          </p:cNvPr>
          <p:cNvSpPr txBox="1">
            <a:spLocks noChangeArrowheads="1"/>
          </p:cNvSpPr>
          <p:nvPr/>
        </p:nvSpPr>
        <p:spPr bwMode="auto">
          <a:xfrm>
            <a:off x="2691927" y="1661616"/>
            <a:ext cx="12987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lgn="ctr">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Tx/>
              <a:buNone/>
            </a:pPr>
            <a:r>
              <a:rPr lang="en-US" altLang="zh-CN" sz="2400" dirty="0">
                <a:solidFill>
                  <a:srgbClr val="3333CC"/>
                </a:solidFill>
                <a:ea typeface="楷体" panose="02010609060101010101" pitchFamily="49" charset="-122"/>
                <a:cs typeface="Times New Roman" panose="02020603050405020304" pitchFamily="18" charset="0"/>
              </a:rPr>
              <a:t>4</a:t>
            </a:r>
            <a:r>
              <a:rPr lang="zh-CN" altLang="en-US" sz="2400" dirty="0">
                <a:solidFill>
                  <a:srgbClr val="3333CC"/>
                </a:solidFill>
                <a:ea typeface="楷体" panose="02010609060101010101" pitchFamily="49" charset="-122"/>
                <a:cs typeface="Times New Roman" panose="02020603050405020304" pitchFamily="18" charset="0"/>
              </a:rPr>
              <a:t>位</a:t>
            </a:r>
            <a:r>
              <a:rPr lang="en-US" altLang="zh-CN" sz="2400" dirty="0">
                <a:solidFill>
                  <a:srgbClr val="3333CC"/>
                </a:solidFill>
                <a:ea typeface="楷体" panose="02010609060101010101" pitchFamily="49" charset="-122"/>
                <a:cs typeface="Times New Roman" panose="02020603050405020304" pitchFamily="18" charset="0"/>
              </a:rPr>
              <a:t>ALU</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52229"/>
                                        </p:tgtEl>
                                        <p:attrNameLst>
                                          <p:attrName>style.visibility</p:attrName>
                                        </p:attrNameLst>
                                      </p:cBhvr>
                                      <p:to>
                                        <p:strVal val="visible"/>
                                      </p:to>
                                    </p:set>
                                    <p:anim calcmode="lin" valueType="num">
                                      <p:cBhvr additive="base">
                                        <p:cTn id="7" dur="500" fill="hold"/>
                                        <p:tgtEl>
                                          <p:spTgt spid="52229"/>
                                        </p:tgtEl>
                                        <p:attrNameLst>
                                          <p:attrName>ppt_x</p:attrName>
                                        </p:attrNameLst>
                                      </p:cBhvr>
                                      <p:tavLst>
                                        <p:tav tm="0">
                                          <p:val>
                                            <p:strVal val="1+#ppt_w/2"/>
                                          </p:val>
                                        </p:tav>
                                        <p:tav tm="100000">
                                          <p:val>
                                            <p:strVal val="#ppt_x"/>
                                          </p:val>
                                        </p:tav>
                                      </p:tavLst>
                                    </p:anim>
                                    <p:anim calcmode="lin" valueType="num">
                                      <p:cBhvr additive="base">
                                        <p:cTn id="8" dur="500" fill="hold"/>
                                        <p:tgtEl>
                                          <p:spTgt spid="522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5236" name="Rectangle 4">
            <a:extLst>
              <a:ext uri="{FF2B5EF4-FFF2-40B4-BE49-F238E27FC236}">
                <a16:creationId xmlns:a16="http://schemas.microsoft.com/office/drawing/2014/main" id="{086C56B3-E475-4391-B3E2-93D3CDDD3E73}"/>
              </a:ext>
            </a:extLst>
          </p:cNvPr>
          <p:cNvSpPr>
            <a:spLocks noGrp="1" noChangeArrowheads="1"/>
          </p:cNvSpPr>
          <p:nvPr>
            <p:ph type="title"/>
          </p:nvPr>
        </p:nvSpPr>
        <p:spPr/>
        <p:txBody>
          <a:bodyPr/>
          <a:lstStyle/>
          <a:p>
            <a:pPr eaLnBrk="1" hangingPunct="1"/>
            <a:r>
              <a:rPr lang="en-US" altLang="zh-CN" dirty="0"/>
              <a:t>BCD</a:t>
            </a:r>
            <a:r>
              <a:rPr lang="zh-CN" altLang="en-US" dirty="0"/>
              <a:t>码加法实例</a:t>
            </a:r>
          </a:p>
        </p:txBody>
      </p:sp>
      <p:sp>
        <p:nvSpPr>
          <p:cNvPr id="735235" name="Rectangle 3">
            <a:extLst>
              <a:ext uri="{FF2B5EF4-FFF2-40B4-BE49-F238E27FC236}">
                <a16:creationId xmlns:a16="http://schemas.microsoft.com/office/drawing/2014/main" id="{512D175A-7E35-4B0C-850D-F07B62FF534B}"/>
              </a:ext>
            </a:extLst>
          </p:cNvPr>
          <p:cNvSpPr>
            <a:spLocks noGrp="1" noChangeArrowheads="1"/>
          </p:cNvSpPr>
          <p:nvPr>
            <p:ph idx="1"/>
          </p:nvPr>
        </p:nvSpPr>
        <p:spPr>
          <a:xfrm>
            <a:off x="250825" y="1147762"/>
            <a:ext cx="8713788" cy="5329238"/>
          </a:xfrm>
        </p:spPr>
        <p:txBody>
          <a:bodyPr/>
          <a:lstStyle/>
          <a:p>
            <a:pPr eaLnBrk="1" hangingPunct="1"/>
            <a:r>
              <a:rPr lang="en-US" altLang="zh-CN" dirty="0"/>
              <a:t>	x=36, y=47, </a:t>
            </a:r>
            <a:r>
              <a:rPr lang="zh-CN" altLang="en-US" dirty="0"/>
              <a:t>求</a:t>
            </a:r>
            <a:r>
              <a:rPr lang="en-US" altLang="zh-CN" dirty="0" err="1"/>
              <a:t>x+y</a:t>
            </a:r>
            <a:endParaRPr lang="en-US" altLang="zh-CN" dirty="0"/>
          </a:p>
          <a:p>
            <a:pPr eaLnBrk="1" hangingPunct="1">
              <a:buFont typeface="Wingdings 2" panose="05020102010507070707" pitchFamily="18" charset="2"/>
              <a:buNone/>
            </a:pPr>
            <a:r>
              <a:rPr lang="zh-CN" altLang="en-US" sz="2800" dirty="0"/>
              <a:t>解：</a:t>
            </a:r>
            <a:r>
              <a:rPr lang="en-US" altLang="zh-CN" sz="2800" dirty="0"/>
              <a:t>[x]</a:t>
            </a:r>
            <a:r>
              <a:rPr lang="en-US" altLang="zh-CN" sz="2800" baseline="-25000" dirty="0"/>
              <a:t>BCD</a:t>
            </a:r>
            <a:r>
              <a:rPr lang="en-US" altLang="zh-CN" sz="2800" dirty="0"/>
              <a:t>=0011 0110, [y]</a:t>
            </a:r>
            <a:r>
              <a:rPr lang="en-US" altLang="zh-CN" sz="2800" baseline="-25000" dirty="0"/>
              <a:t>BCD</a:t>
            </a:r>
            <a:r>
              <a:rPr lang="en-US" altLang="zh-CN" sz="2800" dirty="0"/>
              <a:t>=0100 0111</a:t>
            </a:r>
          </a:p>
          <a:p>
            <a:pPr lvl="1" eaLnBrk="1" hangingPunct="1">
              <a:buFont typeface="Wingdings" panose="05000000000000000000" pitchFamily="2" charset="2"/>
              <a:buNone/>
            </a:pPr>
            <a:r>
              <a:rPr lang="en-US" altLang="zh-CN" dirty="0"/>
              <a:t>		[x]</a:t>
            </a:r>
            <a:r>
              <a:rPr lang="en-US" altLang="zh-CN" baseline="-25000" dirty="0"/>
              <a:t>BCD        </a:t>
            </a:r>
            <a:r>
              <a:rPr lang="en-US" altLang="zh-CN" dirty="0"/>
              <a:t>0011 0110</a:t>
            </a:r>
          </a:p>
          <a:p>
            <a:pPr lvl="1" eaLnBrk="1" hangingPunct="1">
              <a:buFont typeface="Wingdings" panose="05000000000000000000" pitchFamily="2" charset="2"/>
              <a:buNone/>
            </a:pPr>
            <a:r>
              <a:rPr lang="en-US" altLang="zh-CN" dirty="0"/>
              <a:t>	      +[y]</a:t>
            </a:r>
            <a:r>
              <a:rPr lang="en-US" altLang="zh-CN" baseline="-25000" dirty="0"/>
              <a:t>BCD        </a:t>
            </a:r>
            <a:r>
              <a:rPr lang="en-US" altLang="zh-CN" dirty="0"/>
              <a:t>0100 0111</a:t>
            </a:r>
          </a:p>
          <a:p>
            <a:pPr lvl="1" eaLnBrk="1" hangingPunct="1">
              <a:buFont typeface="Wingdings" panose="05000000000000000000" pitchFamily="2" charset="2"/>
              <a:buNone/>
            </a:pPr>
            <a:r>
              <a:rPr lang="en-US" altLang="zh-CN" dirty="0"/>
              <a:t>				 0111 1101</a:t>
            </a:r>
          </a:p>
          <a:p>
            <a:pPr eaLnBrk="1" hangingPunct="1">
              <a:buFont typeface="Wingdings 2" panose="05020102010507070707" pitchFamily="18" charset="2"/>
              <a:buNone/>
            </a:pPr>
            <a:r>
              <a:rPr lang="zh-CN" altLang="en-US" sz="2800" dirty="0"/>
              <a:t>校正                           ＋ </a:t>
            </a:r>
            <a:r>
              <a:rPr lang="en-US" altLang="zh-CN" sz="2800" dirty="0">
                <a:solidFill>
                  <a:schemeClr val="tx2"/>
                </a:solidFill>
              </a:rPr>
              <a:t>0110</a:t>
            </a:r>
          </a:p>
          <a:p>
            <a:pPr eaLnBrk="1" hangingPunct="1">
              <a:buFont typeface="Wingdings 2" panose="05020102010507070707" pitchFamily="18" charset="2"/>
              <a:buNone/>
            </a:pPr>
            <a:r>
              <a:rPr lang="en-US" altLang="zh-CN" sz="2800" dirty="0"/>
              <a:t>	         [</a:t>
            </a:r>
            <a:r>
              <a:rPr lang="en-US" altLang="zh-CN" sz="2800" dirty="0" err="1"/>
              <a:t>x+y</a:t>
            </a:r>
            <a:r>
              <a:rPr lang="en-US" altLang="zh-CN" sz="2800" dirty="0"/>
              <a:t>]</a:t>
            </a:r>
            <a:r>
              <a:rPr lang="en-US" altLang="zh-CN" sz="2800" baseline="-25000" dirty="0"/>
              <a:t>BCD</a:t>
            </a:r>
            <a:r>
              <a:rPr lang="en-US" altLang="zh-CN" sz="2800" dirty="0"/>
              <a:t>    1000 0011</a:t>
            </a:r>
          </a:p>
          <a:p>
            <a:pPr eaLnBrk="1" hangingPunct="1">
              <a:buFont typeface="Wingdings 2" panose="05020102010507070707" pitchFamily="18" charset="2"/>
              <a:buNone/>
            </a:pPr>
            <a:r>
              <a:rPr lang="zh-CN" altLang="en-US" sz="2800" dirty="0"/>
              <a:t>所以，</a:t>
            </a:r>
            <a:r>
              <a:rPr lang="en-US" altLang="zh-CN" sz="2800" dirty="0" err="1"/>
              <a:t>x+y</a:t>
            </a:r>
            <a:r>
              <a:rPr lang="en-US" altLang="zh-CN" sz="2800" dirty="0"/>
              <a:t>=83</a:t>
            </a:r>
          </a:p>
        </p:txBody>
      </p:sp>
      <p:sp>
        <p:nvSpPr>
          <p:cNvPr id="735237" name="Line 5">
            <a:extLst>
              <a:ext uri="{FF2B5EF4-FFF2-40B4-BE49-F238E27FC236}">
                <a16:creationId xmlns:a16="http://schemas.microsoft.com/office/drawing/2014/main" id="{FA4C931E-A777-45CF-8F84-93060C04DF1F}"/>
              </a:ext>
            </a:extLst>
          </p:cNvPr>
          <p:cNvSpPr>
            <a:spLocks noChangeShapeType="1"/>
          </p:cNvSpPr>
          <p:nvPr/>
        </p:nvSpPr>
        <p:spPr bwMode="auto">
          <a:xfrm>
            <a:off x="1763713" y="2997200"/>
            <a:ext cx="4448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5239" name="Line 7">
            <a:extLst>
              <a:ext uri="{FF2B5EF4-FFF2-40B4-BE49-F238E27FC236}">
                <a16:creationId xmlns:a16="http://schemas.microsoft.com/office/drawing/2014/main" id="{285A1724-80D0-4DA1-815F-C6E053078552}"/>
              </a:ext>
            </a:extLst>
          </p:cNvPr>
          <p:cNvSpPr>
            <a:spLocks noChangeShapeType="1"/>
          </p:cNvSpPr>
          <p:nvPr/>
        </p:nvSpPr>
        <p:spPr bwMode="auto">
          <a:xfrm>
            <a:off x="1763713" y="4076700"/>
            <a:ext cx="4448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5240" name="Text Box 8">
            <a:extLst>
              <a:ext uri="{FF2B5EF4-FFF2-40B4-BE49-F238E27FC236}">
                <a16:creationId xmlns:a16="http://schemas.microsoft.com/office/drawing/2014/main" id="{B14EC3AF-9492-485D-A07B-26D54A4D928A}"/>
              </a:ext>
            </a:extLst>
          </p:cNvPr>
          <p:cNvSpPr txBox="1">
            <a:spLocks noChangeArrowheads="1"/>
          </p:cNvSpPr>
          <p:nvPr/>
        </p:nvSpPr>
        <p:spPr bwMode="auto">
          <a:xfrm>
            <a:off x="1042988" y="5262563"/>
            <a:ext cx="7466012" cy="974725"/>
          </a:xfrm>
          <a:prstGeom prst="rect">
            <a:avLst/>
          </a:prstGeom>
          <a:noFill/>
          <a:ln w="28575" algn="ctr">
            <a:solidFill>
              <a:schemeClr val="accent2"/>
            </a:solidFill>
            <a:miter lim="800000"/>
            <a:headEnd/>
            <a:tailEnd/>
          </a:ln>
          <a:effectLst/>
        </p:spPr>
        <p:txBody>
          <a:bodyPr wrap="none">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eaLnBrk="1" hangingPunct="1"/>
            <a:r>
              <a:rPr kumimoji="0" lang="zh-CN" altLang="en-US" sz="2800" b="1">
                <a:solidFill>
                  <a:srgbClr val="CC3300"/>
                </a:solidFill>
                <a:effectLst>
                  <a:outerShdw blurRad="38100" dist="38100" dir="2700000" algn="tl">
                    <a:srgbClr val="C0C0C0"/>
                  </a:outerShdw>
                </a:effectLst>
                <a:latin typeface="Verdana" panose="020B0604030504040204" pitchFamily="34" charset="0"/>
                <a:ea typeface="楷体_GB2312" pitchFamily="49" charset="-122"/>
              </a:rPr>
              <a:t>校正逻辑：</a:t>
            </a:r>
            <a:r>
              <a:rPr kumimoji="0" lang="en-US" altLang="zh-CN" sz="2800" b="1">
                <a:solidFill>
                  <a:srgbClr val="CC3300"/>
                </a:solidFill>
                <a:effectLst>
                  <a:outerShdw blurRad="38100" dist="38100" dir="2700000" algn="tl">
                    <a:srgbClr val="C0C0C0"/>
                  </a:outerShdw>
                </a:effectLst>
                <a:latin typeface="Verdana" panose="020B0604030504040204" pitchFamily="34" charset="0"/>
                <a:ea typeface="楷体_GB2312" pitchFamily="49" charset="-122"/>
              </a:rPr>
              <a:t>BCD</a:t>
            </a:r>
            <a:r>
              <a:rPr kumimoji="0" lang="zh-CN" altLang="en-US" sz="2800" b="1">
                <a:solidFill>
                  <a:srgbClr val="CC3300"/>
                </a:solidFill>
                <a:effectLst>
                  <a:outerShdw blurRad="38100" dist="38100" dir="2700000" algn="tl">
                    <a:srgbClr val="C0C0C0"/>
                  </a:outerShdw>
                </a:effectLst>
                <a:latin typeface="Verdana" panose="020B0604030504040204" pitchFamily="34" charset="0"/>
                <a:ea typeface="楷体_GB2312" pitchFamily="49" charset="-122"/>
              </a:rPr>
              <a:t>码完成十进制运算时，当和数</a:t>
            </a:r>
          </a:p>
          <a:p>
            <a:pPr eaLnBrk="1" hangingPunct="1"/>
            <a:r>
              <a:rPr kumimoji="0" lang="zh-CN" altLang="en-US" sz="2800" b="1">
                <a:solidFill>
                  <a:srgbClr val="CC3300"/>
                </a:solidFill>
                <a:effectLst>
                  <a:outerShdw blurRad="38100" dist="38100" dir="2700000" algn="tl">
                    <a:srgbClr val="C0C0C0"/>
                  </a:outerShdw>
                </a:effectLst>
                <a:latin typeface="Verdana" panose="020B0604030504040204" pitchFamily="34" charset="0"/>
                <a:ea typeface="楷体_GB2312" pitchFamily="49" charset="-122"/>
              </a:rPr>
              <a:t>大于</a:t>
            </a:r>
            <a:r>
              <a:rPr kumimoji="0" lang="en-US" altLang="zh-CN" sz="2800" b="1">
                <a:solidFill>
                  <a:srgbClr val="CC3300"/>
                </a:solidFill>
                <a:effectLst>
                  <a:outerShdw blurRad="38100" dist="38100" dir="2700000" algn="tl">
                    <a:srgbClr val="C0C0C0"/>
                  </a:outerShdw>
                </a:effectLst>
                <a:latin typeface="Verdana" panose="020B0604030504040204" pitchFamily="34" charset="0"/>
                <a:ea typeface="楷体_GB2312" pitchFamily="49" charset="-122"/>
              </a:rPr>
              <a:t>9</a:t>
            </a:r>
            <a:r>
              <a:rPr kumimoji="0" lang="zh-CN" altLang="en-US" sz="2800" b="1">
                <a:solidFill>
                  <a:srgbClr val="CC3300"/>
                </a:solidFill>
                <a:effectLst>
                  <a:outerShdw blurRad="38100" dist="38100" dir="2700000" algn="tl">
                    <a:srgbClr val="C0C0C0"/>
                  </a:outerShdw>
                </a:effectLst>
                <a:latin typeface="Verdana" panose="020B0604030504040204" pitchFamily="34" charset="0"/>
                <a:ea typeface="楷体_GB2312" pitchFamily="49" charset="-122"/>
              </a:rPr>
              <a:t>时，必须对和数进行加</a:t>
            </a:r>
            <a:r>
              <a:rPr kumimoji="0" lang="en-US" altLang="zh-CN" sz="2800" b="1">
                <a:solidFill>
                  <a:srgbClr val="CC3300"/>
                </a:solidFill>
                <a:effectLst>
                  <a:outerShdw blurRad="38100" dist="38100" dir="2700000" algn="tl">
                    <a:srgbClr val="C0C0C0"/>
                  </a:outerShdw>
                </a:effectLst>
                <a:latin typeface="Verdana" panose="020B0604030504040204" pitchFamily="34" charset="0"/>
                <a:ea typeface="楷体_GB2312" pitchFamily="49" charset="-122"/>
              </a:rPr>
              <a:t>6</a:t>
            </a:r>
            <a:r>
              <a:rPr kumimoji="0" lang="zh-CN" altLang="en-US" sz="2800" b="1">
                <a:solidFill>
                  <a:srgbClr val="CC3300"/>
                </a:solidFill>
                <a:effectLst>
                  <a:outerShdw blurRad="38100" dist="38100" dir="2700000" algn="tl">
                    <a:srgbClr val="C0C0C0"/>
                  </a:outerShdw>
                </a:effectLst>
                <a:latin typeface="Verdana" panose="020B0604030504040204" pitchFamily="34" charset="0"/>
                <a:ea typeface="楷体_GB2312" pitchFamily="49" charset="-122"/>
              </a:rPr>
              <a:t>修正</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3523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3523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35235">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73523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3523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35235">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735235">
                                            <p:txEl>
                                              <p:pRg st="6" end="6"/>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735235">
                                            <p:txEl>
                                              <p:pRg st="7" end="7"/>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7352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8178" name="Rectangle 2">
            <a:extLst>
              <a:ext uri="{FF2B5EF4-FFF2-40B4-BE49-F238E27FC236}">
                <a16:creationId xmlns:a16="http://schemas.microsoft.com/office/drawing/2014/main" id="{166F26A9-9487-4E62-8016-602E31DFBA19}"/>
              </a:ext>
            </a:extLst>
          </p:cNvPr>
          <p:cNvSpPr>
            <a:spLocks noGrp="1" noChangeArrowheads="1"/>
          </p:cNvSpPr>
          <p:nvPr>
            <p:ph type="title"/>
          </p:nvPr>
        </p:nvSpPr>
        <p:spPr/>
        <p:txBody>
          <a:bodyPr/>
          <a:lstStyle/>
          <a:p>
            <a:pPr eaLnBrk="1" hangingPunct="1"/>
            <a:r>
              <a:rPr lang="en-US" altLang="zh-CN" dirty="0"/>
              <a:t>1</a:t>
            </a:r>
            <a:r>
              <a:rPr lang="zh-CN" altLang="en-US" dirty="0"/>
              <a:t>位十进制（</a:t>
            </a:r>
            <a:r>
              <a:rPr lang="en-US" altLang="zh-CN" dirty="0"/>
              <a:t>BCD</a:t>
            </a:r>
            <a:r>
              <a:rPr lang="zh-CN" altLang="en-US" dirty="0"/>
              <a:t>）加法器设计</a:t>
            </a:r>
          </a:p>
        </p:txBody>
      </p:sp>
      <p:sp>
        <p:nvSpPr>
          <p:cNvPr id="818179" name="Rectangle 3">
            <a:extLst>
              <a:ext uri="{FF2B5EF4-FFF2-40B4-BE49-F238E27FC236}">
                <a16:creationId xmlns:a16="http://schemas.microsoft.com/office/drawing/2014/main" id="{D4563D94-A674-446C-AF11-979CBC0343EB}"/>
              </a:ext>
            </a:extLst>
          </p:cNvPr>
          <p:cNvSpPr>
            <a:spLocks noGrp="1" noChangeArrowheads="1"/>
          </p:cNvSpPr>
          <p:nvPr>
            <p:ph idx="1"/>
          </p:nvPr>
        </p:nvSpPr>
        <p:spPr>
          <a:xfrm>
            <a:off x="179388" y="1166812"/>
            <a:ext cx="8736012" cy="5538788"/>
          </a:xfrm>
        </p:spPr>
        <p:txBody>
          <a:bodyPr/>
          <a:lstStyle/>
          <a:p>
            <a:pPr marL="0" indent="0" eaLnBrk="1" hangingPunct="1">
              <a:lnSpc>
                <a:spcPct val="90000"/>
              </a:lnSpc>
              <a:buFont typeface="Wingdings 2" panose="05020102010507070707" pitchFamily="18" charset="2"/>
              <a:buNone/>
            </a:pPr>
            <a:r>
              <a:rPr lang="zh-CN" altLang="en-US" sz="2800" dirty="0"/>
              <a:t>令</a:t>
            </a:r>
            <a:r>
              <a:rPr lang="en-US" altLang="zh-CN" sz="2800" dirty="0"/>
              <a:t>X</a:t>
            </a:r>
            <a:r>
              <a:rPr lang="en-US" altLang="zh-CN" sz="2800" baseline="-25000" dirty="0"/>
              <a:t>i</a:t>
            </a:r>
            <a:r>
              <a:rPr lang="zh-CN" altLang="en-US" sz="2800" dirty="0"/>
              <a:t>和</a:t>
            </a:r>
            <a:r>
              <a:rPr lang="en-US" altLang="zh-CN" sz="2800" dirty="0"/>
              <a:t>Y</a:t>
            </a:r>
            <a:r>
              <a:rPr lang="en-US" altLang="zh-CN" sz="2800" baseline="-25000" dirty="0"/>
              <a:t>i</a:t>
            </a:r>
            <a:r>
              <a:rPr lang="zh-CN" altLang="en-US" sz="2800" dirty="0"/>
              <a:t>为两个一位</a:t>
            </a:r>
            <a:r>
              <a:rPr lang="en-US" altLang="zh-CN" sz="2800" dirty="0"/>
              <a:t>BCD</a:t>
            </a:r>
            <a:r>
              <a:rPr lang="zh-CN" altLang="en-US" sz="2800" dirty="0"/>
              <a:t>码。</a:t>
            </a:r>
          </a:p>
          <a:p>
            <a:pPr marL="0" indent="0" eaLnBrk="1" hangingPunct="1">
              <a:lnSpc>
                <a:spcPct val="90000"/>
              </a:lnSpc>
            </a:pPr>
            <a:r>
              <a:rPr lang="zh-CN" altLang="en-US" sz="2800" dirty="0"/>
              <a:t>设</a:t>
            </a:r>
            <a:r>
              <a:rPr lang="en-US" altLang="zh-CN" sz="2800" dirty="0"/>
              <a:t>S</a:t>
            </a:r>
            <a:r>
              <a:rPr lang="en-US" altLang="zh-CN" sz="2800" baseline="-25000" dirty="0"/>
              <a:t>i</a:t>
            </a:r>
            <a:r>
              <a:rPr lang="zh-CN" altLang="en-US" sz="2800" dirty="0"/>
              <a:t>为</a:t>
            </a:r>
            <a:r>
              <a:rPr lang="en-US" altLang="zh-CN" sz="2800" dirty="0"/>
              <a:t>BCD</a:t>
            </a:r>
            <a:r>
              <a:rPr lang="zh-CN" altLang="en-US" sz="2800" dirty="0"/>
              <a:t>码的和，</a:t>
            </a:r>
            <a:r>
              <a:rPr lang="en-US" altLang="zh-CN" sz="2800" dirty="0"/>
              <a:t>C</a:t>
            </a:r>
            <a:r>
              <a:rPr lang="en-US" altLang="zh-CN" sz="2800" baseline="-25000" dirty="0"/>
              <a:t>i</a:t>
            </a:r>
            <a:r>
              <a:rPr lang="zh-CN" altLang="en-US" sz="2800" baseline="-25000" dirty="0"/>
              <a:t>＋</a:t>
            </a:r>
            <a:r>
              <a:rPr lang="en-US" altLang="zh-CN" sz="2800" baseline="-25000" dirty="0"/>
              <a:t>1</a:t>
            </a:r>
            <a:r>
              <a:rPr lang="zh-CN" altLang="en-US" sz="2800" dirty="0"/>
              <a:t>为</a:t>
            </a:r>
            <a:r>
              <a:rPr lang="en-US" altLang="zh-CN" sz="2800" dirty="0"/>
              <a:t>BCD</a:t>
            </a:r>
            <a:r>
              <a:rPr lang="zh-CN" altLang="en-US" sz="2800" dirty="0"/>
              <a:t>码的进位输出，</a:t>
            </a:r>
            <a:r>
              <a:rPr lang="en-US" altLang="zh-CN" sz="2800" dirty="0"/>
              <a:t>C</a:t>
            </a:r>
            <a:r>
              <a:rPr lang="en-US" altLang="zh-CN" sz="2800" baseline="-25000" dirty="0"/>
              <a:t>i</a:t>
            </a:r>
            <a:r>
              <a:rPr lang="zh-CN" altLang="en-US" sz="2800" dirty="0"/>
              <a:t>为进位输入。</a:t>
            </a:r>
          </a:p>
          <a:p>
            <a:pPr marL="0" indent="0" eaLnBrk="1" hangingPunct="1">
              <a:lnSpc>
                <a:spcPct val="90000"/>
              </a:lnSpc>
            </a:pPr>
            <a:r>
              <a:rPr lang="zh-CN" altLang="en-US" sz="2800" dirty="0"/>
              <a:t>令</a:t>
            </a:r>
            <a:r>
              <a:rPr lang="en-US" altLang="zh-CN" sz="2800" dirty="0" err="1"/>
              <a:t>S'</a:t>
            </a:r>
            <a:r>
              <a:rPr lang="en-US" altLang="zh-CN" sz="2800" baseline="-25000" dirty="0" err="1"/>
              <a:t>i</a:t>
            </a:r>
            <a:r>
              <a:rPr lang="zh-CN" altLang="en-US" sz="2800" dirty="0"/>
              <a:t>为修正之前的二进制和，</a:t>
            </a:r>
            <a:r>
              <a:rPr lang="en-US" altLang="zh-CN" sz="2800" dirty="0" err="1"/>
              <a:t>C'</a:t>
            </a:r>
            <a:r>
              <a:rPr lang="en-US" altLang="zh-CN" sz="2800" baseline="-25000" dirty="0" err="1"/>
              <a:t>i</a:t>
            </a:r>
            <a:r>
              <a:rPr lang="zh-CN" altLang="en-US" sz="2800" baseline="-25000" dirty="0"/>
              <a:t>＋</a:t>
            </a:r>
            <a:r>
              <a:rPr lang="en-US" altLang="zh-CN" sz="2800" baseline="-25000" dirty="0"/>
              <a:t>1</a:t>
            </a:r>
            <a:r>
              <a:rPr lang="zh-CN" altLang="en-US" sz="2800" dirty="0"/>
              <a:t>为修正之前的进位。</a:t>
            </a:r>
          </a:p>
          <a:p>
            <a:pPr marL="0" indent="0" eaLnBrk="1" hangingPunct="1">
              <a:lnSpc>
                <a:spcPct val="90000"/>
              </a:lnSpc>
              <a:buFont typeface="Wingdings 2" panose="05020102010507070707" pitchFamily="18" charset="2"/>
              <a:buNone/>
            </a:pPr>
            <a:r>
              <a:rPr lang="en-US" altLang="zh-CN" sz="2800" dirty="0"/>
              <a:t>1</a:t>
            </a:r>
            <a:r>
              <a:rPr lang="zh-CN" altLang="en-US" sz="2800" dirty="0"/>
              <a:t>）若</a:t>
            </a:r>
            <a:r>
              <a:rPr lang="en-US" altLang="zh-CN" sz="2800" dirty="0"/>
              <a:t>0≤X</a:t>
            </a:r>
            <a:r>
              <a:rPr lang="en-US" altLang="zh-CN" sz="2800" baseline="-25000" dirty="0"/>
              <a:t>i</a:t>
            </a:r>
            <a:r>
              <a:rPr lang="zh-CN" altLang="en-US" sz="2800" dirty="0"/>
              <a:t>＋</a:t>
            </a:r>
            <a:r>
              <a:rPr lang="en-US" altLang="zh-CN" sz="2800" dirty="0"/>
              <a:t>Y</a:t>
            </a:r>
            <a:r>
              <a:rPr lang="en-US" altLang="zh-CN" sz="2800" baseline="-25000" dirty="0"/>
              <a:t>i</a:t>
            </a:r>
            <a:r>
              <a:rPr lang="zh-CN" altLang="en-US" sz="2800" dirty="0"/>
              <a:t>＋</a:t>
            </a:r>
            <a:r>
              <a:rPr lang="en-US" altLang="zh-CN" sz="2800" dirty="0"/>
              <a:t>C</a:t>
            </a:r>
            <a:r>
              <a:rPr lang="en-US" altLang="zh-CN" sz="2800" baseline="-25000" dirty="0"/>
              <a:t>i</a:t>
            </a:r>
            <a:r>
              <a:rPr lang="en-US" altLang="zh-CN" sz="2800" dirty="0"/>
              <a:t>&lt;10,</a:t>
            </a:r>
            <a:r>
              <a:rPr lang="zh-CN" altLang="en-US" sz="2800" dirty="0"/>
              <a:t>则</a:t>
            </a:r>
            <a:r>
              <a:rPr lang="en-US" altLang="zh-CN" sz="2800" dirty="0" err="1"/>
              <a:t>C'</a:t>
            </a:r>
            <a:r>
              <a:rPr lang="en-US" altLang="zh-CN" sz="2800" baseline="-25000" dirty="0" err="1"/>
              <a:t>i</a:t>
            </a:r>
            <a:r>
              <a:rPr lang="zh-CN" altLang="en-US" sz="2800" baseline="-25000" dirty="0"/>
              <a:t>＋</a:t>
            </a:r>
            <a:r>
              <a:rPr lang="en-US" altLang="zh-CN" sz="2800" baseline="-25000" dirty="0"/>
              <a:t>1</a:t>
            </a:r>
            <a:r>
              <a:rPr lang="zh-CN" altLang="en-US" sz="2800" dirty="0"/>
              <a:t>＝</a:t>
            </a:r>
            <a:r>
              <a:rPr lang="en-US" altLang="zh-CN" sz="2800" dirty="0"/>
              <a:t>0</a:t>
            </a:r>
            <a:r>
              <a:rPr lang="zh-CN" altLang="en-US" sz="2800" dirty="0"/>
              <a:t>，</a:t>
            </a:r>
            <a:r>
              <a:rPr lang="en-US" altLang="zh-CN" sz="2800" dirty="0"/>
              <a:t>0≤S'</a:t>
            </a:r>
            <a:r>
              <a:rPr lang="en-US" altLang="zh-CN" sz="2800" baseline="-25000" dirty="0"/>
              <a:t>i</a:t>
            </a:r>
            <a:r>
              <a:rPr lang="en-US" altLang="zh-CN" sz="2800" dirty="0"/>
              <a:t>≤9</a:t>
            </a:r>
          </a:p>
          <a:p>
            <a:pPr marL="0" indent="0" eaLnBrk="1" hangingPunct="1">
              <a:lnSpc>
                <a:spcPct val="90000"/>
              </a:lnSpc>
              <a:buFont typeface="Wingdings 2" panose="05020102010507070707" pitchFamily="18" charset="2"/>
              <a:buNone/>
            </a:pPr>
            <a:r>
              <a:rPr lang="en-US" altLang="zh-CN" sz="2800" dirty="0"/>
              <a:t>			S</a:t>
            </a:r>
            <a:r>
              <a:rPr lang="en-US" altLang="zh-CN" sz="2800" baseline="-25000" dirty="0"/>
              <a:t>i</a:t>
            </a:r>
            <a:r>
              <a:rPr lang="zh-CN" altLang="en-US" sz="2800" dirty="0"/>
              <a:t>＝</a:t>
            </a:r>
            <a:r>
              <a:rPr lang="en-US" altLang="zh-CN" sz="2800" dirty="0" err="1"/>
              <a:t>S</a:t>
            </a:r>
            <a:r>
              <a:rPr lang="en-US" altLang="zh-CN" sz="2800" dirty="0" err="1">
                <a:cs typeface="Times New Roman" panose="02020603050405020304" pitchFamily="18" charset="0"/>
              </a:rPr>
              <a:t>'</a:t>
            </a:r>
            <a:r>
              <a:rPr lang="en-US" altLang="zh-CN" sz="2800" baseline="-25000" dirty="0" err="1"/>
              <a:t>i</a:t>
            </a:r>
            <a:r>
              <a:rPr lang="en-US" altLang="zh-CN" sz="2800" dirty="0"/>
              <a:t> </a:t>
            </a:r>
            <a:r>
              <a:rPr lang="zh-CN" altLang="en-US" sz="2800" dirty="0"/>
              <a:t>， </a:t>
            </a:r>
            <a:r>
              <a:rPr lang="en-US" altLang="zh-CN" sz="2800" dirty="0"/>
              <a:t>C</a:t>
            </a:r>
            <a:r>
              <a:rPr lang="en-US" altLang="zh-CN" sz="2800" baseline="-25000" dirty="0"/>
              <a:t>i</a:t>
            </a:r>
            <a:r>
              <a:rPr lang="zh-CN" altLang="en-US" sz="2800" baseline="-25000" dirty="0"/>
              <a:t>＋</a:t>
            </a:r>
            <a:r>
              <a:rPr lang="en-US" altLang="zh-CN" sz="2800" baseline="-25000" dirty="0"/>
              <a:t>1</a:t>
            </a:r>
            <a:r>
              <a:rPr lang="en-US" altLang="zh-CN" sz="2800" dirty="0"/>
              <a:t>=0</a:t>
            </a:r>
          </a:p>
          <a:p>
            <a:pPr marL="0" indent="0" eaLnBrk="1" hangingPunct="1">
              <a:lnSpc>
                <a:spcPct val="90000"/>
              </a:lnSpc>
              <a:buFont typeface="Wingdings 2" panose="05020102010507070707" pitchFamily="18" charset="2"/>
              <a:buNone/>
            </a:pPr>
            <a:r>
              <a:rPr lang="en-US" altLang="zh-CN" sz="2800" dirty="0"/>
              <a:t>2</a:t>
            </a:r>
            <a:r>
              <a:rPr lang="zh-CN" altLang="en-US" sz="2800" dirty="0"/>
              <a:t>）若</a:t>
            </a:r>
            <a:r>
              <a:rPr lang="en-US" altLang="zh-CN" sz="2800" dirty="0"/>
              <a:t>10≤X</a:t>
            </a:r>
            <a:r>
              <a:rPr lang="en-US" altLang="zh-CN" sz="2800" baseline="-25000" dirty="0"/>
              <a:t>i</a:t>
            </a:r>
            <a:r>
              <a:rPr lang="zh-CN" altLang="en-US" sz="2800" dirty="0"/>
              <a:t>＋</a:t>
            </a:r>
            <a:r>
              <a:rPr lang="en-US" altLang="zh-CN" sz="2800" dirty="0"/>
              <a:t>Y</a:t>
            </a:r>
            <a:r>
              <a:rPr lang="en-US" altLang="zh-CN" sz="2800" baseline="-25000" dirty="0"/>
              <a:t>i</a:t>
            </a:r>
            <a:r>
              <a:rPr lang="zh-CN" altLang="en-US" sz="2800" dirty="0"/>
              <a:t>＋</a:t>
            </a:r>
            <a:r>
              <a:rPr lang="en-US" altLang="zh-CN" sz="2800" dirty="0"/>
              <a:t>C</a:t>
            </a:r>
            <a:r>
              <a:rPr lang="en-US" altLang="zh-CN" sz="2800" baseline="-25000" dirty="0"/>
              <a:t>i</a:t>
            </a:r>
            <a:r>
              <a:rPr lang="en-US" altLang="zh-CN" sz="2800" dirty="0"/>
              <a:t>≤15</a:t>
            </a:r>
            <a:r>
              <a:rPr lang="zh-CN" altLang="en-US" sz="2800" dirty="0"/>
              <a:t>，则</a:t>
            </a:r>
            <a:r>
              <a:rPr lang="en-US" altLang="zh-CN" sz="2800" dirty="0" err="1"/>
              <a:t>C</a:t>
            </a:r>
            <a:r>
              <a:rPr lang="en-US" altLang="zh-CN" sz="2800" dirty="0" err="1">
                <a:cs typeface="Times New Roman" panose="02020603050405020304" pitchFamily="18" charset="0"/>
              </a:rPr>
              <a:t>'</a:t>
            </a:r>
            <a:r>
              <a:rPr lang="en-US" altLang="zh-CN" sz="2800" baseline="-25000" dirty="0" err="1"/>
              <a:t>i</a:t>
            </a:r>
            <a:r>
              <a:rPr lang="zh-CN" altLang="en-US" sz="2800" baseline="-25000" dirty="0"/>
              <a:t>＋</a:t>
            </a:r>
            <a:r>
              <a:rPr lang="en-US" altLang="zh-CN" sz="2800" baseline="-25000" dirty="0"/>
              <a:t>1</a:t>
            </a:r>
            <a:r>
              <a:rPr lang="zh-CN" altLang="en-US" sz="2800" dirty="0"/>
              <a:t>＝</a:t>
            </a:r>
            <a:r>
              <a:rPr lang="en-US" altLang="zh-CN" sz="2800" dirty="0"/>
              <a:t>0</a:t>
            </a:r>
            <a:r>
              <a:rPr lang="zh-CN" altLang="en-US" sz="2800" dirty="0"/>
              <a:t>，</a:t>
            </a:r>
            <a:r>
              <a:rPr lang="en-US" altLang="zh-CN" sz="2800" dirty="0">
                <a:solidFill>
                  <a:srgbClr val="FF0000"/>
                </a:solidFill>
              </a:rPr>
              <a:t>10≤S'</a:t>
            </a:r>
            <a:r>
              <a:rPr lang="en-US" altLang="zh-CN" sz="2800" baseline="-25000" dirty="0">
                <a:solidFill>
                  <a:srgbClr val="FF0000"/>
                </a:solidFill>
              </a:rPr>
              <a:t>i</a:t>
            </a:r>
            <a:r>
              <a:rPr lang="en-US" altLang="zh-CN" sz="2800" dirty="0">
                <a:solidFill>
                  <a:srgbClr val="FF0000"/>
                </a:solidFill>
              </a:rPr>
              <a:t>≤15</a:t>
            </a:r>
          </a:p>
          <a:p>
            <a:pPr marL="0" indent="0" eaLnBrk="1" hangingPunct="1">
              <a:lnSpc>
                <a:spcPct val="90000"/>
              </a:lnSpc>
              <a:buFont typeface="Wingdings 2" panose="05020102010507070707" pitchFamily="18" charset="2"/>
              <a:buNone/>
            </a:pPr>
            <a:r>
              <a:rPr lang="en-US" altLang="zh-CN" sz="2800" dirty="0"/>
              <a:t>		S</a:t>
            </a:r>
            <a:r>
              <a:rPr lang="en-US" altLang="zh-CN" sz="2800" baseline="-25000" dirty="0"/>
              <a:t>i</a:t>
            </a:r>
            <a:r>
              <a:rPr lang="zh-CN" altLang="en-US" sz="2800" dirty="0"/>
              <a:t>＝</a:t>
            </a:r>
            <a:r>
              <a:rPr lang="en-US" altLang="zh-CN" sz="2800" dirty="0" err="1"/>
              <a:t>S</a:t>
            </a:r>
            <a:r>
              <a:rPr lang="en-US" altLang="zh-CN" sz="2800" dirty="0" err="1">
                <a:cs typeface="Times New Roman" panose="02020603050405020304" pitchFamily="18" charset="0"/>
              </a:rPr>
              <a:t>'</a:t>
            </a:r>
            <a:r>
              <a:rPr lang="en-US" altLang="zh-CN" sz="2800" baseline="-25000" dirty="0" err="1"/>
              <a:t>i</a:t>
            </a:r>
            <a:r>
              <a:rPr lang="zh-CN" altLang="en-US" sz="2800" dirty="0"/>
              <a:t>＋</a:t>
            </a:r>
            <a:r>
              <a:rPr lang="en-US" altLang="zh-CN" sz="2800" dirty="0"/>
              <a:t>6 </a:t>
            </a:r>
            <a:r>
              <a:rPr lang="zh-CN" altLang="en-US" sz="2800" dirty="0"/>
              <a:t>（</a:t>
            </a:r>
            <a:r>
              <a:rPr lang="en-US" altLang="zh-CN" sz="2800" dirty="0"/>
              <a:t>mod 16</a:t>
            </a:r>
            <a:r>
              <a:rPr lang="zh-CN" altLang="en-US" sz="2800" dirty="0"/>
              <a:t>），</a:t>
            </a:r>
            <a:r>
              <a:rPr lang="en-US" altLang="zh-CN" sz="2800" dirty="0"/>
              <a:t>C</a:t>
            </a:r>
            <a:r>
              <a:rPr lang="en-US" altLang="zh-CN" sz="2800" baseline="-25000" dirty="0"/>
              <a:t>i</a:t>
            </a:r>
            <a:r>
              <a:rPr lang="zh-CN" altLang="en-US" sz="2800" baseline="-25000" dirty="0"/>
              <a:t>＋</a:t>
            </a:r>
            <a:r>
              <a:rPr lang="en-US" altLang="zh-CN" sz="2800" baseline="-25000" dirty="0"/>
              <a:t>1</a:t>
            </a:r>
            <a:r>
              <a:rPr lang="en-US" altLang="zh-CN" sz="2800" dirty="0"/>
              <a:t>=1</a:t>
            </a:r>
          </a:p>
          <a:p>
            <a:pPr marL="0" indent="0" algn="r" eaLnBrk="1" hangingPunct="1">
              <a:lnSpc>
                <a:spcPct val="90000"/>
              </a:lnSpc>
              <a:buFont typeface="Wingdings 2" panose="05020102010507070707" pitchFamily="18" charset="2"/>
              <a:buNone/>
            </a:pPr>
            <a:r>
              <a:rPr lang="en-US" altLang="zh-CN" sz="2800" u="sng" dirty="0">
                <a:solidFill>
                  <a:srgbClr val="CC3300"/>
                </a:solidFill>
                <a:effectLst>
                  <a:outerShdw blurRad="38100" dist="38100" dir="2700000" algn="tl">
                    <a:srgbClr val="C0C0C0"/>
                  </a:outerShdw>
                </a:effectLst>
              </a:rPr>
              <a:t>11xx</a:t>
            </a:r>
            <a:r>
              <a:rPr lang="zh-CN" altLang="en-US" sz="2800" u="sng" dirty="0">
                <a:solidFill>
                  <a:srgbClr val="CC3300"/>
                </a:solidFill>
                <a:effectLst>
                  <a:outerShdw blurRad="38100" dist="38100" dir="2700000" algn="tl">
                    <a:srgbClr val="C0C0C0"/>
                  </a:outerShdw>
                </a:effectLst>
              </a:rPr>
              <a:t>或</a:t>
            </a:r>
            <a:r>
              <a:rPr lang="en-US" altLang="zh-CN" sz="2800" u="sng" dirty="0">
                <a:solidFill>
                  <a:srgbClr val="CC3300"/>
                </a:solidFill>
                <a:effectLst>
                  <a:outerShdw blurRad="38100" dist="38100" dir="2700000" algn="tl">
                    <a:srgbClr val="C0C0C0"/>
                  </a:outerShdw>
                </a:effectLst>
              </a:rPr>
              <a:t>1x1x       </a:t>
            </a:r>
          </a:p>
          <a:p>
            <a:pPr marL="0" indent="0" eaLnBrk="1" hangingPunct="1">
              <a:lnSpc>
                <a:spcPct val="90000"/>
              </a:lnSpc>
              <a:buFont typeface="Wingdings 2" panose="05020102010507070707" pitchFamily="18" charset="2"/>
              <a:buNone/>
            </a:pPr>
            <a:r>
              <a:rPr lang="en-US" altLang="zh-CN" sz="2800" dirty="0"/>
              <a:t>3</a:t>
            </a:r>
            <a:r>
              <a:rPr lang="zh-CN" altLang="en-US" sz="2800" dirty="0"/>
              <a:t>）若</a:t>
            </a:r>
            <a:r>
              <a:rPr lang="en-US" altLang="zh-CN" sz="2800" dirty="0"/>
              <a:t>16≤X</a:t>
            </a:r>
            <a:r>
              <a:rPr lang="en-US" altLang="zh-CN" sz="2800" baseline="-25000" dirty="0"/>
              <a:t>i</a:t>
            </a:r>
            <a:r>
              <a:rPr lang="zh-CN" altLang="en-US" sz="2800" dirty="0"/>
              <a:t>＋</a:t>
            </a:r>
            <a:r>
              <a:rPr lang="en-US" altLang="zh-CN" sz="2800" dirty="0"/>
              <a:t>Y</a:t>
            </a:r>
            <a:r>
              <a:rPr lang="en-US" altLang="zh-CN" sz="2800" baseline="-25000" dirty="0"/>
              <a:t>i</a:t>
            </a:r>
            <a:r>
              <a:rPr lang="zh-CN" altLang="en-US" sz="2800" dirty="0"/>
              <a:t>＋</a:t>
            </a:r>
            <a:r>
              <a:rPr lang="en-US" altLang="zh-CN" sz="2800" dirty="0"/>
              <a:t>C</a:t>
            </a:r>
            <a:r>
              <a:rPr lang="en-US" altLang="zh-CN" sz="2800" baseline="-25000" dirty="0"/>
              <a:t>i</a:t>
            </a:r>
            <a:r>
              <a:rPr lang="en-US" altLang="zh-CN" sz="2800" dirty="0"/>
              <a:t>≤19</a:t>
            </a:r>
            <a:r>
              <a:rPr lang="zh-CN" altLang="en-US" sz="2800" dirty="0"/>
              <a:t>，则</a:t>
            </a:r>
            <a:r>
              <a:rPr lang="en-US" altLang="zh-CN" sz="2800" dirty="0" err="1">
                <a:solidFill>
                  <a:srgbClr val="FF0000"/>
                </a:solidFill>
                <a:effectLst>
                  <a:outerShdw blurRad="38100" dist="38100" dir="2700000" algn="tl">
                    <a:srgbClr val="C0C0C0"/>
                  </a:outerShdw>
                </a:effectLst>
              </a:rPr>
              <a:t>C'</a:t>
            </a:r>
            <a:r>
              <a:rPr lang="en-US" altLang="zh-CN" sz="2800" baseline="-25000" dirty="0" err="1">
                <a:solidFill>
                  <a:srgbClr val="FF0000"/>
                </a:solidFill>
                <a:effectLst>
                  <a:outerShdw blurRad="38100" dist="38100" dir="2700000" algn="tl">
                    <a:srgbClr val="C0C0C0"/>
                  </a:outerShdw>
                </a:effectLst>
              </a:rPr>
              <a:t>i</a:t>
            </a:r>
            <a:r>
              <a:rPr lang="zh-CN" altLang="en-US" sz="2800" baseline="-25000" dirty="0">
                <a:solidFill>
                  <a:srgbClr val="FF0000"/>
                </a:solidFill>
                <a:effectLst>
                  <a:outerShdw blurRad="38100" dist="38100" dir="2700000" algn="tl">
                    <a:srgbClr val="C0C0C0"/>
                  </a:outerShdw>
                </a:effectLst>
              </a:rPr>
              <a:t>＋</a:t>
            </a:r>
            <a:r>
              <a:rPr lang="en-US" altLang="zh-CN" sz="2800" baseline="-25000" dirty="0">
                <a:solidFill>
                  <a:srgbClr val="FF0000"/>
                </a:solidFill>
                <a:effectLst>
                  <a:outerShdw blurRad="38100" dist="38100" dir="2700000" algn="tl">
                    <a:srgbClr val="C0C0C0"/>
                  </a:outerShdw>
                </a:effectLst>
              </a:rPr>
              <a:t>1</a:t>
            </a:r>
            <a:r>
              <a:rPr lang="zh-CN" altLang="en-US" sz="2800" dirty="0">
                <a:solidFill>
                  <a:srgbClr val="FF0000"/>
                </a:solidFill>
                <a:effectLst>
                  <a:outerShdw blurRad="38100" dist="38100" dir="2700000" algn="tl">
                    <a:srgbClr val="C0C0C0"/>
                  </a:outerShdw>
                </a:effectLst>
              </a:rPr>
              <a:t>＝</a:t>
            </a:r>
            <a:r>
              <a:rPr lang="en-US" altLang="zh-CN" sz="2800" dirty="0">
                <a:solidFill>
                  <a:srgbClr val="FF0000"/>
                </a:solidFill>
                <a:effectLst>
                  <a:outerShdw blurRad="38100" dist="38100" dir="2700000" algn="tl">
                    <a:srgbClr val="C0C0C0"/>
                  </a:outerShdw>
                </a:effectLst>
              </a:rPr>
              <a:t>1</a:t>
            </a:r>
            <a:r>
              <a:rPr lang="zh-CN" altLang="en-US" sz="2800" dirty="0"/>
              <a:t>，</a:t>
            </a:r>
            <a:r>
              <a:rPr lang="en-US" altLang="zh-CN" sz="2800" dirty="0"/>
              <a:t>0≤S'</a:t>
            </a:r>
            <a:r>
              <a:rPr lang="en-US" altLang="zh-CN" sz="2800" baseline="-25000" dirty="0"/>
              <a:t>i</a:t>
            </a:r>
            <a:r>
              <a:rPr lang="en-US" altLang="zh-CN" sz="2800" dirty="0"/>
              <a:t>≤3</a:t>
            </a:r>
          </a:p>
          <a:p>
            <a:pPr marL="0" indent="0" eaLnBrk="1" hangingPunct="1">
              <a:lnSpc>
                <a:spcPct val="90000"/>
              </a:lnSpc>
              <a:buFont typeface="Wingdings 2" panose="05020102010507070707" pitchFamily="18" charset="2"/>
              <a:buNone/>
            </a:pPr>
            <a:r>
              <a:rPr lang="en-US" altLang="zh-CN" sz="2800" dirty="0"/>
              <a:t>		S</a:t>
            </a:r>
            <a:r>
              <a:rPr lang="en-US" altLang="zh-CN" sz="2800" baseline="-25000" dirty="0"/>
              <a:t>i</a:t>
            </a:r>
            <a:r>
              <a:rPr lang="zh-CN" altLang="en-US" sz="2800" dirty="0"/>
              <a:t>＝</a:t>
            </a:r>
            <a:r>
              <a:rPr lang="en-US" altLang="zh-CN" sz="2800" dirty="0" err="1"/>
              <a:t>S</a:t>
            </a:r>
            <a:r>
              <a:rPr lang="en-US" altLang="zh-CN" sz="2800" dirty="0" err="1">
                <a:cs typeface="Times New Roman" panose="02020603050405020304" pitchFamily="18" charset="0"/>
              </a:rPr>
              <a:t>'</a:t>
            </a:r>
            <a:r>
              <a:rPr lang="en-US" altLang="zh-CN" sz="2800" baseline="-25000" dirty="0" err="1"/>
              <a:t>i</a:t>
            </a:r>
            <a:r>
              <a:rPr lang="zh-CN" altLang="en-US" sz="2800" dirty="0"/>
              <a:t>＋</a:t>
            </a:r>
            <a:r>
              <a:rPr lang="en-US" altLang="zh-CN" sz="2800" dirty="0"/>
              <a:t>6 </a:t>
            </a:r>
            <a:r>
              <a:rPr lang="zh-CN" altLang="en-US" sz="2800" dirty="0"/>
              <a:t>（</a:t>
            </a:r>
            <a:r>
              <a:rPr lang="en-US" altLang="zh-CN" sz="2800" dirty="0"/>
              <a:t>mod 16</a:t>
            </a:r>
            <a:r>
              <a:rPr lang="zh-CN" altLang="en-US" sz="2800" dirty="0"/>
              <a:t>），</a:t>
            </a:r>
            <a:r>
              <a:rPr lang="en-US" altLang="zh-CN" sz="2800" dirty="0"/>
              <a:t>C</a:t>
            </a:r>
            <a:r>
              <a:rPr lang="en-US" altLang="zh-CN" sz="2800" baseline="-25000" dirty="0"/>
              <a:t>i</a:t>
            </a:r>
            <a:r>
              <a:rPr lang="zh-CN" altLang="en-US" sz="2800" baseline="-25000" dirty="0"/>
              <a:t>＋</a:t>
            </a:r>
            <a:r>
              <a:rPr lang="en-US" altLang="zh-CN" sz="2800" baseline="-25000" dirty="0"/>
              <a:t>1</a:t>
            </a:r>
            <a:r>
              <a:rPr lang="en-US" altLang="zh-CN" sz="2800" dirty="0"/>
              <a:t>=1</a:t>
            </a:r>
            <a:endParaRPr lang="en-US" altLang="zh-CN" sz="2800" u="sng" dirty="0">
              <a:effectLst>
                <a:outerShdw blurRad="38100" dist="38100" dir="2700000" algn="tl">
                  <a:srgbClr val="C0C0C0"/>
                </a:outerShdw>
              </a:effectLst>
            </a:endParaRPr>
          </a:p>
        </p:txBody>
      </p:sp>
      <p:sp>
        <p:nvSpPr>
          <p:cNvPr id="94212" name="AutoShape 4">
            <a:extLst>
              <a:ext uri="{FF2B5EF4-FFF2-40B4-BE49-F238E27FC236}">
                <a16:creationId xmlns:a16="http://schemas.microsoft.com/office/drawing/2014/main" id="{29D81189-BC22-4C4E-9262-C52484CD33E1}"/>
              </a:ext>
            </a:extLst>
          </p:cNvPr>
          <p:cNvSpPr>
            <a:spLocks noChangeArrowheads="1"/>
          </p:cNvSpPr>
          <p:nvPr/>
        </p:nvSpPr>
        <p:spPr bwMode="auto">
          <a:xfrm>
            <a:off x="7380288" y="4508500"/>
            <a:ext cx="288925" cy="360363"/>
          </a:xfrm>
          <a:prstGeom prst="downArrow">
            <a:avLst>
              <a:gd name="adj1" fmla="val 50000"/>
              <a:gd name="adj2" fmla="val 31181"/>
            </a:avLst>
          </a:prstGeom>
          <a:solidFill>
            <a:srgbClr val="CC3300"/>
          </a:solidFill>
          <a:ln w="15875" algn="ctr">
            <a:solidFill>
              <a:schemeClr val="bg1"/>
            </a:solidFill>
            <a:miter lim="800000"/>
            <a:headEnd/>
            <a:tailEnd/>
          </a:ln>
          <a:effectLst>
            <a:outerShdw dist="35921" dir="2700000" algn="ctr" rotWithShape="0">
              <a:schemeClr val="bg2">
                <a:alpha val="50000"/>
              </a:schemeClr>
            </a:outerShdw>
          </a:effec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Tree>
  </p:cSld>
  <p:clrMapOvr>
    <a:masterClrMapping/>
  </p:clrMapOvr>
  <p:transition spd="med">
    <p:pull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4210" name="Rectangle 2">
            <a:extLst>
              <a:ext uri="{FF2B5EF4-FFF2-40B4-BE49-F238E27FC236}">
                <a16:creationId xmlns:a16="http://schemas.microsoft.com/office/drawing/2014/main" id="{271CD377-B6F9-49A8-B347-884DC1C39894}"/>
              </a:ext>
            </a:extLst>
          </p:cNvPr>
          <p:cNvSpPr>
            <a:spLocks noGrp="1" noChangeArrowheads="1"/>
          </p:cNvSpPr>
          <p:nvPr>
            <p:ph type="title"/>
          </p:nvPr>
        </p:nvSpPr>
        <p:spPr/>
        <p:txBody>
          <a:bodyPr/>
          <a:lstStyle/>
          <a:p>
            <a:pPr eaLnBrk="1" hangingPunct="1"/>
            <a:r>
              <a:rPr lang="en-US" altLang="zh-CN"/>
              <a:t>1</a:t>
            </a:r>
            <a:r>
              <a:rPr lang="zh-CN" altLang="en-US"/>
              <a:t>位十进制加法器电路</a:t>
            </a:r>
          </a:p>
        </p:txBody>
      </p:sp>
      <p:sp>
        <p:nvSpPr>
          <p:cNvPr id="95234" name="Rectangle 3">
            <a:extLst>
              <a:ext uri="{FF2B5EF4-FFF2-40B4-BE49-F238E27FC236}">
                <a16:creationId xmlns:a16="http://schemas.microsoft.com/office/drawing/2014/main" id="{3FE9EBF4-9FF6-40BE-BCD7-B048BFA2FD8C}"/>
              </a:ext>
            </a:extLst>
          </p:cNvPr>
          <p:cNvSpPr>
            <a:spLocks noGrp="1" noChangeArrowheads="1"/>
          </p:cNvSpPr>
          <p:nvPr>
            <p:ph idx="1"/>
          </p:nvPr>
        </p:nvSpPr>
        <p:spPr/>
        <p:txBody>
          <a:bodyPr/>
          <a:lstStyle/>
          <a:p>
            <a:pPr eaLnBrk="1" hangingPunct="1"/>
            <a:endParaRPr lang="zh-CN" altLang="zh-CN"/>
          </a:p>
        </p:txBody>
      </p:sp>
      <p:pic>
        <p:nvPicPr>
          <p:cNvPr id="95236" name="Picture 4" descr="2">
            <a:extLst>
              <a:ext uri="{FF2B5EF4-FFF2-40B4-BE49-F238E27FC236}">
                <a16:creationId xmlns:a16="http://schemas.microsoft.com/office/drawing/2014/main" id="{E99F12A3-DDB4-49D5-9159-0DE2C43D12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662113"/>
            <a:ext cx="8172450" cy="419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82" name="Rectangle 2">
            <a:extLst>
              <a:ext uri="{FF2B5EF4-FFF2-40B4-BE49-F238E27FC236}">
                <a16:creationId xmlns:a16="http://schemas.microsoft.com/office/drawing/2014/main" id="{4AF8F790-CD5C-4F80-A239-70D5B5E445D8}"/>
              </a:ext>
            </a:extLst>
          </p:cNvPr>
          <p:cNvSpPr>
            <a:spLocks noGrp="1" noChangeArrowheads="1"/>
          </p:cNvSpPr>
          <p:nvPr>
            <p:ph type="title"/>
          </p:nvPr>
        </p:nvSpPr>
        <p:spPr>
          <a:xfrm>
            <a:off x="100012" y="228040"/>
            <a:ext cx="9109075" cy="762000"/>
          </a:xfrm>
        </p:spPr>
        <p:txBody>
          <a:bodyPr/>
          <a:lstStyle/>
          <a:p>
            <a:pPr eaLnBrk="1" hangingPunct="1"/>
            <a:r>
              <a:rPr lang="en-US" altLang="zh-CN" sz="4800" dirty="0"/>
              <a:t>n</a:t>
            </a:r>
            <a:r>
              <a:rPr lang="zh-CN" altLang="en-US" sz="4800" dirty="0"/>
              <a:t>位数的行波进位</a:t>
            </a:r>
            <a:r>
              <a:rPr lang="en-US" altLang="zh-CN" sz="4800" dirty="0"/>
              <a:t>BCD</a:t>
            </a:r>
            <a:r>
              <a:rPr lang="zh-CN" altLang="en-US" sz="4800" dirty="0"/>
              <a:t>加法器</a:t>
            </a:r>
          </a:p>
        </p:txBody>
      </p:sp>
      <p:sp>
        <p:nvSpPr>
          <p:cNvPr id="96258" name="Rectangle 3">
            <a:extLst>
              <a:ext uri="{FF2B5EF4-FFF2-40B4-BE49-F238E27FC236}">
                <a16:creationId xmlns:a16="http://schemas.microsoft.com/office/drawing/2014/main" id="{9A09F055-0D5A-40BB-9B81-529D1DA879F4}"/>
              </a:ext>
            </a:extLst>
          </p:cNvPr>
          <p:cNvSpPr>
            <a:spLocks noGrp="1" noChangeArrowheads="1"/>
          </p:cNvSpPr>
          <p:nvPr>
            <p:ph type="body" sz="half" idx="1"/>
          </p:nvPr>
        </p:nvSpPr>
        <p:spPr>
          <a:xfrm>
            <a:off x="179388" y="981075"/>
            <a:ext cx="8375650" cy="1457325"/>
          </a:xfrm>
        </p:spPr>
        <p:txBody>
          <a:bodyPr/>
          <a:lstStyle/>
          <a:p>
            <a:pPr eaLnBrk="1" hangingPunct="1"/>
            <a:endParaRPr lang="zh-CN" altLang="zh-CN"/>
          </a:p>
        </p:txBody>
      </p:sp>
      <p:pic>
        <p:nvPicPr>
          <p:cNvPr id="96259" name="Picture 4" descr="2">
            <a:extLst>
              <a:ext uri="{FF2B5EF4-FFF2-40B4-BE49-F238E27FC236}">
                <a16:creationId xmlns:a16="http://schemas.microsoft.com/office/drawing/2014/main" id="{477772C1-4152-47D7-BD2D-DCBF97719963}"/>
              </a:ext>
            </a:extLst>
          </p:cNvPr>
          <p:cNvPicPr>
            <a:picLocks noGrp="1" noChangeAspect="1" noChangeArrowheads="1"/>
          </p:cNvPicPr>
          <p:nvPr>
            <p:ph sz="half" idx="2"/>
          </p:nvPr>
        </p:nvPicPr>
        <p:blipFill>
          <a:blip r:embed="rId2">
            <a:lum bright="-24000" contrast="48000"/>
            <a:extLst>
              <a:ext uri="{28A0092B-C50C-407E-A947-70E740481C1C}">
                <a14:useLocalDpi xmlns:a14="http://schemas.microsoft.com/office/drawing/2010/main" val="0"/>
              </a:ext>
            </a:extLst>
          </a:blip>
          <a:srcRect/>
          <a:stretch>
            <a:fillRect/>
          </a:stretch>
        </p:blipFill>
        <p:spPr>
          <a:xfrm>
            <a:off x="541338" y="2578100"/>
            <a:ext cx="8226425" cy="2530475"/>
          </a:xfrm>
          <a:noFill/>
        </p:spPr>
      </p:pic>
    </p:spTree>
  </p:cSld>
  <p:clrMapOvr>
    <a:masterClrMapping/>
  </p:clrMapOvr>
  <p:transition spd="med">
    <p:pull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6306" name="Rectangle 2">
            <a:extLst>
              <a:ext uri="{FF2B5EF4-FFF2-40B4-BE49-F238E27FC236}">
                <a16:creationId xmlns:a16="http://schemas.microsoft.com/office/drawing/2014/main" id="{D704B04F-88CF-4622-93BF-B1DA8FFEB880}"/>
              </a:ext>
            </a:extLst>
          </p:cNvPr>
          <p:cNvSpPr>
            <a:spLocks noGrp="1" noChangeArrowheads="1"/>
          </p:cNvSpPr>
          <p:nvPr>
            <p:ph type="title"/>
          </p:nvPr>
        </p:nvSpPr>
        <p:spPr/>
        <p:txBody>
          <a:bodyPr/>
          <a:lstStyle/>
          <a:p>
            <a:pPr eaLnBrk="1" hangingPunct="1"/>
            <a:r>
              <a:rPr lang="zh-CN" altLang="en-US" dirty="0"/>
              <a:t>单总线结构运算器</a:t>
            </a:r>
          </a:p>
        </p:txBody>
      </p:sp>
      <p:sp>
        <p:nvSpPr>
          <p:cNvPr id="97282" name="Rectangle 3">
            <a:extLst>
              <a:ext uri="{FF2B5EF4-FFF2-40B4-BE49-F238E27FC236}">
                <a16:creationId xmlns:a16="http://schemas.microsoft.com/office/drawing/2014/main" id="{0FF40557-30B2-4CDA-B76C-29EC5B60B647}"/>
              </a:ext>
            </a:extLst>
          </p:cNvPr>
          <p:cNvSpPr>
            <a:spLocks noGrp="1" noChangeArrowheads="1"/>
          </p:cNvSpPr>
          <p:nvPr>
            <p:ph idx="1"/>
          </p:nvPr>
        </p:nvSpPr>
        <p:spPr/>
        <p:txBody>
          <a:bodyPr/>
          <a:lstStyle/>
          <a:p>
            <a:pPr eaLnBrk="1" hangingPunct="1"/>
            <a:r>
              <a:rPr lang="zh-CN" altLang="en-US"/>
              <a:t>所有部件都接到同一总线上 </a:t>
            </a:r>
          </a:p>
          <a:p>
            <a:pPr eaLnBrk="1" hangingPunct="1"/>
            <a:r>
              <a:rPr lang="zh-CN" altLang="en-US"/>
              <a:t>在某一时刻，只有一个操作数能放在总线上</a:t>
            </a:r>
          </a:p>
          <a:p>
            <a:pPr eaLnBrk="1" hangingPunct="1"/>
            <a:r>
              <a:rPr lang="zh-CN" altLang="en-US"/>
              <a:t>控制电路比较简单，但操作速度较慢 </a:t>
            </a:r>
          </a:p>
        </p:txBody>
      </p:sp>
      <p:pic>
        <p:nvPicPr>
          <p:cNvPr id="97284" name="Picture 4">
            <a:extLst>
              <a:ext uri="{FF2B5EF4-FFF2-40B4-BE49-F238E27FC236}">
                <a16:creationId xmlns:a16="http://schemas.microsoft.com/office/drawing/2014/main" id="{1FF858E2-9B05-4CE4-B5E9-DE311C2853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1218" t="17349" r="8858" b="33223"/>
          <a:stretch>
            <a:fillRect/>
          </a:stretch>
        </p:blipFill>
        <p:spPr bwMode="auto">
          <a:xfrm>
            <a:off x="698500" y="2686050"/>
            <a:ext cx="7761288" cy="340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7330" name="Rectangle 2">
            <a:extLst>
              <a:ext uri="{FF2B5EF4-FFF2-40B4-BE49-F238E27FC236}">
                <a16:creationId xmlns:a16="http://schemas.microsoft.com/office/drawing/2014/main" id="{66C8895E-82E3-49D4-9240-55099A6348F7}"/>
              </a:ext>
            </a:extLst>
          </p:cNvPr>
          <p:cNvSpPr>
            <a:spLocks noGrp="1" noChangeArrowheads="1"/>
          </p:cNvSpPr>
          <p:nvPr>
            <p:ph type="title"/>
          </p:nvPr>
        </p:nvSpPr>
        <p:spPr/>
        <p:txBody>
          <a:bodyPr/>
          <a:lstStyle/>
          <a:p>
            <a:pPr eaLnBrk="1" hangingPunct="1"/>
            <a:r>
              <a:rPr lang="zh-CN" altLang="en-US"/>
              <a:t>双总线结构运算器</a:t>
            </a:r>
          </a:p>
        </p:txBody>
      </p:sp>
      <p:sp>
        <p:nvSpPr>
          <p:cNvPr id="98306" name="Rectangle 3">
            <a:extLst>
              <a:ext uri="{FF2B5EF4-FFF2-40B4-BE49-F238E27FC236}">
                <a16:creationId xmlns:a16="http://schemas.microsoft.com/office/drawing/2014/main" id="{7A512127-9603-486E-87D2-19FCEAC1EE56}"/>
              </a:ext>
            </a:extLst>
          </p:cNvPr>
          <p:cNvSpPr>
            <a:spLocks noGrp="1" noChangeArrowheads="1"/>
          </p:cNvSpPr>
          <p:nvPr>
            <p:ph idx="1"/>
          </p:nvPr>
        </p:nvSpPr>
        <p:spPr/>
        <p:txBody>
          <a:bodyPr/>
          <a:lstStyle/>
          <a:p>
            <a:pPr eaLnBrk="1" hangingPunct="1"/>
            <a:r>
              <a:rPr lang="zh-CN" altLang="en-US" sz="2800"/>
              <a:t>两个操作数可同时加到</a:t>
            </a:r>
            <a:r>
              <a:rPr lang="en-US" altLang="zh-CN" sz="2800"/>
              <a:t>ALU</a:t>
            </a:r>
            <a:r>
              <a:rPr lang="zh-CN" altLang="en-US" sz="2800"/>
              <a:t>进行运算 </a:t>
            </a:r>
          </a:p>
          <a:p>
            <a:pPr eaLnBrk="1" hangingPunct="1"/>
            <a:r>
              <a:rPr lang="zh-CN" altLang="en-US" sz="2800"/>
              <a:t>特殊寄存器分为两组，它们分别与一条总线交换数据</a:t>
            </a:r>
          </a:p>
          <a:p>
            <a:pPr eaLnBrk="1" hangingPunct="1"/>
            <a:r>
              <a:rPr lang="zh-CN" altLang="en-US" sz="2800"/>
              <a:t>控制电路稍复杂，操作速度较快 </a:t>
            </a:r>
          </a:p>
        </p:txBody>
      </p:sp>
      <p:pic>
        <p:nvPicPr>
          <p:cNvPr id="98308" name="Picture 4">
            <a:extLst>
              <a:ext uri="{FF2B5EF4-FFF2-40B4-BE49-F238E27FC236}">
                <a16:creationId xmlns:a16="http://schemas.microsoft.com/office/drawing/2014/main" id="{B20BB8D4-EBBD-4DE7-91CB-CD9908417C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333" t="12920" r="11809" b="29532"/>
          <a:stretch>
            <a:fillRect/>
          </a:stretch>
        </p:blipFill>
        <p:spPr bwMode="auto">
          <a:xfrm>
            <a:off x="1403350" y="2466975"/>
            <a:ext cx="6392863" cy="378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lgn="ctr">
                <a:solidFill>
                  <a:srgbClr val="000000"/>
                </a:solidFill>
                <a:miter lim="800000"/>
                <a:headEnd/>
                <a:tailEnd/>
              </a14:hiddenLine>
            </a:ext>
          </a:extLst>
        </p:spPr>
      </p:pic>
    </p:spTree>
  </p:cSld>
  <p:clrMapOvr>
    <a:masterClrMapping/>
  </p:clrMapOvr>
  <p:transition spd="med">
    <p:pull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8354" name="Rectangle 2">
            <a:extLst>
              <a:ext uri="{FF2B5EF4-FFF2-40B4-BE49-F238E27FC236}">
                <a16:creationId xmlns:a16="http://schemas.microsoft.com/office/drawing/2014/main" id="{118879A7-C4F6-4E19-B759-D1D3CE4BCCA1}"/>
              </a:ext>
            </a:extLst>
          </p:cNvPr>
          <p:cNvSpPr>
            <a:spLocks noGrp="1" noChangeArrowheads="1"/>
          </p:cNvSpPr>
          <p:nvPr>
            <p:ph type="title"/>
          </p:nvPr>
        </p:nvSpPr>
        <p:spPr/>
        <p:txBody>
          <a:bodyPr/>
          <a:lstStyle/>
          <a:p>
            <a:pPr eaLnBrk="1" hangingPunct="1"/>
            <a:r>
              <a:rPr lang="zh-CN" altLang="en-US"/>
              <a:t>三总线结构运算器</a:t>
            </a:r>
          </a:p>
        </p:txBody>
      </p:sp>
      <p:sp>
        <p:nvSpPr>
          <p:cNvPr id="99330" name="Rectangle 3">
            <a:extLst>
              <a:ext uri="{FF2B5EF4-FFF2-40B4-BE49-F238E27FC236}">
                <a16:creationId xmlns:a16="http://schemas.microsoft.com/office/drawing/2014/main" id="{98E1C36F-6112-4547-8902-9FD3CF6C70FB}"/>
              </a:ext>
            </a:extLst>
          </p:cNvPr>
          <p:cNvSpPr>
            <a:spLocks noGrp="1" noChangeArrowheads="1"/>
          </p:cNvSpPr>
          <p:nvPr>
            <p:ph idx="1"/>
          </p:nvPr>
        </p:nvSpPr>
        <p:spPr/>
        <p:txBody>
          <a:bodyPr/>
          <a:lstStyle/>
          <a:p>
            <a:pPr eaLnBrk="1" hangingPunct="1"/>
            <a:r>
              <a:rPr lang="en-US" altLang="zh-CN" sz="2800"/>
              <a:t>ALU</a:t>
            </a:r>
            <a:r>
              <a:rPr lang="zh-CN" altLang="en-US" sz="2800"/>
              <a:t>的两个输入端各连至一条总线，而输出端连至第三条总线。算术逻辑操作可在一步控制之内完成</a:t>
            </a:r>
          </a:p>
          <a:p>
            <a:pPr eaLnBrk="1" hangingPunct="1"/>
            <a:r>
              <a:rPr lang="zh-CN" altLang="en-US" sz="2800"/>
              <a:t>控制电路复杂，操作速度快</a:t>
            </a:r>
            <a:r>
              <a:rPr lang="zh-CN" altLang="en-US"/>
              <a:t> </a:t>
            </a:r>
          </a:p>
        </p:txBody>
      </p:sp>
      <p:pic>
        <p:nvPicPr>
          <p:cNvPr id="99332" name="Picture 4">
            <a:extLst>
              <a:ext uri="{FF2B5EF4-FFF2-40B4-BE49-F238E27FC236}">
                <a16:creationId xmlns:a16="http://schemas.microsoft.com/office/drawing/2014/main" id="{9BC97BBD-FD8A-4273-8ACF-0D7ED7BB0B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3286" t="12920" r="17714" b="33223"/>
          <a:stretch>
            <a:fillRect/>
          </a:stretch>
        </p:blipFill>
        <p:spPr bwMode="auto">
          <a:xfrm>
            <a:off x="1331913" y="2420938"/>
            <a:ext cx="6265862" cy="391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lgn="ctr">
                <a:solidFill>
                  <a:srgbClr val="000000"/>
                </a:solidFill>
                <a:miter lim="800000"/>
                <a:headEnd/>
                <a:tailEnd/>
              </a14:hiddenLine>
            </a:ext>
          </a:extLst>
        </p:spPr>
      </p:pic>
    </p:spTree>
  </p:cSld>
  <p:clrMapOvr>
    <a:masterClrMapping/>
  </p:clrMapOvr>
  <p:transition spd="med">
    <p:pull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id="{ABAAD32B-BC5C-4789-9566-2169593B5856}"/>
              </a:ext>
            </a:extLst>
          </p:cNvPr>
          <p:cNvSpPr>
            <a:spLocks noGrp="1"/>
          </p:cNvSpPr>
          <p:nvPr>
            <p:ph type="subTitle" idx="1"/>
          </p:nvPr>
        </p:nvSpPr>
        <p:spPr/>
        <p:txBody>
          <a:bodyPr/>
          <a:lstStyle/>
          <a:p>
            <a:endParaRPr lang="zh-CN" altLang="en-US"/>
          </a:p>
        </p:txBody>
      </p:sp>
      <p:sp>
        <p:nvSpPr>
          <p:cNvPr id="3" name="标题 2">
            <a:extLst>
              <a:ext uri="{FF2B5EF4-FFF2-40B4-BE49-F238E27FC236}">
                <a16:creationId xmlns:a16="http://schemas.microsoft.com/office/drawing/2014/main" id="{D1D9BE91-EFF0-4860-AA3F-CFA1A85EBDE0}"/>
              </a:ext>
            </a:extLst>
          </p:cNvPr>
          <p:cNvSpPr>
            <a:spLocks noGrp="1"/>
          </p:cNvSpPr>
          <p:nvPr>
            <p:ph type="title"/>
          </p:nvPr>
        </p:nvSpPr>
        <p:spPr>
          <a:xfrm>
            <a:off x="723900" y="1295400"/>
            <a:ext cx="7696200" cy="812800"/>
          </a:xfrm>
        </p:spPr>
        <p:txBody>
          <a:bodyPr/>
          <a:lstStyle/>
          <a:p>
            <a:r>
              <a:rPr lang="en-US" altLang="zh-CN" dirty="0"/>
              <a:t>2.6 </a:t>
            </a:r>
            <a:r>
              <a:rPr lang="zh-CN" altLang="en-US" dirty="0"/>
              <a:t>浮点运算方法和浮点运算器</a:t>
            </a:r>
          </a:p>
        </p:txBody>
      </p:sp>
    </p:spTree>
    <p:extLst>
      <p:ext uri="{BB962C8B-B14F-4D97-AF65-F5344CB8AC3E}">
        <p14:creationId xmlns:p14="http://schemas.microsoft.com/office/powerpoint/2010/main" val="1043858393"/>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5522" name="Rectangle 2">
            <a:extLst>
              <a:ext uri="{FF2B5EF4-FFF2-40B4-BE49-F238E27FC236}">
                <a16:creationId xmlns:a16="http://schemas.microsoft.com/office/drawing/2014/main" id="{70BA4755-A5D9-450D-B061-E2F2CEC210BF}"/>
              </a:ext>
            </a:extLst>
          </p:cNvPr>
          <p:cNvSpPr>
            <a:spLocks noGrp="1" noChangeArrowheads="1"/>
          </p:cNvSpPr>
          <p:nvPr>
            <p:ph type="title"/>
          </p:nvPr>
        </p:nvSpPr>
        <p:spPr/>
        <p:txBody>
          <a:bodyPr/>
          <a:lstStyle/>
          <a:p>
            <a:pPr eaLnBrk="1" hangingPunct="1"/>
            <a:r>
              <a:rPr lang="zh-CN" altLang="en-US"/>
              <a:t>浮点数加、减法</a:t>
            </a:r>
          </a:p>
        </p:txBody>
      </p:sp>
      <p:sp>
        <p:nvSpPr>
          <p:cNvPr id="102402" name="Rectangle 3">
            <a:extLst>
              <a:ext uri="{FF2B5EF4-FFF2-40B4-BE49-F238E27FC236}">
                <a16:creationId xmlns:a16="http://schemas.microsoft.com/office/drawing/2014/main" id="{F8E26280-7A99-4548-B93B-D757B458B704}"/>
              </a:ext>
            </a:extLst>
          </p:cNvPr>
          <p:cNvSpPr>
            <a:spLocks noGrp="1" noChangeArrowheads="1"/>
          </p:cNvSpPr>
          <p:nvPr>
            <p:ph idx="1"/>
          </p:nvPr>
        </p:nvSpPr>
        <p:spPr/>
        <p:txBody>
          <a:bodyPr/>
          <a:lstStyle/>
          <a:p>
            <a:pPr eaLnBrk="1" hangingPunct="1">
              <a:buFont typeface="Wingdings 2" panose="05020102010507070707" pitchFamily="18" charset="2"/>
              <a:buNone/>
            </a:pPr>
            <a:r>
              <a:rPr lang="zh-CN" altLang="en-US" sz="2800" dirty="0">
                <a:latin typeface="楷体_GB2312" pitchFamily="49" charset="-122"/>
              </a:rPr>
              <a:t>设有两个浮点数ｘ＝</a:t>
            </a:r>
            <a:r>
              <a:rPr lang="en-US" altLang="zh-CN" sz="2800" dirty="0">
                <a:latin typeface="楷体_GB2312" pitchFamily="49" charset="-122"/>
              </a:rPr>
              <a:t>2</a:t>
            </a:r>
            <a:r>
              <a:rPr lang="en-US" altLang="zh-CN" sz="2800" baseline="30000" dirty="0">
                <a:latin typeface="楷体_GB2312" pitchFamily="49" charset="-122"/>
              </a:rPr>
              <a:t>E</a:t>
            </a:r>
            <a:r>
              <a:rPr lang="zh-CN" altLang="en-US" sz="2800" baseline="30000" dirty="0">
                <a:latin typeface="楷体_GB2312" pitchFamily="49" charset="-122"/>
              </a:rPr>
              <a:t>ｘ</a:t>
            </a:r>
            <a:r>
              <a:rPr lang="en-US" altLang="zh-CN" sz="2800" dirty="0"/>
              <a:t>·</a:t>
            </a:r>
            <a:r>
              <a:rPr lang="en-US" altLang="zh-CN" sz="2800" dirty="0">
                <a:latin typeface="楷体_GB2312" pitchFamily="49" charset="-122"/>
              </a:rPr>
              <a:t>M</a:t>
            </a:r>
            <a:r>
              <a:rPr lang="zh-CN" altLang="en-US" sz="2800" baseline="-25000" dirty="0">
                <a:latin typeface="楷体_GB2312" pitchFamily="49" charset="-122"/>
              </a:rPr>
              <a:t>ｘ</a:t>
            </a:r>
          </a:p>
          <a:p>
            <a:pPr eaLnBrk="1" hangingPunct="1">
              <a:buFont typeface="Wingdings 2" panose="05020102010507070707" pitchFamily="18" charset="2"/>
              <a:buNone/>
            </a:pPr>
            <a:r>
              <a:rPr lang="zh-CN" altLang="en-US" sz="2800" dirty="0">
                <a:latin typeface="楷体_GB2312" pitchFamily="49" charset="-122"/>
              </a:rPr>
              <a:t>              ｙ＝</a:t>
            </a:r>
            <a:r>
              <a:rPr lang="en-US" altLang="zh-CN" sz="2800" dirty="0">
                <a:latin typeface="楷体_GB2312" pitchFamily="49" charset="-122"/>
              </a:rPr>
              <a:t>2</a:t>
            </a:r>
            <a:r>
              <a:rPr lang="en-US" altLang="zh-CN" sz="2800" baseline="30000" dirty="0">
                <a:latin typeface="楷体_GB2312" pitchFamily="49" charset="-122"/>
              </a:rPr>
              <a:t>E</a:t>
            </a:r>
            <a:r>
              <a:rPr lang="zh-CN" altLang="en-US" sz="2800" baseline="30000" dirty="0">
                <a:latin typeface="楷体_GB2312" pitchFamily="49" charset="-122"/>
              </a:rPr>
              <a:t>ｙ</a:t>
            </a:r>
            <a:r>
              <a:rPr lang="en-US" altLang="zh-CN" sz="2800" dirty="0"/>
              <a:t>·</a:t>
            </a:r>
            <a:r>
              <a:rPr lang="en-US" altLang="zh-CN" sz="2800" dirty="0">
                <a:latin typeface="楷体_GB2312" pitchFamily="49" charset="-122"/>
              </a:rPr>
              <a:t>M</a:t>
            </a:r>
            <a:r>
              <a:rPr lang="zh-CN" altLang="en-US" sz="2800" baseline="-25000" dirty="0">
                <a:latin typeface="楷体_GB2312" pitchFamily="49" charset="-122"/>
              </a:rPr>
              <a:t>ｙ</a:t>
            </a:r>
          </a:p>
          <a:p>
            <a:pPr eaLnBrk="1" hangingPunct="1">
              <a:buFont typeface="Wingdings 2" panose="05020102010507070707" pitchFamily="18" charset="2"/>
              <a:buNone/>
            </a:pPr>
            <a:r>
              <a:rPr lang="zh-CN" altLang="en-US" sz="2800" dirty="0">
                <a:latin typeface="楷体_GB2312" pitchFamily="49" charset="-122"/>
              </a:rPr>
              <a:t>     ｘ</a:t>
            </a:r>
            <a:r>
              <a:rPr lang="en-US" altLang="zh-CN" sz="2800" dirty="0">
                <a:latin typeface="楷体_GB2312" pitchFamily="49" charset="-122"/>
              </a:rPr>
              <a:t>±</a:t>
            </a:r>
            <a:r>
              <a:rPr lang="zh-CN" altLang="en-US" sz="2800" dirty="0">
                <a:latin typeface="楷体_GB2312" pitchFamily="49" charset="-122"/>
              </a:rPr>
              <a:t>ｙ＝</a:t>
            </a:r>
            <a:r>
              <a:rPr lang="en-US" altLang="zh-CN" sz="2800" dirty="0">
                <a:latin typeface="楷体_GB2312" pitchFamily="49" charset="-122"/>
              </a:rPr>
              <a:t>(M</a:t>
            </a:r>
            <a:r>
              <a:rPr lang="zh-CN" altLang="en-US" sz="2800" baseline="-25000" dirty="0">
                <a:latin typeface="楷体_GB2312" pitchFamily="49" charset="-122"/>
              </a:rPr>
              <a:t>ｘ</a:t>
            </a:r>
            <a:r>
              <a:rPr lang="en-US" altLang="zh-CN" sz="2800" dirty="0">
                <a:latin typeface="楷体_GB2312" pitchFamily="49" charset="-122"/>
              </a:rPr>
              <a:t>2</a:t>
            </a:r>
            <a:r>
              <a:rPr lang="en-US" altLang="zh-CN" sz="2800" baseline="30000" dirty="0">
                <a:latin typeface="楷体_GB2312" pitchFamily="49" charset="-122"/>
              </a:rPr>
              <a:t>E</a:t>
            </a:r>
            <a:r>
              <a:rPr lang="zh-CN" altLang="en-US" sz="2800" baseline="30000" dirty="0">
                <a:latin typeface="楷体_GB2312" pitchFamily="49" charset="-122"/>
              </a:rPr>
              <a:t>ｘ－</a:t>
            </a:r>
            <a:r>
              <a:rPr lang="en-US" altLang="zh-CN" sz="2800" baseline="30000" dirty="0">
                <a:latin typeface="楷体_GB2312" pitchFamily="49" charset="-122"/>
              </a:rPr>
              <a:t>E</a:t>
            </a:r>
            <a:r>
              <a:rPr lang="zh-CN" altLang="en-US" sz="2800" baseline="30000" dirty="0">
                <a:latin typeface="楷体_GB2312" pitchFamily="49" charset="-122"/>
              </a:rPr>
              <a:t>ｙ</a:t>
            </a:r>
            <a:r>
              <a:rPr lang="zh-CN" altLang="en-US" sz="2800" dirty="0">
                <a:latin typeface="楷体_GB2312" pitchFamily="49" charset="-122"/>
              </a:rPr>
              <a:t> </a:t>
            </a:r>
            <a:r>
              <a:rPr lang="en-US" altLang="zh-CN" sz="2800" dirty="0">
                <a:latin typeface="楷体_GB2312" pitchFamily="49" charset="-122"/>
              </a:rPr>
              <a:t>±M</a:t>
            </a:r>
            <a:r>
              <a:rPr lang="zh-CN" altLang="en-US" sz="2800" baseline="-25000" dirty="0">
                <a:latin typeface="楷体_GB2312" pitchFamily="49" charset="-122"/>
              </a:rPr>
              <a:t>ｙ</a:t>
            </a:r>
            <a:r>
              <a:rPr lang="en-US" altLang="zh-CN" sz="2800" dirty="0">
                <a:latin typeface="楷体_GB2312" pitchFamily="49" charset="-122"/>
              </a:rPr>
              <a:t>)2 </a:t>
            </a:r>
            <a:r>
              <a:rPr lang="en-US" altLang="zh-CN" sz="2800" baseline="30000" dirty="0">
                <a:latin typeface="楷体_GB2312" pitchFamily="49" charset="-122"/>
              </a:rPr>
              <a:t>E</a:t>
            </a:r>
            <a:r>
              <a:rPr lang="zh-CN" altLang="en-US" sz="2800" baseline="30000" dirty="0">
                <a:latin typeface="楷体_GB2312" pitchFamily="49" charset="-122"/>
              </a:rPr>
              <a:t>ｙ</a:t>
            </a:r>
            <a:r>
              <a:rPr lang="zh-CN" altLang="en-US" sz="2800" i="1" dirty="0">
                <a:latin typeface="楷体_GB2312" pitchFamily="49" charset="-122"/>
              </a:rPr>
              <a:t>，</a:t>
            </a:r>
            <a:r>
              <a:rPr lang="en-US" altLang="zh-CN" sz="2800" dirty="0">
                <a:latin typeface="楷体_GB2312" pitchFamily="49" charset="-122"/>
              </a:rPr>
              <a:t>E</a:t>
            </a:r>
            <a:r>
              <a:rPr lang="zh-CN" altLang="en-US" sz="2800" baseline="-25000" dirty="0">
                <a:latin typeface="楷体_GB2312" pitchFamily="49" charset="-122"/>
              </a:rPr>
              <a:t>ｘ </a:t>
            </a:r>
            <a:r>
              <a:rPr lang="zh-CN" altLang="en-US" sz="2800" dirty="0">
                <a:latin typeface="楷体_GB2312" pitchFamily="49" charset="-122"/>
                <a:sym typeface="Symbol" panose="05050102010706020507" pitchFamily="18" charset="2"/>
              </a:rPr>
              <a:t> </a:t>
            </a:r>
            <a:r>
              <a:rPr lang="en-US" altLang="zh-CN" sz="2800" dirty="0">
                <a:latin typeface="楷体_GB2312" pitchFamily="49" charset="-122"/>
              </a:rPr>
              <a:t>E</a:t>
            </a:r>
            <a:r>
              <a:rPr lang="zh-CN" altLang="en-US" sz="2800" baseline="-25000" dirty="0">
                <a:latin typeface="楷体_GB2312" pitchFamily="49" charset="-122"/>
              </a:rPr>
              <a:t>ｙ</a:t>
            </a:r>
            <a:r>
              <a:rPr lang="zh-CN" altLang="en-US" dirty="0">
                <a:latin typeface="楷体_GB2312" pitchFamily="49" charset="-122"/>
              </a:rPr>
              <a:t> </a:t>
            </a:r>
          </a:p>
          <a:p>
            <a:pPr eaLnBrk="1" hangingPunct="1"/>
            <a:r>
              <a:rPr lang="zh-CN" altLang="en-US" sz="2800" dirty="0">
                <a:latin typeface="楷体_GB2312" pitchFamily="49" charset="-122"/>
              </a:rPr>
              <a:t>算法</a:t>
            </a:r>
          </a:p>
          <a:p>
            <a:pPr lvl="1" eaLnBrk="1" hangingPunct="1"/>
            <a:r>
              <a:rPr lang="zh-CN" altLang="en-US" dirty="0">
                <a:ea typeface="楷体" panose="02010609060101010101" pitchFamily="49" charset="-122"/>
              </a:rPr>
              <a:t>检查操作数是否为</a:t>
            </a:r>
            <a:r>
              <a:rPr lang="en-US" altLang="zh-CN" dirty="0">
                <a:ea typeface="楷体" panose="02010609060101010101" pitchFamily="49" charset="-122"/>
              </a:rPr>
              <a:t>0</a:t>
            </a:r>
            <a:endParaRPr lang="zh-CN" altLang="en-US" dirty="0">
              <a:ea typeface="楷体" panose="02010609060101010101" pitchFamily="49" charset="-122"/>
            </a:endParaRPr>
          </a:p>
          <a:p>
            <a:pPr lvl="1" eaLnBrk="1" hangingPunct="1"/>
            <a:r>
              <a:rPr lang="zh-CN" altLang="en-US" dirty="0">
                <a:ea typeface="楷体" panose="02010609060101010101" pitchFamily="49" charset="-122"/>
              </a:rPr>
              <a:t>对阶，求阶差： </a:t>
            </a:r>
            <a:r>
              <a:rPr lang="zh-CN" altLang="en-US" dirty="0">
                <a:ea typeface="楷体" panose="02010609060101010101" pitchFamily="49" charset="-122"/>
                <a:sym typeface="Symbol" panose="05050102010706020507" pitchFamily="18" charset="2"/>
              </a:rPr>
              <a:t></a:t>
            </a:r>
            <a:r>
              <a:rPr lang="en-US" altLang="zh-CN" dirty="0">
                <a:ea typeface="楷体" panose="02010609060101010101" pitchFamily="49" charset="-122"/>
              </a:rPr>
              <a:t>E= E</a:t>
            </a:r>
            <a:r>
              <a:rPr lang="en-US" altLang="zh-CN" baseline="-25000" dirty="0">
                <a:ea typeface="楷体" panose="02010609060101010101" pitchFamily="49" charset="-122"/>
              </a:rPr>
              <a:t>X </a:t>
            </a:r>
            <a:r>
              <a:rPr lang="en-US" altLang="zh-CN" dirty="0">
                <a:ea typeface="楷体" panose="02010609060101010101" pitchFamily="49" charset="-122"/>
              </a:rPr>
              <a:t>-E</a:t>
            </a:r>
            <a:r>
              <a:rPr lang="en-US" altLang="zh-CN" baseline="-25000" dirty="0">
                <a:ea typeface="楷体" panose="02010609060101010101" pitchFamily="49" charset="-122"/>
              </a:rPr>
              <a:t>Y</a:t>
            </a:r>
            <a:r>
              <a:rPr lang="zh-CN" altLang="en-US" dirty="0">
                <a:ea typeface="楷体" panose="02010609060101010101" pitchFamily="49" charset="-122"/>
              </a:rPr>
              <a:t>，使阶码小的数的尾数</a:t>
            </a:r>
            <a:r>
              <a:rPr lang="zh-CN" altLang="en-US" dirty="0">
                <a:solidFill>
                  <a:srgbClr val="FF0000"/>
                </a:solidFill>
                <a:ea typeface="楷体" panose="02010609060101010101" pitchFamily="49" charset="-122"/>
              </a:rPr>
              <a:t>右移</a:t>
            </a:r>
            <a:r>
              <a:rPr lang="zh-CN" altLang="en-US" dirty="0">
                <a:ea typeface="楷体" panose="02010609060101010101" pitchFamily="49" charset="-122"/>
                <a:sym typeface="Symbol" panose="05050102010706020507" pitchFamily="18" charset="2"/>
              </a:rPr>
              <a:t></a:t>
            </a:r>
            <a:r>
              <a:rPr lang="en-US" altLang="zh-CN" dirty="0">
                <a:ea typeface="楷体" panose="02010609060101010101" pitchFamily="49" charset="-122"/>
              </a:rPr>
              <a:t>E</a:t>
            </a:r>
            <a:r>
              <a:rPr lang="en-US" altLang="zh-CN" dirty="0">
                <a:ea typeface="楷体" panose="02010609060101010101" pitchFamily="49" charset="-122"/>
                <a:sym typeface="Symbol" panose="05050102010706020507" pitchFamily="18" charset="2"/>
              </a:rPr>
              <a:t></a:t>
            </a:r>
            <a:r>
              <a:rPr lang="zh-CN" altLang="en-US" dirty="0">
                <a:ea typeface="楷体" panose="02010609060101010101" pitchFamily="49" charset="-122"/>
              </a:rPr>
              <a:t>位，其阶码取大的阶码值</a:t>
            </a:r>
          </a:p>
          <a:p>
            <a:pPr lvl="1" eaLnBrk="1" hangingPunct="1"/>
            <a:r>
              <a:rPr lang="zh-CN" altLang="en-US" dirty="0">
                <a:ea typeface="楷体" panose="02010609060101010101" pitchFamily="49" charset="-122"/>
              </a:rPr>
              <a:t>对尾数进行加、减法，求得结果</a:t>
            </a:r>
          </a:p>
          <a:p>
            <a:pPr lvl="1" eaLnBrk="1" hangingPunct="1"/>
            <a:r>
              <a:rPr lang="zh-CN" altLang="en-US" dirty="0">
                <a:ea typeface="楷体" panose="02010609060101010101" pitchFamily="49" charset="-122"/>
              </a:rPr>
              <a:t>规格化，舍入（可能再次规格化），进行溢出检查（阶码）</a:t>
            </a:r>
          </a:p>
        </p:txBody>
      </p:sp>
    </p:spTree>
  </p:cSld>
  <p:clrMapOvr>
    <a:masterClrMapping/>
  </p:clrMapOvr>
  <p:transition spd="med">
    <p:pull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546" name="Rectangle 2">
            <a:extLst>
              <a:ext uri="{FF2B5EF4-FFF2-40B4-BE49-F238E27FC236}">
                <a16:creationId xmlns:a16="http://schemas.microsoft.com/office/drawing/2014/main" id="{196AEB3D-FD68-4FC3-81B5-52110C84D196}"/>
              </a:ext>
            </a:extLst>
          </p:cNvPr>
          <p:cNvSpPr>
            <a:spLocks noGrp="1" noChangeArrowheads="1"/>
          </p:cNvSpPr>
          <p:nvPr>
            <p:ph type="title"/>
          </p:nvPr>
        </p:nvSpPr>
        <p:spPr/>
        <p:txBody>
          <a:bodyPr/>
          <a:lstStyle/>
          <a:p>
            <a:pPr eaLnBrk="1" hangingPunct="1">
              <a:defRPr/>
            </a:pPr>
            <a:r>
              <a:rPr lang="zh-CN" altLang="en-US" dirty="0"/>
              <a:t>对阶</a:t>
            </a:r>
          </a:p>
        </p:txBody>
      </p:sp>
      <p:sp>
        <p:nvSpPr>
          <p:cNvPr id="103426" name="Rectangle 3">
            <a:extLst>
              <a:ext uri="{FF2B5EF4-FFF2-40B4-BE49-F238E27FC236}">
                <a16:creationId xmlns:a16="http://schemas.microsoft.com/office/drawing/2014/main" id="{024A27E7-5774-4D6B-B75E-5FEA2192C173}"/>
              </a:ext>
            </a:extLst>
          </p:cNvPr>
          <p:cNvSpPr>
            <a:spLocks noGrp="1" noChangeArrowheads="1"/>
          </p:cNvSpPr>
          <p:nvPr>
            <p:ph idx="1"/>
          </p:nvPr>
        </p:nvSpPr>
        <p:spPr>
          <a:xfrm>
            <a:off x="179388" y="981075"/>
            <a:ext cx="8613775" cy="5400675"/>
          </a:xfrm>
        </p:spPr>
        <p:txBody>
          <a:bodyPr/>
          <a:lstStyle/>
          <a:p>
            <a:pPr eaLnBrk="1" hangingPunct="1"/>
            <a:r>
              <a:rPr lang="zh-CN" altLang="en-US" dirty="0">
                <a:latin typeface="楷体_GB2312" pitchFamily="49" charset="-122"/>
              </a:rPr>
              <a:t>原则：小阶向大阶看齐（思考：为什么？</a:t>
            </a:r>
            <a:r>
              <a:rPr lang="en-US" altLang="zh-CN" dirty="0">
                <a:latin typeface="宋体" panose="02010600030101010101" pitchFamily="2" charset="-122"/>
              </a:rPr>
              <a:t>)</a:t>
            </a:r>
            <a:r>
              <a:rPr lang="en-US" altLang="zh-CN" sz="3600" dirty="0">
                <a:latin typeface="宋体" panose="02010600030101010101" pitchFamily="2" charset="-122"/>
              </a:rPr>
              <a:t> </a:t>
            </a:r>
          </a:p>
          <a:p>
            <a:pPr eaLnBrk="1" hangingPunct="1"/>
            <a:r>
              <a:rPr lang="zh-CN" altLang="en-US" dirty="0">
                <a:latin typeface="楷体_GB2312" pitchFamily="49" charset="-122"/>
              </a:rPr>
              <a:t>方法</a:t>
            </a:r>
            <a:r>
              <a:rPr lang="en-US" altLang="zh-CN" dirty="0">
                <a:latin typeface="楷体_GB2312" pitchFamily="49" charset="-122"/>
              </a:rPr>
              <a:t>: </a:t>
            </a:r>
          </a:p>
          <a:p>
            <a:pPr lvl="1" eaLnBrk="1" hangingPunct="1"/>
            <a:r>
              <a:rPr lang="zh-CN" altLang="en-US" dirty="0">
                <a:latin typeface="宋体" panose="02010600030101010101" pitchFamily="2" charset="-122"/>
              </a:rPr>
              <a:t>逐位移位比较：小阶的尾数每次右移一位</a:t>
            </a:r>
            <a:r>
              <a:rPr lang="en-US" altLang="zh-CN" dirty="0">
                <a:latin typeface="宋体" panose="02010600030101010101" pitchFamily="2" charset="-122"/>
              </a:rPr>
              <a:t>,</a:t>
            </a:r>
            <a:r>
              <a:rPr lang="zh-CN" altLang="en-US" dirty="0">
                <a:latin typeface="宋体" panose="02010600030101010101" pitchFamily="2" charset="-122"/>
              </a:rPr>
              <a:t>其阶码加</a:t>
            </a:r>
            <a:r>
              <a:rPr lang="en-US" altLang="zh-CN" dirty="0">
                <a:latin typeface="宋体" panose="02010600030101010101" pitchFamily="2" charset="-122"/>
              </a:rPr>
              <a:t>1</a:t>
            </a:r>
            <a:r>
              <a:rPr lang="zh-CN" altLang="en-US" dirty="0">
                <a:latin typeface="宋体" panose="02010600030101010101" pitchFamily="2" charset="-122"/>
              </a:rPr>
              <a:t>，直到两数的阶码相等为止</a:t>
            </a:r>
          </a:p>
          <a:p>
            <a:pPr lvl="1" eaLnBrk="1" hangingPunct="1"/>
            <a:r>
              <a:rPr lang="zh-CN" altLang="en-US" dirty="0">
                <a:latin typeface="宋体" panose="02010600030101010101" pitchFamily="2" charset="-122"/>
              </a:rPr>
              <a:t>求阶差：</a:t>
            </a:r>
          </a:p>
          <a:p>
            <a:pPr lvl="2" eaLnBrk="1" hangingPunct="1"/>
            <a:r>
              <a:rPr lang="zh-CN" altLang="en-US" dirty="0">
                <a:latin typeface="宋体" panose="02010600030101010101" pitchFamily="2" charset="-122"/>
              </a:rPr>
              <a:t>右移的位数等于阶差△</a:t>
            </a:r>
            <a:r>
              <a:rPr lang="en-US" altLang="zh-CN" dirty="0">
                <a:latin typeface="宋体" panose="02010600030101010101" pitchFamily="2" charset="-122"/>
              </a:rPr>
              <a:t>E</a:t>
            </a:r>
            <a:r>
              <a:rPr lang="zh-CN" altLang="en-US" dirty="0">
                <a:latin typeface="宋体" panose="02010600030101010101" pitchFamily="2" charset="-122"/>
              </a:rPr>
              <a:t>＝</a:t>
            </a:r>
            <a:r>
              <a:rPr lang="en-US" altLang="zh-CN" dirty="0">
                <a:latin typeface="宋体" panose="02010600030101010101" pitchFamily="2" charset="-122"/>
              </a:rPr>
              <a:t>E</a:t>
            </a:r>
            <a:r>
              <a:rPr lang="zh-CN" altLang="en-US" dirty="0">
                <a:latin typeface="宋体" panose="02010600030101010101" pitchFamily="2" charset="-122"/>
              </a:rPr>
              <a:t>ｘ－</a:t>
            </a:r>
            <a:r>
              <a:rPr lang="en-US" altLang="zh-CN" dirty="0">
                <a:latin typeface="宋体" panose="02010600030101010101" pitchFamily="2" charset="-122"/>
              </a:rPr>
              <a:t>E</a:t>
            </a:r>
            <a:r>
              <a:rPr lang="zh-CN" altLang="en-US" dirty="0">
                <a:latin typeface="宋体" panose="02010600030101010101" pitchFamily="2" charset="-122"/>
              </a:rPr>
              <a:t>ｙ</a:t>
            </a:r>
          </a:p>
          <a:p>
            <a:pPr lvl="2" eaLnBrk="1" hangingPunct="1"/>
            <a:r>
              <a:rPr lang="zh-CN" altLang="en-US" dirty="0">
                <a:latin typeface="宋体" panose="02010600030101010101" pitchFamily="2" charset="-122"/>
              </a:rPr>
              <a:t>哪个数移位由阶差的正负决定。</a:t>
            </a:r>
          </a:p>
          <a:p>
            <a:pPr marL="896938" lvl="3" indent="14288" eaLnBrk="1" hangingPunct="1"/>
            <a:r>
              <a:rPr lang="zh-CN" altLang="en-US" sz="2400" dirty="0">
                <a:latin typeface="宋体" panose="02010600030101010101" pitchFamily="2" charset="-122"/>
                <a:ea typeface="宋体" panose="02010600030101010101" pitchFamily="2" charset="-122"/>
              </a:rPr>
              <a:t>若△</a:t>
            </a:r>
            <a:r>
              <a:rPr lang="en-US" altLang="zh-CN" sz="2400" i="1" dirty="0">
                <a:latin typeface="宋体" panose="02010600030101010101" pitchFamily="2" charset="-122"/>
                <a:ea typeface="宋体" panose="02010600030101010101" pitchFamily="2" charset="-122"/>
              </a:rPr>
              <a:t>E</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0,</a:t>
            </a:r>
            <a:r>
              <a:rPr lang="zh-CN" altLang="en-US" sz="2400" dirty="0">
                <a:latin typeface="宋体" panose="02010600030101010101" pitchFamily="2" charset="-122"/>
                <a:ea typeface="宋体" panose="02010600030101010101" pitchFamily="2" charset="-122"/>
              </a:rPr>
              <a:t>表示两数阶码相等；</a:t>
            </a:r>
          </a:p>
          <a:p>
            <a:pPr marL="896938" lvl="3" indent="14288" eaLnBrk="1" hangingPunct="1"/>
            <a:r>
              <a:rPr lang="zh-CN" altLang="en-US" sz="2400" dirty="0">
                <a:latin typeface="宋体" panose="02010600030101010101" pitchFamily="2" charset="-122"/>
                <a:ea typeface="宋体" panose="02010600030101010101" pitchFamily="2" charset="-122"/>
              </a:rPr>
              <a:t>若△</a:t>
            </a:r>
            <a:r>
              <a:rPr lang="en-US" altLang="zh-CN" sz="2400" i="1" dirty="0">
                <a:latin typeface="宋体" panose="02010600030101010101" pitchFamily="2" charset="-122"/>
                <a:ea typeface="宋体" panose="02010600030101010101" pitchFamily="2" charset="-122"/>
              </a:rPr>
              <a:t>E</a:t>
            </a:r>
            <a:r>
              <a:rPr lang="en-US" altLang="zh-CN" sz="2400" dirty="0">
                <a:latin typeface="宋体" panose="02010600030101010101" pitchFamily="2" charset="-122"/>
                <a:ea typeface="宋体" panose="02010600030101010101" pitchFamily="2" charset="-122"/>
              </a:rPr>
              <a:t>&gt;0,</a:t>
            </a:r>
            <a:r>
              <a:rPr lang="zh-CN" altLang="en-US" sz="2400" dirty="0">
                <a:latin typeface="宋体" panose="02010600030101010101" pitchFamily="2" charset="-122"/>
                <a:ea typeface="宋体" panose="02010600030101010101" pitchFamily="2" charset="-122"/>
              </a:rPr>
              <a:t>表示</a:t>
            </a:r>
            <a:r>
              <a:rPr lang="en-US" altLang="zh-CN" sz="2400" i="1" dirty="0">
                <a:latin typeface="宋体" panose="02010600030101010101" pitchFamily="2" charset="-122"/>
                <a:ea typeface="宋体" panose="02010600030101010101" pitchFamily="2" charset="-122"/>
              </a:rPr>
              <a:t>E</a:t>
            </a:r>
            <a:r>
              <a:rPr lang="zh-CN" altLang="en-US" sz="2400" i="1" dirty="0">
                <a:latin typeface="宋体" panose="02010600030101010101" pitchFamily="2" charset="-122"/>
                <a:ea typeface="宋体" panose="02010600030101010101" pitchFamily="2" charset="-122"/>
              </a:rPr>
              <a:t>ｘ</a:t>
            </a:r>
            <a:r>
              <a:rPr lang="en-US" altLang="zh-CN" sz="2400" dirty="0">
                <a:latin typeface="宋体" panose="02010600030101010101" pitchFamily="2" charset="-122"/>
                <a:ea typeface="宋体" panose="02010600030101010101" pitchFamily="2" charset="-122"/>
              </a:rPr>
              <a:t>&gt;</a:t>
            </a:r>
            <a:r>
              <a:rPr lang="en-US" altLang="zh-CN" sz="2400" i="1" dirty="0">
                <a:latin typeface="宋体" panose="02010600030101010101" pitchFamily="2" charset="-122"/>
                <a:ea typeface="宋体" panose="02010600030101010101" pitchFamily="2" charset="-122"/>
              </a:rPr>
              <a:t>E</a:t>
            </a:r>
            <a:r>
              <a:rPr lang="zh-CN" altLang="en-US" sz="2400" i="1" dirty="0">
                <a:latin typeface="宋体" panose="02010600030101010101" pitchFamily="2" charset="-122"/>
                <a:ea typeface="宋体" panose="02010600030101010101" pitchFamily="2" charset="-122"/>
              </a:rPr>
              <a:t>ｙ</a:t>
            </a:r>
            <a:r>
              <a:rPr lang="zh-CN" altLang="en-US" sz="2400" dirty="0">
                <a:latin typeface="宋体" panose="02010600030101010101" pitchFamily="2" charset="-122"/>
                <a:ea typeface="宋体" panose="02010600030101010101" pitchFamily="2" charset="-122"/>
              </a:rPr>
              <a:t>；则</a:t>
            </a:r>
            <a:r>
              <a:rPr lang="en-US" altLang="zh-CN" sz="2400" dirty="0">
                <a:latin typeface="宋体" panose="02010600030101010101" pitchFamily="2" charset="-122"/>
                <a:ea typeface="宋体" panose="02010600030101010101" pitchFamily="2" charset="-122"/>
              </a:rPr>
              <a:t>y</a:t>
            </a:r>
            <a:r>
              <a:rPr lang="zh-CN" altLang="en-US" sz="2400" dirty="0">
                <a:latin typeface="宋体" panose="02010600030101010101" pitchFamily="2" charset="-122"/>
                <a:ea typeface="宋体" panose="02010600030101010101" pitchFamily="2" charset="-122"/>
              </a:rPr>
              <a:t>移位；</a:t>
            </a:r>
          </a:p>
          <a:p>
            <a:pPr marL="896938" lvl="3" indent="14288" eaLnBrk="1" hangingPunct="1"/>
            <a:r>
              <a:rPr lang="zh-CN" altLang="en-US" sz="2400" dirty="0">
                <a:latin typeface="宋体" panose="02010600030101010101" pitchFamily="2" charset="-122"/>
                <a:ea typeface="宋体" panose="02010600030101010101" pitchFamily="2" charset="-122"/>
              </a:rPr>
              <a:t>若△</a:t>
            </a:r>
            <a:r>
              <a:rPr lang="en-US" altLang="zh-CN" sz="2400" i="1" dirty="0">
                <a:latin typeface="宋体" panose="02010600030101010101" pitchFamily="2" charset="-122"/>
                <a:ea typeface="宋体" panose="02010600030101010101" pitchFamily="2" charset="-122"/>
              </a:rPr>
              <a:t>E</a:t>
            </a:r>
            <a:r>
              <a:rPr lang="en-US" altLang="zh-CN" sz="2400" dirty="0">
                <a:latin typeface="宋体" panose="02010600030101010101" pitchFamily="2" charset="-122"/>
                <a:ea typeface="宋体" panose="02010600030101010101" pitchFamily="2" charset="-122"/>
              </a:rPr>
              <a:t>&lt;0,</a:t>
            </a:r>
            <a:r>
              <a:rPr lang="zh-CN" altLang="en-US" sz="2400" dirty="0">
                <a:latin typeface="宋体" panose="02010600030101010101" pitchFamily="2" charset="-122"/>
                <a:ea typeface="宋体" panose="02010600030101010101" pitchFamily="2" charset="-122"/>
              </a:rPr>
              <a:t>表示</a:t>
            </a:r>
            <a:r>
              <a:rPr lang="en-US" altLang="zh-CN" sz="2400" i="1" dirty="0">
                <a:latin typeface="宋体" panose="02010600030101010101" pitchFamily="2" charset="-122"/>
                <a:ea typeface="宋体" panose="02010600030101010101" pitchFamily="2" charset="-122"/>
              </a:rPr>
              <a:t>E</a:t>
            </a:r>
            <a:r>
              <a:rPr lang="zh-CN" altLang="en-US" sz="2400" i="1" dirty="0">
                <a:latin typeface="宋体" panose="02010600030101010101" pitchFamily="2" charset="-122"/>
                <a:ea typeface="宋体" panose="02010600030101010101" pitchFamily="2" charset="-122"/>
              </a:rPr>
              <a:t>ｘ</a:t>
            </a:r>
            <a:r>
              <a:rPr lang="en-US" altLang="zh-CN" sz="2400" dirty="0">
                <a:latin typeface="宋体" panose="02010600030101010101" pitchFamily="2" charset="-122"/>
                <a:ea typeface="宋体" panose="02010600030101010101" pitchFamily="2" charset="-122"/>
              </a:rPr>
              <a:t>&lt;</a:t>
            </a:r>
            <a:r>
              <a:rPr lang="en-US" altLang="zh-CN" sz="2400" i="1" dirty="0">
                <a:latin typeface="宋体" panose="02010600030101010101" pitchFamily="2" charset="-122"/>
                <a:ea typeface="宋体" panose="02010600030101010101" pitchFamily="2" charset="-122"/>
              </a:rPr>
              <a:t>E</a:t>
            </a:r>
            <a:r>
              <a:rPr lang="zh-CN" altLang="en-US" sz="2400" i="1" dirty="0">
                <a:latin typeface="宋体" panose="02010600030101010101" pitchFamily="2" charset="-122"/>
                <a:ea typeface="宋体" panose="02010600030101010101" pitchFamily="2" charset="-122"/>
              </a:rPr>
              <a:t>ｙ；</a:t>
            </a:r>
            <a:r>
              <a:rPr lang="zh-CN" altLang="en-US" sz="2400" dirty="0">
                <a:latin typeface="宋体" panose="02010600030101010101" pitchFamily="2" charset="-122"/>
                <a:ea typeface="宋体" panose="02010600030101010101" pitchFamily="2" charset="-122"/>
              </a:rPr>
              <a:t>则</a:t>
            </a:r>
            <a:r>
              <a:rPr lang="en-US" altLang="zh-CN" sz="2400" dirty="0">
                <a:latin typeface="宋体" panose="02010600030101010101" pitchFamily="2" charset="-122"/>
                <a:ea typeface="宋体" panose="02010600030101010101" pitchFamily="2" charset="-122"/>
              </a:rPr>
              <a:t>x</a:t>
            </a:r>
            <a:r>
              <a:rPr lang="zh-CN" altLang="en-US" sz="2400" dirty="0">
                <a:latin typeface="宋体" panose="02010600030101010101" pitchFamily="2" charset="-122"/>
                <a:ea typeface="宋体" panose="02010600030101010101" pitchFamily="2" charset="-122"/>
              </a:rPr>
              <a:t>移位。</a:t>
            </a:r>
          </a:p>
        </p:txBody>
      </p:sp>
    </p:spTree>
  </p:cSld>
  <p:clrMapOvr>
    <a:masterClrMapping/>
  </p:clrMapOvr>
  <p:transition spd="med">
    <p:pull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7570" name="Rectangle 2">
            <a:extLst>
              <a:ext uri="{FF2B5EF4-FFF2-40B4-BE49-F238E27FC236}">
                <a16:creationId xmlns:a16="http://schemas.microsoft.com/office/drawing/2014/main" id="{E0E2B751-1FE1-428D-AD70-AEBEF4033097}"/>
              </a:ext>
            </a:extLst>
          </p:cNvPr>
          <p:cNvSpPr>
            <a:spLocks noGrp="1" noChangeArrowheads="1"/>
          </p:cNvSpPr>
          <p:nvPr>
            <p:ph type="title"/>
          </p:nvPr>
        </p:nvSpPr>
        <p:spPr/>
        <p:txBody>
          <a:bodyPr/>
          <a:lstStyle/>
          <a:p>
            <a:pPr eaLnBrk="1" hangingPunct="1"/>
            <a:r>
              <a:rPr lang="zh-CN" altLang="en-US"/>
              <a:t>结果规格化</a:t>
            </a:r>
          </a:p>
        </p:txBody>
      </p:sp>
      <p:sp>
        <p:nvSpPr>
          <p:cNvPr id="877571" name="Rectangle 3">
            <a:extLst>
              <a:ext uri="{FF2B5EF4-FFF2-40B4-BE49-F238E27FC236}">
                <a16:creationId xmlns:a16="http://schemas.microsoft.com/office/drawing/2014/main" id="{0E30CF14-5859-4FF2-8BA1-6DC7A6A67FAC}"/>
              </a:ext>
            </a:extLst>
          </p:cNvPr>
          <p:cNvSpPr>
            <a:spLocks noGrp="1" noChangeArrowheads="1"/>
          </p:cNvSpPr>
          <p:nvPr>
            <p:ph idx="1"/>
          </p:nvPr>
        </p:nvSpPr>
        <p:spPr/>
        <p:txBody>
          <a:bodyPr/>
          <a:lstStyle/>
          <a:p>
            <a:pPr eaLnBrk="1" hangingPunct="1"/>
            <a:r>
              <a:rPr lang="zh-CN" altLang="en-US" dirty="0">
                <a:solidFill>
                  <a:schemeClr val="tx2"/>
                </a:solidFill>
                <a:effectLst>
                  <a:outerShdw blurRad="38100" dist="38100" dir="2700000" algn="tl">
                    <a:srgbClr val="C0C0C0"/>
                  </a:outerShdw>
                </a:effectLst>
                <a:latin typeface="楷体_GB2312" pitchFamily="49" charset="-122"/>
              </a:rPr>
              <a:t>左规</a:t>
            </a:r>
            <a:r>
              <a:rPr lang="zh-CN" altLang="en-US" dirty="0">
                <a:latin typeface="楷体_GB2312" pitchFamily="49" charset="-122"/>
              </a:rPr>
              <a:t>：向左规格化</a:t>
            </a:r>
          </a:p>
          <a:p>
            <a:pPr lvl="1" eaLnBrk="1" hangingPunct="1"/>
            <a:r>
              <a:rPr lang="zh-CN" altLang="en-US" dirty="0"/>
              <a:t>当尾数为原码时，应使结果为</a:t>
            </a:r>
            <a:r>
              <a:rPr lang="en-US" altLang="zh-CN" dirty="0"/>
              <a:t>x.1xxxxx</a:t>
            </a:r>
          </a:p>
          <a:p>
            <a:pPr lvl="1" eaLnBrk="1" hangingPunct="1"/>
            <a:r>
              <a:rPr lang="zh-CN" altLang="en-US" dirty="0"/>
              <a:t>当尾数为补码时，应使尾数的最高位与符号位相反。即：若符号位与最高位相等，则应逐次使尾数</a:t>
            </a:r>
            <a:r>
              <a:rPr lang="zh-CN" altLang="en-US" dirty="0">
                <a:solidFill>
                  <a:srgbClr val="FF0000"/>
                </a:solidFill>
              </a:rPr>
              <a:t>左</a:t>
            </a:r>
            <a:r>
              <a:rPr lang="zh-CN" altLang="en-US" dirty="0"/>
              <a:t>移，低位补</a:t>
            </a:r>
            <a:r>
              <a:rPr lang="en-US" altLang="zh-CN" dirty="0"/>
              <a:t>0</a:t>
            </a:r>
            <a:r>
              <a:rPr lang="zh-CN" altLang="en-US" dirty="0"/>
              <a:t>，并使阶码减</a:t>
            </a:r>
            <a:r>
              <a:rPr lang="en-US" altLang="zh-CN" dirty="0"/>
              <a:t>1</a:t>
            </a:r>
            <a:r>
              <a:rPr lang="zh-CN" altLang="en-US" dirty="0"/>
              <a:t>，直到符合规定。</a:t>
            </a:r>
            <a:endParaRPr lang="en-US" altLang="zh-CN" dirty="0"/>
          </a:p>
          <a:p>
            <a:pPr lvl="1" eaLnBrk="1" hangingPunct="1"/>
            <a:r>
              <a:rPr lang="zh-CN" altLang="en-US" dirty="0"/>
              <a:t>而对</a:t>
            </a:r>
            <a:r>
              <a:rPr lang="en-US" altLang="zh-CN" dirty="0"/>
              <a:t>IEEE754</a:t>
            </a:r>
            <a:r>
              <a:rPr lang="zh-CN" altLang="en-US" dirty="0"/>
              <a:t>浮点格式，应使尾数变为</a:t>
            </a:r>
            <a:r>
              <a:rPr lang="en-US" altLang="zh-CN" dirty="0"/>
              <a:t>1.M</a:t>
            </a:r>
            <a:r>
              <a:rPr lang="zh-CN" altLang="en-US" dirty="0"/>
              <a:t>形式</a:t>
            </a:r>
          </a:p>
          <a:p>
            <a:pPr eaLnBrk="1" hangingPunct="1"/>
            <a:r>
              <a:rPr lang="zh-CN" altLang="en-US" dirty="0">
                <a:solidFill>
                  <a:schemeClr val="tx2"/>
                </a:solidFill>
                <a:effectLst>
                  <a:outerShdw blurRad="38100" dist="38100" dir="2700000" algn="tl">
                    <a:srgbClr val="C0C0C0"/>
                  </a:outerShdw>
                </a:effectLst>
                <a:latin typeface="楷体_GB2312" pitchFamily="49" charset="-122"/>
              </a:rPr>
              <a:t>右规</a:t>
            </a:r>
            <a:r>
              <a:rPr lang="zh-CN" altLang="en-US" dirty="0">
                <a:latin typeface="楷体_GB2312" pitchFamily="49" charset="-122"/>
              </a:rPr>
              <a:t>：向右规格化</a:t>
            </a:r>
          </a:p>
          <a:p>
            <a:pPr lvl="1" eaLnBrk="1" hangingPunct="1"/>
            <a:r>
              <a:rPr lang="zh-CN" altLang="en-US" dirty="0"/>
              <a:t>若尾数求和的结果为</a:t>
            </a:r>
            <a:r>
              <a:rPr lang="en-US" altLang="zh-CN" dirty="0"/>
              <a:t>01.x…x</a:t>
            </a:r>
            <a:r>
              <a:rPr lang="zh-CN" altLang="en-US" dirty="0"/>
              <a:t>或</a:t>
            </a:r>
            <a:r>
              <a:rPr lang="en-US" altLang="zh-CN" dirty="0"/>
              <a:t>10.x…x, </a:t>
            </a:r>
            <a:r>
              <a:rPr lang="zh-CN" altLang="en-US" dirty="0"/>
              <a:t>应将运算结果右移以实现规格化表示</a:t>
            </a:r>
          </a:p>
          <a:p>
            <a:pPr lvl="1" eaLnBrk="1" hangingPunct="1"/>
            <a:r>
              <a:rPr lang="zh-CN" altLang="en-US" dirty="0"/>
              <a:t>规则：尾数右移</a:t>
            </a:r>
            <a:r>
              <a:rPr lang="en-US" altLang="zh-CN" dirty="0"/>
              <a:t>1</a:t>
            </a:r>
            <a:r>
              <a:rPr lang="zh-CN" altLang="en-US" dirty="0"/>
              <a:t>位</a:t>
            </a:r>
            <a:r>
              <a:rPr lang="en-US" altLang="zh-CN" dirty="0"/>
              <a:t>,</a:t>
            </a:r>
            <a:r>
              <a:rPr lang="zh-CN" altLang="en-US" dirty="0"/>
              <a:t>阶码加</a:t>
            </a:r>
            <a:r>
              <a:rPr lang="en-US" altLang="zh-CN" dirty="0"/>
              <a:t>1</a:t>
            </a:r>
          </a:p>
        </p:txBody>
      </p:sp>
    </p:spTree>
  </p:cSld>
  <p:clrMapOvr>
    <a:masterClrMapping/>
  </p:clrMapOvr>
  <p:transition spd="med">
    <p:pull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8594" name="Rectangle 2">
            <a:extLst>
              <a:ext uri="{FF2B5EF4-FFF2-40B4-BE49-F238E27FC236}">
                <a16:creationId xmlns:a16="http://schemas.microsoft.com/office/drawing/2014/main" id="{93D03B7E-4BFE-4B82-99E5-ED01C520CB97}"/>
              </a:ext>
            </a:extLst>
          </p:cNvPr>
          <p:cNvSpPr>
            <a:spLocks noGrp="1" noChangeArrowheads="1"/>
          </p:cNvSpPr>
          <p:nvPr>
            <p:ph type="title"/>
          </p:nvPr>
        </p:nvSpPr>
        <p:spPr/>
        <p:txBody>
          <a:bodyPr/>
          <a:lstStyle/>
          <a:p>
            <a:pPr eaLnBrk="1" hangingPunct="1"/>
            <a:r>
              <a:rPr lang="en-US" altLang="zh-CN"/>
              <a:t>IEEE754</a:t>
            </a:r>
            <a:r>
              <a:rPr lang="zh-CN" altLang="en-US"/>
              <a:t>的舍入处理</a:t>
            </a:r>
          </a:p>
        </p:txBody>
      </p:sp>
      <p:sp>
        <p:nvSpPr>
          <p:cNvPr id="105474" name="Rectangle 3">
            <a:extLst>
              <a:ext uri="{FF2B5EF4-FFF2-40B4-BE49-F238E27FC236}">
                <a16:creationId xmlns:a16="http://schemas.microsoft.com/office/drawing/2014/main" id="{66C445B1-08C4-4098-9AAE-A88BFFC9BBDB}"/>
              </a:ext>
            </a:extLst>
          </p:cNvPr>
          <p:cNvSpPr>
            <a:spLocks noGrp="1" noChangeArrowheads="1"/>
          </p:cNvSpPr>
          <p:nvPr>
            <p:ph idx="1"/>
          </p:nvPr>
        </p:nvSpPr>
        <p:spPr/>
        <p:txBody>
          <a:bodyPr/>
          <a:lstStyle/>
          <a:p>
            <a:pPr marL="0" indent="0" eaLnBrk="1" hangingPunct="1">
              <a:buFont typeface="Wingdings 2" panose="05020102010507070707" pitchFamily="18" charset="2"/>
              <a:buNone/>
            </a:pPr>
            <a:r>
              <a:rPr lang="zh-CN" altLang="en-US" sz="2400" dirty="0">
                <a:latin typeface="楷体_GB2312" pitchFamily="49" charset="-122"/>
              </a:rPr>
              <a:t>四种舍入（</a:t>
            </a:r>
            <a:r>
              <a:rPr lang="en-US" altLang="zh-CN" sz="2400" b="0" dirty="0"/>
              <a:t>Rounding</a:t>
            </a:r>
            <a:r>
              <a:rPr lang="zh-CN" altLang="en-US" sz="2400" dirty="0">
                <a:latin typeface="楷体_GB2312" pitchFamily="49" charset="-122"/>
              </a:rPr>
              <a:t>）方式：</a:t>
            </a:r>
            <a:endParaRPr lang="en-US" altLang="zh-CN" sz="2400" dirty="0">
              <a:latin typeface="楷体_GB2312" pitchFamily="49" charset="-122"/>
            </a:endParaRPr>
          </a:p>
          <a:p>
            <a:pPr marL="0" indent="0" eaLnBrk="1" hangingPunct="1"/>
            <a:r>
              <a:rPr lang="zh-CN" altLang="en-US" sz="2400" dirty="0">
                <a:solidFill>
                  <a:srgbClr val="CC3300"/>
                </a:solidFill>
                <a:latin typeface="楷体_GB2312" pitchFamily="49" charset="-122"/>
              </a:rPr>
              <a:t>就近舍入（向偶数舍入）：</a:t>
            </a:r>
            <a:r>
              <a:rPr lang="zh-CN" altLang="en-US" sz="2400" dirty="0">
                <a:latin typeface="楷体_GB2312" pitchFamily="49" charset="-122"/>
              </a:rPr>
              <a:t>若尾数超出规定的</a:t>
            </a:r>
            <a:r>
              <a:rPr lang="en-US" altLang="zh-CN" sz="2400" dirty="0">
                <a:latin typeface="楷体_GB2312" pitchFamily="49" charset="-122"/>
              </a:rPr>
              <a:t>23</a:t>
            </a:r>
            <a:r>
              <a:rPr lang="zh-CN" altLang="en-US" sz="2400" dirty="0">
                <a:latin typeface="楷体_GB2312" pitchFamily="49" charset="-122"/>
              </a:rPr>
              <a:t>位的多余位数共</a:t>
            </a:r>
            <a:r>
              <a:rPr lang="en-US" altLang="zh-CN" sz="2400" dirty="0">
                <a:latin typeface="楷体_GB2312" pitchFamily="49" charset="-122"/>
              </a:rPr>
              <a:t>3</a:t>
            </a:r>
            <a:r>
              <a:rPr lang="zh-CN" altLang="en-US" sz="2400" dirty="0">
                <a:latin typeface="楷体_GB2312" pitchFamily="49" charset="-122"/>
              </a:rPr>
              <a:t>位（形如</a:t>
            </a:r>
            <a:r>
              <a:rPr lang="en-US" altLang="zh-CN" sz="2400" dirty="0">
                <a:latin typeface="楷体_GB2312" pitchFamily="49" charset="-122"/>
              </a:rPr>
              <a:t>1.xxyabc</a:t>
            </a:r>
            <a:r>
              <a:rPr lang="zh-CN" altLang="en-US" sz="2400" dirty="0">
                <a:latin typeface="楷体_GB2312" pitchFamily="49" charset="-122"/>
              </a:rPr>
              <a:t>），若</a:t>
            </a:r>
            <a:r>
              <a:rPr lang="en-US" altLang="zh-CN" sz="2400" dirty="0" err="1">
                <a:latin typeface="楷体_GB2312" pitchFamily="49" charset="-122"/>
              </a:rPr>
              <a:t>abc</a:t>
            </a:r>
            <a:r>
              <a:rPr lang="zh-CN" altLang="en-US" sz="2400" dirty="0">
                <a:latin typeface="楷体_GB2312" pitchFamily="49" charset="-122"/>
              </a:rPr>
              <a:t>取值为</a:t>
            </a:r>
            <a:r>
              <a:rPr lang="en-US" altLang="zh-CN" sz="2400" dirty="0">
                <a:latin typeface="楷体_GB2312" pitchFamily="49" charset="-122"/>
              </a:rPr>
              <a:t>001</a:t>
            </a:r>
            <a:r>
              <a:rPr lang="zh-CN" altLang="en-US" sz="2400" dirty="0">
                <a:latin typeface="楷体_GB2312" pitchFamily="49" charset="-122"/>
              </a:rPr>
              <a:t>、</a:t>
            </a:r>
            <a:r>
              <a:rPr lang="en-US" altLang="zh-CN" sz="2400" dirty="0">
                <a:latin typeface="楷体_GB2312" pitchFamily="49" charset="-122"/>
              </a:rPr>
              <a:t>010</a:t>
            </a:r>
            <a:r>
              <a:rPr lang="zh-CN" altLang="en-US" sz="2400" dirty="0">
                <a:latin typeface="楷体_GB2312" pitchFamily="49" charset="-122"/>
              </a:rPr>
              <a:t>、</a:t>
            </a:r>
            <a:r>
              <a:rPr lang="en-US" altLang="zh-CN" sz="2400" dirty="0">
                <a:latin typeface="楷体_GB2312" pitchFamily="49" charset="-122"/>
              </a:rPr>
              <a:t>011</a:t>
            </a:r>
            <a:r>
              <a:rPr lang="zh-CN" altLang="en-US" sz="2400" dirty="0">
                <a:latin typeface="楷体_GB2312" pitchFamily="49" charset="-122"/>
              </a:rPr>
              <a:t>，则舍去；若取值为</a:t>
            </a:r>
            <a:r>
              <a:rPr lang="en-US" altLang="zh-CN" sz="2400" dirty="0">
                <a:solidFill>
                  <a:schemeClr val="tx2"/>
                </a:solidFill>
                <a:latin typeface="楷体_GB2312" pitchFamily="49" charset="-122"/>
              </a:rPr>
              <a:t>101</a:t>
            </a:r>
            <a:r>
              <a:rPr lang="zh-CN" altLang="en-US" sz="2400" dirty="0">
                <a:solidFill>
                  <a:schemeClr val="tx2"/>
                </a:solidFill>
                <a:latin typeface="楷体_GB2312" pitchFamily="49" charset="-122"/>
              </a:rPr>
              <a:t>、</a:t>
            </a:r>
            <a:r>
              <a:rPr lang="en-US" altLang="zh-CN" sz="2400" dirty="0">
                <a:solidFill>
                  <a:schemeClr val="tx2"/>
                </a:solidFill>
                <a:latin typeface="楷体_GB2312" pitchFamily="49" charset="-122"/>
              </a:rPr>
              <a:t>110</a:t>
            </a:r>
            <a:r>
              <a:rPr lang="zh-CN" altLang="en-US" sz="2400" dirty="0">
                <a:solidFill>
                  <a:schemeClr val="tx2"/>
                </a:solidFill>
                <a:latin typeface="楷体_GB2312" pitchFamily="49" charset="-122"/>
              </a:rPr>
              <a:t>、</a:t>
            </a:r>
            <a:r>
              <a:rPr lang="en-US" altLang="zh-CN" sz="2400" dirty="0">
                <a:solidFill>
                  <a:schemeClr val="tx2"/>
                </a:solidFill>
                <a:latin typeface="楷体_GB2312" pitchFamily="49" charset="-122"/>
              </a:rPr>
              <a:t>111</a:t>
            </a:r>
            <a:r>
              <a:rPr lang="zh-CN" altLang="en-US" sz="2400" dirty="0">
                <a:latin typeface="楷体_GB2312" pitchFamily="49" charset="-122"/>
              </a:rPr>
              <a:t>，则向最低有效位进位；若取值为中间值</a:t>
            </a:r>
            <a:r>
              <a:rPr lang="en-US" altLang="zh-CN" sz="2400" dirty="0">
                <a:latin typeface="楷体_GB2312" pitchFamily="49" charset="-122"/>
              </a:rPr>
              <a:t>100,</a:t>
            </a:r>
            <a:r>
              <a:rPr lang="zh-CN" altLang="en-US" sz="2400" dirty="0">
                <a:latin typeface="楷体_GB2312" pitchFamily="49" charset="-122"/>
              </a:rPr>
              <a:t>则进一步判断最低</a:t>
            </a:r>
            <a:r>
              <a:rPr lang="zh-CN" altLang="en-US" sz="2400" u="sng" dirty="0">
                <a:latin typeface="楷体_GB2312" pitchFamily="49" charset="-122"/>
              </a:rPr>
              <a:t>有效位</a:t>
            </a:r>
            <a:r>
              <a:rPr lang="en-US" altLang="zh-CN" sz="2400" u="sng" dirty="0">
                <a:latin typeface="楷体_GB2312" pitchFamily="49" charset="-122"/>
              </a:rPr>
              <a:t>y</a:t>
            </a:r>
            <a:r>
              <a:rPr lang="zh-CN" altLang="en-US" sz="2400" dirty="0">
                <a:latin typeface="楷体_GB2312" pitchFamily="49" charset="-122"/>
              </a:rPr>
              <a:t>，若为</a:t>
            </a:r>
            <a:r>
              <a:rPr lang="en-US" altLang="zh-CN" sz="2400" dirty="0">
                <a:latin typeface="楷体_GB2312" pitchFamily="49" charset="-122"/>
              </a:rPr>
              <a:t>0</a:t>
            </a:r>
            <a:r>
              <a:rPr lang="zh-CN" altLang="en-US" sz="2400" dirty="0">
                <a:latin typeface="楷体_GB2312" pitchFamily="49" charset="-122"/>
              </a:rPr>
              <a:t>，则舍去；否则，向最低有效位进位，最终结果为偶数。</a:t>
            </a:r>
          </a:p>
          <a:p>
            <a:pPr marL="0" indent="0" eaLnBrk="1" hangingPunct="1"/>
            <a:r>
              <a:rPr lang="zh-CN" altLang="en-US" sz="2400" dirty="0">
                <a:solidFill>
                  <a:srgbClr val="CC3300"/>
                </a:solidFill>
                <a:latin typeface="楷体_GB2312" pitchFamily="49" charset="-122"/>
              </a:rPr>
              <a:t>朝</a:t>
            </a:r>
            <a:r>
              <a:rPr lang="en-US" altLang="zh-CN" sz="2400" dirty="0">
                <a:solidFill>
                  <a:srgbClr val="CC3300"/>
                </a:solidFill>
                <a:latin typeface="楷体_GB2312" pitchFamily="49" charset="-122"/>
              </a:rPr>
              <a:t>0</a:t>
            </a:r>
            <a:r>
              <a:rPr lang="zh-CN" altLang="en-US" sz="2400" dirty="0">
                <a:solidFill>
                  <a:srgbClr val="CC3300"/>
                </a:solidFill>
                <a:latin typeface="楷体_GB2312" pitchFamily="49" charset="-122"/>
              </a:rPr>
              <a:t>舍入：</a:t>
            </a:r>
            <a:r>
              <a:rPr lang="zh-CN" altLang="en-US" sz="2400" dirty="0">
                <a:latin typeface="楷体_GB2312" pitchFamily="49" charset="-122"/>
              </a:rPr>
              <a:t>即朝数轴原点方向舍入，就是把多余的位数简单的截去。截尾使取值的绝对值比原值的绝对值</a:t>
            </a:r>
            <a:r>
              <a:rPr lang="zh-CN" altLang="en-US" sz="2400" dirty="0">
                <a:solidFill>
                  <a:schemeClr val="tx2"/>
                </a:solidFill>
                <a:latin typeface="楷体_GB2312" pitchFamily="49" charset="-122"/>
              </a:rPr>
              <a:t>小</a:t>
            </a:r>
            <a:r>
              <a:rPr lang="zh-CN" altLang="en-US" sz="2400" dirty="0">
                <a:latin typeface="楷体_GB2312" pitchFamily="49" charset="-122"/>
              </a:rPr>
              <a:t>。</a:t>
            </a:r>
          </a:p>
          <a:p>
            <a:pPr marL="0" indent="0" eaLnBrk="1" hangingPunct="1"/>
            <a:r>
              <a:rPr lang="zh-CN" altLang="en-US" sz="2400" dirty="0">
                <a:solidFill>
                  <a:srgbClr val="CC3300"/>
                </a:solidFill>
                <a:latin typeface="楷体_GB2312" pitchFamily="49" charset="-122"/>
              </a:rPr>
              <a:t>朝＋∞舍入：</a:t>
            </a:r>
            <a:r>
              <a:rPr lang="zh-CN" altLang="en-US" sz="2400" dirty="0">
                <a:latin typeface="楷体_GB2312" pitchFamily="49" charset="-122"/>
              </a:rPr>
              <a:t>对于正数，当多余位不全为</a:t>
            </a:r>
            <a:r>
              <a:rPr lang="en-US" altLang="zh-CN" sz="2400" dirty="0">
                <a:latin typeface="楷体_GB2312" pitchFamily="49" charset="-122"/>
              </a:rPr>
              <a:t>0</a:t>
            </a:r>
            <a:r>
              <a:rPr lang="zh-CN" altLang="en-US" sz="2400" dirty="0">
                <a:latin typeface="楷体_GB2312" pitchFamily="49" charset="-122"/>
              </a:rPr>
              <a:t>则向最低有效位进</a:t>
            </a:r>
            <a:r>
              <a:rPr lang="en-US" altLang="zh-CN" sz="2400" dirty="0">
                <a:latin typeface="楷体_GB2312" pitchFamily="49" charset="-122"/>
              </a:rPr>
              <a:t>1</a:t>
            </a:r>
            <a:r>
              <a:rPr lang="zh-CN" altLang="en-US" sz="2400" dirty="0">
                <a:latin typeface="楷体_GB2312" pitchFamily="49" charset="-122"/>
              </a:rPr>
              <a:t>；而对负数则是简单的截尾。</a:t>
            </a:r>
          </a:p>
          <a:p>
            <a:pPr marL="0" indent="0" eaLnBrk="1" hangingPunct="1"/>
            <a:r>
              <a:rPr lang="zh-CN" altLang="en-US" sz="2400" dirty="0">
                <a:solidFill>
                  <a:srgbClr val="CC3300"/>
                </a:solidFill>
                <a:latin typeface="楷体_GB2312" pitchFamily="49" charset="-122"/>
              </a:rPr>
              <a:t>朝－∞舍入：</a:t>
            </a:r>
            <a:r>
              <a:rPr lang="zh-CN" altLang="en-US" sz="2400" dirty="0">
                <a:latin typeface="楷体_GB2312" pitchFamily="49" charset="-122"/>
              </a:rPr>
              <a:t>处理方法正好与朝＋∞舍入情况相反。对于正数，当多余位不全为</a:t>
            </a:r>
            <a:r>
              <a:rPr lang="en-US" altLang="zh-CN" sz="2400" dirty="0">
                <a:latin typeface="楷体_GB2312" pitchFamily="49" charset="-122"/>
              </a:rPr>
              <a:t>0</a:t>
            </a:r>
            <a:r>
              <a:rPr lang="zh-CN" altLang="en-US" sz="2400" dirty="0">
                <a:latin typeface="楷体_GB2312" pitchFamily="49" charset="-122"/>
              </a:rPr>
              <a:t>则简单截尾；而对负数，则向最低有效位进</a:t>
            </a:r>
            <a:r>
              <a:rPr lang="en-US" altLang="zh-CN" sz="2400" dirty="0">
                <a:latin typeface="楷体_GB2312" pitchFamily="49" charset="-122"/>
              </a:rPr>
              <a:t>1</a:t>
            </a:r>
            <a:r>
              <a:rPr lang="zh-CN" altLang="en-US" sz="2400" dirty="0">
                <a:latin typeface="楷体_GB2312" pitchFamily="49" charset="-122"/>
              </a:rPr>
              <a:t>。 </a:t>
            </a:r>
          </a:p>
        </p:txBody>
      </p:sp>
    </p:spTree>
  </p:cSld>
  <p:clrMapOvr>
    <a:masterClrMapping/>
  </p:clrMapOvr>
  <p:transition spd="med">
    <p:pull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42" name="Rectangle 2">
            <a:extLst>
              <a:ext uri="{FF2B5EF4-FFF2-40B4-BE49-F238E27FC236}">
                <a16:creationId xmlns:a16="http://schemas.microsoft.com/office/drawing/2014/main" id="{00F5EB64-6D9B-4F06-BAB1-CA4D65C773B0}"/>
              </a:ext>
            </a:extLst>
          </p:cNvPr>
          <p:cNvSpPr>
            <a:spLocks noGrp="1" noChangeArrowheads="1"/>
          </p:cNvSpPr>
          <p:nvPr>
            <p:ph type="title"/>
          </p:nvPr>
        </p:nvSpPr>
        <p:spPr/>
        <p:txBody>
          <a:bodyPr/>
          <a:lstStyle/>
          <a:p>
            <a:pPr eaLnBrk="1" hangingPunct="1"/>
            <a:r>
              <a:rPr lang="zh-CN" altLang="en-US"/>
              <a:t>溢出判断和处理</a:t>
            </a:r>
          </a:p>
        </p:txBody>
      </p:sp>
      <p:sp>
        <p:nvSpPr>
          <p:cNvPr id="107522" name="Rectangle 3">
            <a:extLst>
              <a:ext uri="{FF2B5EF4-FFF2-40B4-BE49-F238E27FC236}">
                <a16:creationId xmlns:a16="http://schemas.microsoft.com/office/drawing/2014/main" id="{5FF8B857-90B2-4ED7-85BC-44099ECF7F79}"/>
              </a:ext>
            </a:extLst>
          </p:cNvPr>
          <p:cNvSpPr>
            <a:spLocks noGrp="1" noChangeArrowheads="1"/>
          </p:cNvSpPr>
          <p:nvPr>
            <p:ph idx="1"/>
          </p:nvPr>
        </p:nvSpPr>
        <p:spPr/>
        <p:txBody>
          <a:bodyPr/>
          <a:lstStyle/>
          <a:p>
            <a:pPr eaLnBrk="1" hangingPunct="1"/>
            <a:r>
              <a:rPr lang="zh-CN" altLang="en-US" dirty="0"/>
              <a:t>阶码上溢，</a:t>
            </a:r>
            <a:r>
              <a:rPr lang="zh-CN" altLang="en-US" dirty="0">
                <a:latin typeface="宋体" panose="02010600030101010101" pitchFamily="2" charset="-122"/>
              </a:rPr>
              <a:t>一般将其认为是＋</a:t>
            </a:r>
            <a:r>
              <a:rPr lang="zh-CN" altLang="en-US" dirty="0"/>
              <a:t>∞</a:t>
            </a:r>
            <a:r>
              <a:rPr lang="zh-CN" altLang="en-US" dirty="0">
                <a:latin typeface="宋体" panose="02010600030101010101" pitchFamily="2" charset="-122"/>
              </a:rPr>
              <a:t>和－</a:t>
            </a:r>
            <a:r>
              <a:rPr lang="zh-CN" altLang="en-US" dirty="0"/>
              <a:t>∞ </a:t>
            </a:r>
          </a:p>
          <a:p>
            <a:pPr eaLnBrk="1" hangingPunct="1"/>
            <a:r>
              <a:rPr lang="zh-CN" altLang="en-US" dirty="0"/>
              <a:t>阶码下溢，则数值为</a:t>
            </a:r>
            <a:r>
              <a:rPr lang="en-US" altLang="zh-CN" dirty="0"/>
              <a:t>0</a:t>
            </a:r>
          </a:p>
          <a:p>
            <a:pPr eaLnBrk="1" hangingPunct="1"/>
            <a:r>
              <a:rPr lang="zh-CN" altLang="en-US" dirty="0"/>
              <a:t>尾数上溢，两个同符号位的数相加。处理方法是尾数右移，阶码</a:t>
            </a:r>
            <a:r>
              <a:rPr lang="zh-CN" altLang="en-US" dirty="0">
                <a:solidFill>
                  <a:schemeClr val="tx2"/>
                </a:solidFill>
              </a:rPr>
              <a:t>加</a:t>
            </a:r>
            <a:r>
              <a:rPr lang="en-US" altLang="zh-CN" dirty="0">
                <a:solidFill>
                  <a:schemeClr val="tx2"/>
                </a:solidFill>
              </a:rPr>
              <a:t>1</a:t>
            </a:r>
          </a:p>
          <a:p>
            <a:pPr eaLnBrk="1" hangingPunct="1"/>
            <a:r>
              <a:rPr lang="zh-CN" altLang="en-US" dirty="0"/>
              <a:t>尾数下溢。尾数右移时，最低位从最右端流出。</a:t>
            </a:r>
            <a:r>
              <a:rPr lang="zh-CN" altLang="en-US" dirty="0">
                <a:solidFill>
                  <a:schemeClr val="tx2"/>
                </a:solidFill>
                <a:latin typeface="宋体" panose="02010600030101010101" pitchFamily="2" charset="-122"/>
              </a:rPr>
              <a:t>要进行舍入处理</a:t>
            </a:r>
          </a:p>
        </p:txBody>
      </p:sp>
    </p:spTree>
  </p:cSld>
  <p:clrMapOvr>
    <a:masterClrMapping/>
  </p:clrMapOvr>
  <p:transition spd="med">
    <p:pull dir="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1666" name="Rectangle 2">
            <a:extLst>
              <a:ext uri="{FF2B5EF4-FFF2-40B4-BE49-F238E27FC236}">
                <a16:creationId xmlns:a16="http://schemas.microsoft.com/office/drawing/2014/main" id="{F31B14B3-6D25-4CEA-BCE0-49E7EF660995}"/>
              </a:ext>
            </a:extLst>
          </p:cNvPr>
          <p:cNvSpPr>
            <a:spLocks noGrp="1" noChangeArrowheads="1"/>
          </p:cNvSpPr>
          <p:nvPr>
            <p:ph type="title"/>
          </p:nvPr>
        </p:nvSpPr>
        <p:spPr/>
        <p:txBody>
          <a:bodyPr/>
          <a:lstStyle/>
          <a:p>
            <a:pPr eaLnBrk="1" hangingPunct="1">
              <a:defRPr/>
            </a:pPr>
            <a:endParaRPr lang="zh-CN" altLang="zh-CN"/>
          </a:p>
        </p:txBody>
      </p:sp>
      <p:sp>
        <p:nvSpPr>
          <p:cNvPr id="108546" name="Rectangle 3">
            <a:extLst>
              <a:ext uri="{FF2B5EF4-FFF2-40B4-BE49-F238E27FC236}">
                <a16:creationId xmlns:a16="http://schemas.microsoft.com/office/drawing/2014/main" id="{5D85FCE7-4387-410E-B084-6DFDFE42449B}"/>
              </a:ext>
            </a:extLst>
          </p:cNvPr>
          <p:cNvSpPr>
            <a:spLocks noGrp="1" noChangeArrowheads="1"/>
          </p:cNvSpPr>
          <p:nvPr>
            <p:ph idx="1"/>
          </p:nvPr>
        </p:nvSpPr>
        <p:spPr/>
        <p:txBody>
          <a:bodyPr/>
          <a:lstStyle/>
          <a:p>
            <a:pPr eaLnBrk="1" hangingPunct="1"/>
            <a:endParaRPr lang="zh-CN" altLang="zh-CN"/>
          </a:p>
        </p:txBody>
      </p:sp>
      <p:sp>
        <p:nvSpPr>
          <p:cNvPr id="108547" name="页脚占位符 3">
            <a:extLst>
              <a:ext uri="{FF2B5EF4-FFF2-40B4-BE49-F238E27FC236}">
                <a16:creationId xmlns:a16="http://schemas.microsoft.com/office/drawing/2014/main" id="{3CCF21A9-4601-4C5F-837B-1E4D3E99EF32}"/>
              </a:ext>
            </a:extLst>
          </p:cNvPr>
          <p:cNvSpPr>
            <a:spLocks noGrp="1"/>
          </p:cNvSpPr>
          <p:nvPr>
            <p:ph type="ftr" sz="quarter" idx="4294967295"/>
          </p:nvPr>
        </p:nvSpPr>
        <p:spPr bwMode="auto">
          <a:xfrm>
            <a:off x="3028950" y="6356350"/>
            <a:ext cx="3086100" cy="365125"/>
          </a:xfrm>
          <a:prstGeom prst="rect">
            <a:avLst/>
          </a:prstGeo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spcBef>
                <a:spcPct val="50000"/>
              </a:spcBef>
              <a:buClrTx/>
              <a:buFontTx/>
              <a:buNone/>
            </a:pPr>
            <a:endParaRPr lang="zh-CN" altLang="en-US" sz="1600" dirty="0">
              <a:solidFill>
                <a:srgbClr val="0099FF"/>
              </a:solidFill>
              <a:latin typeface="楷体_GB2312" pitchFamily="49" charset="-122"/>
            </a:endParaRPr>
          </a:p>
        </p:txBody>
      </p:sp>
      <p:pic>
        <p:nvPicPr>
          <p:cNvPr id="108548" name="Picture 4">
            <a:extLst>
              <a:ext uri="{FF2B5EF4-FFF2-40B4-BE49-F238E27FC236}">
                <a16:creationId xmlns:a16="http://schemas.microsoft.com/office/drawing/2014/main" id="{F8DC77B9-BA48-45B3-B0AE-EECC8B2941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134" t="11075" r="5019" b="4799"/>
          <a:stretch>
            <a:fillRect/>
          </a:stretch>
        </p:blipFill>
        <p:spPr bwMode="auto">
          <a:xfrm>
            <a:off x="0" y="82550"/>
            <a:ext cx="9144000" cy="677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lgn="ctr">
                <a:solidFill>
                  <a:srgbClr val="000000"/>
                </a:solidFill>
                <a:miter lim="800000"/>
                <a:headEnd/>
                <a:tailEnd/>
              </a14:hiddenLine>
            </a:ext>
          </a:extLst>
        </p:spPr>
      </p:pic>
    </p:spTree>
  </p:cSld>
  <p:clrMapOvr>
    <a:masterClrMapping/>
  </p:clrMapOvr>
  <p:transition spd="med">
    <p:pull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1906" name="Rectangle 2">
            <a:extLst>
              <a:ext uri="{FF2B5EF4-FFF2-40B4-BE49-F238E27FC236}">
                <a16:creationId xmlns:a16="http://schemas.microsoft.com/office/drawing/2014/main" id="{AC1851D0-DAC5-46B8-9A3D-CA3CA3DAFA21}"/>
              </a:ext>
            </a:extLst>
          </p:cNvPr>
          <p:cNvSpPr>
            <a:spLocks noGrp="1" noChangeArrowheads="1"/>
          </p:cNvSpPr>
          <p:nvPr>
            <p:ph type="title"/>
          </p:nvPr>
        </p:nvSpPr>
        <p:spPr>
          <a:xfrm>
            <a:off x="473075" y="247649"/>
            <a:ext cx="8197850" cy="695325"/>
          </a:xfrm>
        </p:spPr>
        <p:txBody>
          <a:bodyPr/>
          <a:lstStyle/>
          <a:p>
            <a:pPr eaLnBrk="1" hangingPunct="1"/>
            <a:r>
              <a:rPr lang="zh-CN" altLang="en-US" dirty="0"/>
              <a:t>浮点运算部件</a:t>
            </a:r>
          </a:p>
        </p:txBody>
      </p:sp>
      <p:pic>
        <p:nvPicPr>
          <p:cNvPr id="109571" name="Picture 4" descr="f0445">
            <a:extLst>
              <a:ext uri="{FF2B5EF4-FFF2-40B4-BE49-F238E27FC236}">
                <a16:creationId xmlns:a16="http://schemas.microsoft.com/office/drawing/2014/main" id="{485DA1EC-928F-4B0E-9FAB-EE9D59546D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1098550"/>
            <a:ext cx="5562600" cy="516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50" name="Rectangle 2">
            <a:extLst>
              <a:ext uri="{FF2B5EF4-FFF2-40B4-BE49-F238E27FC236}">
                <a16:creationId xmlns:a16="http://schemas.microsoft.com/office/drawing/2014/main" id="{C29085D8-A04F-4C4C-957E-49556541525B}"/>
              </a:ext>
            </a:extLst>
          </p:cNvPr>
          <p:cNvSpPr>
            <a:spLocks noGrp="1" noChangeArrowheads="1"/>
          </p:cNvSpPr>
          <p:nvPr>
            <p:ph type="title"/>
          </p:nvPr>
        </p:nvSpPr>
        <p:spPr/>
        <p:txBody>
          <a:bodyPr/>
          <a:lstStyle/>
          <a:p>
            <a:pPr eaLnBrk="1" hangingPunct="1">
              <a:defRPr/>
            </a:pPr>
            <a:r>
              <a:rPr lang="zh-CN" altLang="en-US" dirty="0">
                <a:latin typeface="宋体" pitchFamily="2" charset="-122"/>
              </a:rPr>
              <a:t>例</a:t>
            </a:r>
            <a:r>
              <a:rPr lang="en-US" altLang="zh-CN" dirty="0">
                <a:latin typeface="宋体" pitchFamily="2" charset="-122"/>
              </a:rPr>
              <a:t>(1)</a:t>
            </a:r>
          </a:p>
        </p:txBody>
      </p:sp>
      <p:sp>
        <p:nvSpPr>
          <p:cNvPr id="110595" name="Rectangle 4">
            <a:extLst>
              <a:ext uri="{FF2B5EF4-FFF2-40B4-BE49-F238E27FC236}">
                <a16:creationId xmlns:a16="http://schemas.microsoft.com/office/drawing/2014/main" id="{233772EA-4D95-419A-81A0-405881E57869}"/>
              </a:ext>
            </a:extLst>
          </p:cNvPr>
          <p:cNvSpPr>
            <a:spLocks noChangeArrowheads="1"/>
          </p:cNvSpPr>
          <p:nvPr/>
        </p:nvSpPr>
        <p:spPr bwMode="auto">
          <a:xfrm>
            <a:off x="179388" y="981075"/>
            <a:ext cx="8785225" cy="514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9875" indent="-269875">
              <a:spcBef>
                <a:spcPct val="20000"/>
              </a:spcBef>
              <a:buClr>
                <a:srgbClr val="CC3300"/>
              </a:buClr>
              <a:buFont typeface="Wingdings 2" panose="05020102010507070707" pitchFamily="18" charset="2"/>
              <a:buChar char="¡"/>
              <a:tabLst>
                <a:tab pos="1524000" algn="l"/>
              </a:tabLst>
              <a:defRPr kumimoji="1"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1524000" algn="l"/>
              </a:tabLst>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tabLst>
                <a:tab pos="1524000" algn="l"/>
              </a:tabLst>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tabLst>
                <a:tab pos="1524000" algn="l"/>
              </a:tabLst>
              <a:defRPr kumimoji="1" sz="2000" b="1">
                <a:solidFill>
                  <a:schemeClr val="tx1"/>
                </a:solidFill>
                <a:latin typeface="Times New Roman" panose="02020603050405020304" pitchFamily="18" charset="0"/>
                <a:ea typeface="隶书" panose="02010509060101010101" pitchFamily="49" charset="-122"/>
              </a:defRPr>
            </a:lvl9pPr>
          </a:lstStyle>
          <a:p>
            <a:pPr algn="l" eaLnBrk="1" hangingPunct="1">
              <a:buFont typeface="Wingdings 2" panose="05020102010507070707" pitchFamily="18" charset="2"/>
              <a:buNone/>
            </a:pPr>
            <a:r>
              <a:rPr lang="en-US" altLang="zh-CN" dirty="0">
                <a:ea typeface="宋体" panose="02010600030101010101" pitchFamily="2" charset="-122"/>
                <a:cs typeface="Times New Roman" panose="02020603050405020304" pitchFamily="18" charset="0"/>
              </a:rPr>
              <a:t>x</a:t>
            </a:r>
            <a:r>
              <a:rPr lang="zh-CN" altLang="en-US" dirty="0">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2</a:t>
            </a:r>
            <a:r>
              <a:rPr lang="en-US" altLang="zh-CN" baseline="30000" dirty="0">
                <a:ea typeface="宋体" panose="02010600030101010101" pitchFamily="2" charset="-122"/>
                <a:cs typeface="Times New Roman" panose="02020603050405020304" pitchFamily="18" charset="0"/>
              </a:rPr>
              <a:t>2</a:t>
            </a:r>
            <a:r>
              <a:rPr lang="en-US" altLang="zh-CN" dirty="0">
                <a:ea typeface="宋体" panose="02010600030101010101" pitchFamily="2" charset="-122"/>
                <a:cs typeface="Times New Roman" panose="02020603050405020304" pitchFamily="18" charset="0"/>
              </a:rPr>
              <a:t>×0.11011011</a:t>
            </a:r>
            <a:r>
              <a:rPr lang="zh-CN" altLang="en-US" dirty="0">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y=-2</a:t>
            </a:r>
            <a:r>
              <a:rPr lang="en-US" altLang="zh-CN" baseline="30000" dirty="0">
                <a:ea typeface="宋体" panose="02010600030101010101" pitchFamily="2" charset="-122"/>
                <a:cs typeface="Times New Roman" panose="02020603050405020304" pitchFamily="18" charset="0"/>
              </a:rPr>
              <a:t>4</a:t>
            </a:r>
            <a:r>
              <a:rPr lang="en-US" altLang="zh-CN" dirty="0">
                <a:ea typeface="宋体" panose="02010600030101010101" pitchFamily="2" charset="-122"/>
                <a:cs typeface="Times New Roman" panose="02020603050405020304" pitchFamily="18" charset="0"/>
              </a:rPr>
              <a:t>×0.10101100</a:t>
            </a:r>
          </a:p>
          <a:p>
            <a:pPr algn="l" eaLnBrk="1" hangingPunct="1">
              <a:buFont typeface="Wingdings 2" panose="05020102010507070707" pitchFamily="18" charset="2"/>
              <a:buNone/>
            </a:pPr>
            <a:r>
              <a:rPr lang="en-US" altLang="zh-CN" sz="2800" dirty="0">
                <a:ea typeface="宋体" panose="02010600030101010101" pitchFamily="2" charset="-122"/>
                <a:cs typeface="Times New Roman" panose="02020603050405020304" pitchFamily="18" charset="0"/>
              </a:rPr>
              <a:t>1</a:t>
            </a:r>
            <a:r>
              <a:rPr lang="zh-CN" altLang="en-US" sz="2800" dirty="0">
                <a:ea typeface="宋体" panose="02010600030101010101" pitchFamily="2" charset="-122"/>
                <a:cs typeface="Times New Roman" panose="02020603050405020304" pitchFamily="18" charset="0"/>
              </a:rPr>
              <a:t>、检查操作数不为</a:t>
            </a:r>
            <a:r>
              <a:rPr lang="en-US" altLang="zh-CN" sz="2800" dirty="0">
                <a:ea typeface="宋体" panose="02010600030101010101" pitchFamily="2" charset="-122"/>
                <a:cs typeface="Times New Roman" panose="02020603050405020304" pitchFamily="18" charset="0"/>
              </a:rPr>
              <a:t>0</a:t>
            </a:r>
            <a:endParaRPr lang="zh-CN" altLang="en-US" sz="2800" dirty="0">
              <a:ea typeface="宋体" panose="02010600030101010101" pitchFamily="2" charset="-122"/>
              <a:cs typeface="Times New Roman" panose="02020603050405020304" pitchFamily="18" charset="0"/>
            </a:endParaRPr>
          </a:p>
          <a:p>
            <a:pPr algn="l" eaLnBrk="1" hangingPunct="1">
              <a:buFont typeface="Wingdings 2" panose="05020102010507070707" pitchFamily="18" charset="2"/>
              <a:buNone/>
            </a:pPr>
            <a:r>
              <a:rPr lang="en-US" altLang="zh-CN" sz="2800" dirty="0">
                <a:ea typeface="宋体" panose="02010600030101010101" pitchFamily="2" charset="-122"/>
                <a:cs typeface="Times New Roman" panose="02020603050405020304" pitchFamily="18" charset="0"/>
              </a:rPr>
              <a:t>2</a:t>
            </a:r>
            <a:r>
              <a:rPr lang="zh-CN" altLang="en-US" sz="2800" dirty="0">
                <a:ea typeface="宋体" panose="02010600030101010101" pitchFamily="2" charset="-122"/>
                <a:cs typeface="Times New Roman" panose="02020603050405020304" pitchFamily="18" charset="0"/>
              </a:rPr>
              <a:t>、对阶：阶码对齐后才能加减。规则是阶码小的向阶 </a:t>
            </a:r>
            <a:endParaRPr lang="en-US" altLang="zh-CN" sz="2800" dirty="0">
              <a:ea typeface="宋体" panose="02010600030101010101" pitchFamily="2" charset="-122"/>
              <a:cs typeface="Times New Roman" panose="02020603050405020304" pitchFamily="18" charset="0"/>
            </a:endParaRPr>
          </a:p>
          <a:p>
            <a:pPr algn="l" eaLnBrk="1" hangingPunct="1">
              <a:buFont typeface="Wingdings 2" panose="05020102010507070707" pitchFamily="18" charset="2"/>
              <a:buNone/>
            </a:pPr>
            <a:r>
              <a:rPr lang="en-US" altLang="zh-CN" sz="2800" dirty="0">
                <a:ea typeface="宋体" panose="02010600030101010101" pitchFamily="2" charset="-122"/>
                <a:cs typeface="Times New Roman" panose="02020603050405020304" pitchFamily="18" charset="0"/>
              </a:rPr>
              <a:t>      </a:t>
            </a:r>
            <a:r>
              <a:rPr lang="zh-CN" altLang="en-US" sz="2800" dirty="0">
                <a:ea typeface="宋体" panose="02010600030101010101" pitchFamily="2" charset="-122"/>
                <a:cs typeface="Times New Roman" panose="02020603050405020304" pitchFamily="18" charset="0"/>
              </a:rPr>
              <a:t>码大的数对齐；</a:t>
            </a:r>
          </a:p>
          <a:p>
            <a:pPr lvl="1" algn="l" eaLnBrk="1" hangingPunct="1"/>
            <a:r>
              <a:rPr lang="zh-CN" altLang="en-US" sz="2400" dirty="0">
                <a:ea typeface="宋体" panose="02010600030101010101" pitchFamily="2" charset="-122"/>
                <a:cs typeface="Times New Roman" panose="02020603050405020304" pitchFamily="18" charset="0"/>
              </a:rPr>
              <a:t>阶差</a:t>
            </a:r>
            <a:r>
              <a:rPr lang="en-US" altLang="zh-CN" sz="2400" dirty="0">
                <a:ea typeface="宋体" panose="02010600030101010101" pitchFamily="2" charset="-122"/>
                <a:cs typeface="Times New Roman" panose="02020603050405020304" pitchFamily="18" charset="0"/>
              </a:rPr>
              <a:t>=E</a:t>
            </a:r>
            <a:r>
              <a:rPr lang="en-US" altLang="zh-CN" sz="2400" baseline="-25000" dirty="0">
                <a:ea typeface="宋体" panose="02010600030101010101" pitchFamily="2" charset="-122"/>
                <a:cs typeface="Times New Roman" panose="02020603050405020304" pitchFamily="18" charset="0"/>
              </a:rPr>
              <a:t>x</a:t>
            </a:r>
            <a:r>
              <a:rPr lang="en-US" altLang="zh-CN" sz="2400" dirty="0">
                <a:ea typeface="宋体" panose="02010600030101010101" pitchFamily="2" charset="-122"/>
                <a:cs typeface="Times New Roman" panose="02020603050405020304" pitchFamily="18" charset="0"/>
              </a:rPr>
              <a:t>-</a:t>
            </a:r>
            <a:r>
              <a:rPr lang="en-US" altLang="zh-CN" sz="2400" dirty="0" err="1">
                <a:ea typeface="宋体" panose="02010600030101010101" pitchFamily="2" charset="-122"/>
                <a:cs typeface="Times New Roman" panose="02020603050405020304" pitchFamily="18" charset="0"/>
              </a:rPr>
              <a:t>E</a:t>
            </a:r>
            <a:r>
              <a:rPr lang="en-US" altLang="zh-CN" sz="2400" baseline="-25000" dirty="0" err="1">
                <a:ea typeface="宋体" panose="02010600030101010101" pitchFamily="2" charset="-122"/>
                <a:cs typeface="Times New Roman" panose="02020603050405020304" pitchFamily="18" charset="0"/>
              </a:rPr>
              <a:t>y</a:t>
            </a:r>
            <a:r>
              <a:rPr lang="en-US" altLang="zh-CN" sz="2400" dirty="0">
                <a:ea typeface="宋体" panose="02010600030101010101" pitchFamily="2" charset="-122"/>
                <a:cs typeface="Times New Roman" panose="02020603050405020304" pitchFamily="18" charset="0"/>
              </a:rPr>
              <a:t>=00 010 - 00 100=11110</a:t>
            </a:r>
          </a:p>
          <a:p>
            <a:pPr lvl="1" algn="l" eaLnBrk="1" hangingPunct="1"/>
            <a:r>
              <a:rPr lang="zh-CN" altLang="en-US" sz="2400" dirty="0">
                <a:ea typeface="宋体" panose="02010600030101010101" pitchFamily="2" charset="-122"/>
                <a:cs typeface="Times New Roman" panose="02020603050405020304" pitchFamily="18" charset="0"/>
              </a:rPr>
              <a:t>即阶差为</a:t>
            </a:r>
            <a:r>
              <a:rPr lang="en-US" altLang="zh-CN" sz="2400" dirty="0">
                <a:ea typeface="宋体" panose="02010600030101010101" pitchFamily="2" charset="-122"/>
                <a:cs typeface="Times New Roman" panose="02020603050405020304" pitchFamily="18" charset="0"/>
              </a:rPr>
              <a:t>-2</a:t>
            </a:r>
            <a:r>
              <a:rPr lang="zh-CN" altLang="en-US" sz="2400" dirty="0">
                <a:ea typeface="宋体" panose="02010600030101010101" pitchFamily="2" charset="-122"/>
                <a:cs typeface="Times New Roman" panose="02020603050405020304" pitchFamily="18" charset="0"/>
              </a:rPr>
              <a:t>，</a:t>
            </a:r>
            <a:r>
              <a:rPr lang="en-US" altLang="zh-CN" sz="2400" dirty="0">
                <a:ea typeface="宋体" panose="02010600030101010101" pitchFamily="2" charset="-122"/>
                <a:cs typeface="Times New Roman" panose="02020603050405020304" pitchFamily="18" charset="0"/>
              </a:rPr>
              <a:t>M</a:t>
            </a:r>
            <a:r>
              <a:rPr lang="en-US" altLang="zh-CN" sz="2400" baseline="-25000" dirty="0">
                <a:ea typeface="宋体" panose="02010600030101010101" pitchFamily="2" charset="-122"/>
                <a:cs typeface="Times New Roman" panose="02020603050405020304" pitchFamily="18" charset="0"/>
              </a:rPr>
              <a:t>x</a:t>
            </a:r>
            <a:r>
              <a:rPr lang="zh-CN" altLang="en-US" sz="2400" dirty="0">
                <a:ea typeface="宋体" panose="02010600030101010101" pitchFamily="2" charset="-122"/>
                <a:cs typeface="Times New Roman" panose="02020603050405020304" pitchFamily="18" charset="0"/>
              </a:rPr>
              <a:t>右移两位，</a:t>
            </a:r>
            <a:r>
              <a:rPr lang="en-US" altLang="zh-CN" sz="2400" dirty="0">
                <a:ea typeface="宋体" panose="02010600030101010101" pitchFamily="2" charset="-122"/>
                <a:cs typeface="Times New Roman" panose="02020603050405020304" pitchFamily="18" charset="0"/>
              </a:rPr>
              <a:t>E</a:t>
            </a:r>
            <a:r>
              <a:rPr lang="en-US" altLang="zh-CN" sz="2400" baseline="-25000" dirty="0">
                <a:ea typeface="宋体" panose="02010600030101010101" pitchFamily="2" charset="-122"/>
                <a:cs typeface="Times New Roman" panose="02020603050405020304" pitchFamily="18" charset="0"/>
              </a:rPr>
              <a:t>x</a:t>
            </a:r>
            <a:r>
              <a:rPr lang="zh-CN" altLang="en-US" sz="2400" dirty="0">
                <a:ea typeface="宋体" panose="02010600030101010101" pitchFamily="2" charset="-122"/>
                <a:cs typeface="Times New Roman" panose="02020603050405020304" pitchFamily="18" charset="0"/>
              </a:rPr>
              <a:t>加</a:t>
            </a:r>
            <a:r>
              <a:rPr lang="en-US" altLang="zh-CN" sz="2400" dirty="0">
                <a:ea typeface="宋体" panose="02010600030101010101" pitchFamily="2" charset="-122"/>
                <a:cs typeface="Times New Roman" panose="02020603050405020304" pitchFamily="18" charset="0"/>
              </a:rPr>
              <a:t>2</a:t>
            </a:r>
          </a:p>
          <a:p>
            <a:pPr lvl="1" algn="l" eaLnBrk="1" hangingPunct="1"/>
            <a:r>
              <a:rPr lang="en-US" altLang="zh-CN" sz="2400" dirty="0">
                <a:ea typeface="宋体" panose="02010600030101010101" pitchFamily="2" charset="-122"/>
                <a:cs typeface="Times New Roman" panose="02020603050405020304" pitchFamily="18" charset="0"/>
              </a:rPr>
              <a:t>x=00100 , 0.00110110</a:t>
            </a:r>
            <a:r>
              <a:rPr lang="zh-CN" altLang="en-US" sz="2400" dirty="0">
                <a:ea typeface="宋体" panose="02010600030101010101" pitchFamily="2" charset="-122"/>
                <a:cs typeface="Times New Roman" panose="02020603050405020304" pitchFamily="18" charset="0"/>
              </a:rPr>
              <a:t>（</a:t>
            </a:r>
            <a:r>
              <a:rPr lang="en-US" altLang="zh-CN" sz="2400" dirty="0">
                <a:ea typeface="宋体" panose="02010600030101010101" pitchFamily="2" charset="-122"/>
                <a:cs typeface="Times New Roman" panose="02020603050405020304" pitchFamily="18" charset="0"/>
              </a:rPr>
              <a:t>11</a:t>
            </a:r>
            <a:r>
              <a:rPr lang="zh-CN" altLang="en-US" sz="2400" dirty="0">
                <a:ea typeface="宋体" panose="02010600030101010101" pitchFamily="2" charset="-122"/>
                <a:cs typeface="Times New Roman" panose="02020603050405020304" pitchFamily="18" charset="0"/>
              </a:rPr>
              <a:t>）</a:t>
            </a:r>
          </a:p>
          <a:p>
            <a:pPr algn="l" eaLnBrk="1" hangingPunct="1">
              <a:buFont typeface="Wingdings 2" panose="05020102010507070707" pitchFamily="18" charset="2"/>
              <a:buNone/>
            </a:pPr>
            <a:r>
              <a:rPr lang="en-US" altLang="zh-CN" sz="2800" dirty="0">
                <a:ea typeface="宋体" panose="02010600030101010101" pitchFamily="2" charset="-122"/>
                <a:cs typeface="Times New Roman" panose="02020603050405020304" pitchFamily="18" charset="0"/>
              </a:rPr>
              <a:t>3</a:t>
            </a:r>
            <a:r>
              <a:rPr lang="zh-CN" altLang="en-US" sz="2800" dirty="0">
                <a:ea typeface="宋体" panose="02010600030101010101" pitchFamily="2" charset="-122"/>
                <a:cs typeface="Times New Roman" panose="02020603050405020304" pitchFamily="18" charset="0"/>
              </a:rPr>
              <a:t>、尾数相加</a:t>
            </a:r>
          </a:p>
          <a:p>
            <a:pPr lvl="1" algn="l" eaLnBrk="1" hangingPunct="1">
              <a:buFont typeface="Wingdings" panose="05000000000000000000" pitchFamily="2" charset="2"/>
              <a:buNone/>
            </a:pPr>
            <a:r>
              <a:rPr lang="en-US" altLang="zh-CN" dirty="0">
                <a:ea typeface="宋体" panose="02010600030101010101" pitchFamily="2" charset="-122"/>
                <a:cs typeface="Times New Roman" panose="02020603050405020304" pitchFamily="18" charset="0"/>
              </a:rPr>
              <a:t>00.00110110(11)+11.01010100</a:t>
            </a:r>
          </a:p>
          <a:p>
            <a:pPr lvl="1" algn="l" eaLnBrk="1" hangingPunct="1">
              <a:buFont typeface="Wingdings" panose="05000000000000000000" pitchFamily="2" charset="2"/>
              <a:buNone/>
            </a:pPr>
            <a:r>
              <a:rPr lang="en-US" altLang="zh-CN" dirty="0">
                <a:ea typeface="宋体" panose="02010600030101010101" pitchFamily="2" charset="-122"/>
                <a:cs typeface="Times New Roman" panose="02020603050405020304" pitchFamily="18" charset="0"/>
              </a:rPr>
              <a:t>=11.10001010(11)</a:t>
            </a:r>
            <a:endParaRPr lang="en-US" altLang="zh-CN" sz="2400" dirty="0">
              <a:ea typeface="宋体" panose="02010600030101010101" pitchFamily="2" charset="-122"/>
              <a:cs typeface="Times New Roman" panose="02020603050405020304" pitchFamily="18" charset="0"/>
            </a:endParaRPr>
          </a:p>
        </p:txBody>
      </p:sp>
      <p:sp>
        <p:nvSpPr>
          <p:cNvPr id="3" name="TextBox 2">
            <a:extLst>
              <a:ext uri="{FF2B5EF4-FFF2-40B4-BE49-F238E27FC236}">
                <a16:creationId xmlns:a16="http://schemas.microsoft.com/office/drawing/2014/main" id="{8F3E1CF2-AB80-4202-AF4E-08FD461CA5F6}"/>
              </a:ext>
            </a:extLst>
          </p:cNvPr>
          <p:cNvSpPr txBox="1"/>
          <p:nvPr/>
        </p:nvSpPr>
        <p:spPr>
          <a:xfrm>
            <a:off x="4859338" y="5884863"/>
            <a:ext cx="800100" cy="461962"/>
          </a:xfrm>
          <a:prstGeom prst="rect">
            <a:avLst/>
          </a:prstGeom>
          <a:noFill/>
        </p:spPr>
        <p:txBody>
          <a:bodyPr wrap="none">
            <a:spAutoFit/>
          </a:bodyPr>
          <a:lstStyle/>
          <a:p>
            <a:pPr algn="ctr" eaLnBrk="1" hangingPunct="1">
              <a:spcBef>
                <a:spcPct val="20000"/>
              </a:spcBef>
              <a:buFont typeface="Wingdings" panose="05000000000000000000" pitchFamily="2" charset="2"/>
              <a:buNone/>
              <a:defRPr/>
            </a:pPr>
            <a:r>
              <a:rPr lang="zh-CN" altLang="en-US" sz="2400" b="1" dirty="0">
                <a:solidFill>
                  <a:srgbClr val="C00000"/>
                </a:solidFill>
                <a:latin typeface="+mn-ea"/>
                <a:ea typeface="+mn-ea"/>
              </a:rPr>
              <a:t>补码</a:t>
            </a:r>
          </a:p>
        </p:txBody>
      </p:sp>
      <p:cxnSp>
        <p:nvCxnSpPr>
          <p:cNvPr id="110597" name="直接箭头连接符 4">
            <a:extLst>
              <a:ext uri="{FF2B5EF4-FFF2-40B4-BE49-F238E27FC236}">
                <a16:creationId xmlns:a16="http://schemas.microsoft.com/office/drawing/2014/main" id="{2707A19F-12F6-4F05-A82B-ADC7D6CD54F6}"/>
              </a:ext>
            </a:extLst>
          </p:cNvPr>
          <p:cNvCxnSpPr>
            <a:cxnSpLocks noChangeShapeType="1"/>
          </p:cNvCxnSpPr>
          <p:nvPr/>
        </p:nvCxnSpPr>
        <p:spPr bwMode="auto">
          <a:xfrm flipH="1" flipV="1">
            <a:off x="4427538" y="5445125"/>
            <a:ext cx="558800" cy="471488"/>
          </a:xfrm>
          <a:prstGeom prst="straightConnector1">
            <a:avLst/>
          </a:prstGeom>
          <a:noFill/>
          <a:ln w="22225" algn="ctr">
            <a:solidFill>
              <a:srgbClr val="C00000"/>
            </a:solidFill>
            <a:miter lim="800000"/>
            <a:headEnd/>
            <a:tailEnd type="arrow" w="med" len="med"/>
          </a:ln>
          <a:extLst>
            <a:ext uri="{909E8E84-426E-40DD-AFC4-6F175D3DCCD1}">
              <a14:hiddenFill xmlns:a14="http://schemas.microsoft.com/office/drawing/2010/main">
                <a:noFill/>
              </a14:hiddenFill>
            </a:ext>
          </a:extLst>
        </p:spPr>
      </p:cxnSp>
    </p:spTree>
  </p:cSld>
  <p:clrMapOvr>
    <a:masterClrMapping/>
  </p:clrMapOvr>
  <p:transition spd="med">
    <p:pull dir="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4498" name="Rectangle 2">
            <a:extLst>
              <a:ext uri="{FF2B5EF4-FFF2-40B4-BE49-F238E27FC236}">
                <a16:creationId xmlns:a16="http://schemas.microsoft.com/office/drawing/2014/main" id="{211A196C-2E1F-463C-B375-C4EF6FBB28F1}"/>
              </a:ext>
            </a:extLst>
          </p:cNvPr>
          <p:cNvSpPr>
            <a:spLocks noGrp="1" noChangeArrowheads="1"/>
          </p:cNvSpPr>
          <p:nvPr>
            <p:ph type="title"/>
          </p:nvPr>
        </p:nvSpPr>
        <p:spPr/>
        <p:txBody>
          <a:bodyPr/>
          <a:lstStyle/>
          <a:p>
            <a:pPr eaLnBrk="1" hangingPunct="1">
              <a:defRPr/>
            </a:pPr>
            <a:r>
              <a:rPr lang="zh-CN" altLang="en-US">
                <a:latin typeface="宋体" pitchFamily="2" charset="-122"/>
              </a:rPr>
              <a:t>例</a:t>
            </a:r>
            <a:r>
              <a:rPr lang="en-US" altLang="zh-CN">
                <a:latin typeface="宋体" pitchFamily="2" charset="-122"/>
              </a:rPr>
              <a:t>(2)</a:t>
            </a:r>
          </a:p>
        </p:txBody>
      </p:sp>
      <p:sp>
        <p:nvSpPr>
          <p:cNvPr id="111618" name="Rectangle 3">
            <a:extLst>
              <a:ext uri="{FF2B5EF4-FFF2-40B4-BE49-F238E27FC236}">
                <a16:creationId xmlns:a16="http://schemas.microsoft.com/office/drawing/2014/main" id="{A18C41B9-B7FD-4D94-816F-2FD08EF03CD4}"/>
              </a:ext>
            </a:extLst>
          </p:cNvPr>
          <p:cNvSpPr>
            <a:spLocks noGrp="1" noChangeArrowheads="1"/>
          </p:cNvSpPr>
          <p:nvPr>
            <p:ph idx="1"/>
          </p:nvPr>
        </p:nvSpPr>
        <p:spPr>
          <a:xfrm>
            <a:off x="381000" y="1143000"/>
            <a:ext cx="8763000" cy="5105400"/>
          </a:xfrm>
        </p:spPr>
        <p:txBody>
          <a:bodyPr/>
          <a:lstStyle/>
          <a:p>
            <a:pPr eaLnBrk="1" hangingPunct="1">
              <a:buFont typeface="Wingdings 2" panose="05020102010507070707" pitchFamily="18" charset="2"/>
              <a:buNone/>
            </a:pPr>
            <a:r>
              <a:rPr lang="en-US" altLang="zh-CN" dirty="0"/>
              <a:t>4</a:t>
            </a:r>
            <a:r>
              <a:rPr lang="zh-CN" altLang="en-US" dirty="0"/>
              <a:t>、结果规格化</a:t>
            </a:r>
          </a:p>
          <a:p>
            <a:pPr lvl="1" eaLnBrk="1" hangingPunct="1">
              <a:buFont typeface="Wingdings" panose="05000000000000000000" pitchFamily="2" charset="2"/>
              <a:buNone/>
            </a:pPr>
            <a:r>
              <a:rPr lang="zh-CN" altLang="en-US" sz="2800" dirty="0">
                <a:solidFill>
                  <a:schemeClr val="tx2"/>
                </a:solidFill>
              </a:rPr>
              <a:t>   右规，阶码加</a:t>
            </a:r>
            <a:r>
              <a:rPr lang="en-US" altLang="zh-CN" sz="2800" dirty="0">
                <a:solidFill>
                  <a:schemeClr val="tx2"/>
                </a:solidFill>
              </a:rPr>
              <a:t>1</a:t>
            </a:r>
            <a:r>
              <a:rPr lang="zh-CN" altLang="en-US" sz="2800" dirty="0">
                <a:solidFill>
                  <a:schemeClr val="tx2"/>
                </a:solidFill>
              </a:rPr>
              <a:t>；左规，阶码减</a:t>
            </a:r>
            <a:r>
              <a:rPr lang="en-US" altLang="zh-CN" sz="2800" dirty="0">
                <a:solidFill>
                  <a:schemeClr val="tx2"/>
                </a:solidFill>
              </a:rPr>
              <a:t>1</a:t>
            </a:r>
          </a:p>
          <a:p>
            <a:pPr lvl="1" eaLnBrk="1" hangingPunct="1">
              <a:buFont typeface="Wingdings" panose="05000000000000000000" pitchFamily="2" charset="2"/>
              <a:buNone/>
            </a:pPr>
            <a:r>
              <a:rPr lang="zh-CN" altLang="en-US" sz="2800" dirty="0"/>
              <a:t>   左规为</a:t>
            </a:r>
            <a:r>
              <a:rPr lang="en-US" altLang="zh-CN" sz="2800" dirty="0"/>
              <a:t>11.00010101</a:t>
            </a:r>
            <a:r>
              <a:rPr lang="zh-CN" altLang="en-US" sz="2800" dirty="0"/>
              <a:t>（</a:t>
            </a:r>
            <a:r>
              <a:rPr lang="en-US" altLang="zh-CN" sz="2800" dirty="0"/>
              <a:t>10</a:t>
            </a:r>
            <a:r>
              <a:rPr lang="zh-CN" altLang="en-US" sz="2800" dirty="0"/>
              <a:t>），阶码减</a:t>
            </a:r>
            <a:r>
              <a:rPr lang="en-US" altLang="zh-CN" sz="2800" dirty="0"/>
              <a:t>1</a:t>
            </a:r>
            <a:r>
              <a:rPr lang="zh-CN" altLang="en-US" sz="2800" dirty="0"/>
              <a:t>为</a:t>
            </a:r>
            <a:r>
              <a:rPr lang="en-US" altLang="zh-CN" sz="2800" dirty="0"/>
              <a:t>00011</a:t>
            </a:r>
          </a:p>
          <a:p>
            <a:pPr eaLnBrk="1" hangingPunct="1">
              <a:buFont typeface="Wingdings 2" panose="05020102010507070707" pitchFamily="18" charset="2"/>
              <a:buNone/>
            </a:pPr>
            <a:r>
              <a:rPr lang="en-US" altLang="zh-CN" dirty="0"/>
              <a:t>5</a:t>
            </a:r>
            <a:r>
              <a:rPr lang="zh-CN" altLang="en-US" dirty="0"/>
              <a:t>、舍入（</a:t>
            </a:r>
            <a:r>
              <a:rPr lang="en-US" altLang="zh-CN" dirty="0"/>
              <a:t>0</a:t>
            </a:r>
            <a:r>
              <a:rPr lang="zh-CN" altLang="en-US" dirty="0"/>
              <a:t>舍</a:t>
            </a:r>
            <a:r>
              <a:rPr lang="en-US" altLang="zh-CN" dirty="0"/>
              <a:t>1</a:t>
            </a:r>
            <a:r>
              <a:rPr lang="zh-CN" altLang="en-US" dirty="0"/>
              <a:t>入） </a:t>
            </a:r>
            <a:r>
              <a:rPr lang="en-US" altLang="zh-CN" dirty="0"/>
              <a:t>11.00010110</a:t>
            </a:r>
          </a:p>
          <a:p>
            <a:pPr eaLnBrk="1" hangingPunct="1">
              <a:buFont typeface="Wingdings 2" panose="05020102010507070707" pitchFamily="18" charset="2"/>
              <a:buNone/>
            </a:pPr>
            <a:r>
              <a:rPr lang="en-US" altLang="zh-CN" dirty="0"/>
              <a:t>      </a:t>
            </a:r>
            <a:r>
              <a:rPr lang="en-US" altLang="zh-CN" dirty="0" err="1"/>
              <a:t>x+y</a:t>
            </a:r>
            <a:r>
              <a:rPr lang="en-US" altLang="zh-CN" dirty="0"/>
              <a:t>=-0.11101010 × 2</a:t>
            </a:r>
            <a:r>
              <a:rPr lang="en-US" altLang="zh-CN" baseline="30000" dirty="0"/>
              <a:t>011</a:t>
            </a:r>
            <a:endParaRPr lang="en-US" altLang="zh-CN" dirty="0"/>
          </a:p>
        </p:txBody>
      </p:sp>
    </p:spTree>
  </p:cSld>
  <p:clrMapOvr>
    <a:masterClrMapping/>
  </p:clrMapOvr>
  <p:transition spd="med">
    <p:pull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690" name="Rectangle 2">
            <a:extLst>
              <a:ext uri="{FF2B5EF4-FFF2-40B4-BE49-F238E27FC236}">
                <a16:creationId xmlns:a16="http://schemas.microsoft.com/office/drawing/2014/main" id="{F2AF7229-DC91-4ED5-81B6-080F51D4E341}"/>
              </a:ext>
            </a:extLst>
          </p:cNvPr>
          <p:cNvSpPr>
            <a:spLocks noGrp="1" noChangeArrowheads="1"/>
          </p:cNvSpPr>
          <p:nvPr>
            <p:ph type="title"/>
          </p:nvPr>
        </p:nvSpPr>
        <p:spPr/>
        <p:txBody>
          <a:bodyPr/>
          <a:lstStyle/>
          <a:p>
            <a:pPr eaLnBrk="1" hangingPunct="1">
              <a:defRPr/>
            </a:pPr>
            <a:r>
              <a:rPr lang="zh-CN" altLang="en-US" dirty="0"/>
              <a:t>浮点数乘、除法</a:t>
            </a:r>
          </a:p>
        </p:txBody>
      </p:sp>
      <p:sp>
        <p:nvSpPr>
          <p:cNvPr id="112642" name="Rectangle 3">
            <a:extLst>
              <a:ext uri="{FF2B5EF4-FFF2-40B4-BE49-F238E27FC236}">
                <a16:creationId xmlns:a16="http://schemas.microsoft.com/office/drawing/2014/main" id="{E5DDC0C2-1977-46E7-BC67-72311C799513}"/>
              </a:ext>
            </a:extLst>
          </p:cNvPr>
          <p:cNvSpPr>
            <a:spLocks noGrp="1" noChangeArrowheads="1"/>
          </p:cNvSpPr>
          <p:nvPr>
            <p:ph idx="1"/>
          </p:nvPr>
        </p:nvSpPr>
        <p:spPr/>
        <p:txBody>
          <a:bodyPr/>
          <a:lstStyle/>
          <a:p>
            <a:pPr eaLnBrk="1" hangingPunct="1">
              <a:buFont typeface="Wingdings 2" panose="05020102010507070707" pitchFamily="18" charset="2"/>
              <a:buNone/>
            </a:pPr>
            <a:r>
              <a:rPr lang="zh-CN" altLang="en-US"/>
              <a:t>设有两个浮点数ｘ＝</a:t>
            </a:r>
            <a:r>
              <a:rPr lang="en-US" altLang="zh-CN"/>
              <a:t>2</a:t>
            </a:r>
            <a:r>
              <a:rPr lang="en-US" altLang="zh-CN" baseline="30000"/>
              <a:t>E</a:t>
            </a:r>
            <a:r>
              <a:rPr lang="zh-CN" altLang="en-US" baseline="30000"/>
              <a:t>ｘ</a:t>
            </a:r>
            <a:r>
              <a:rPr lang="en-US" altLang="zh-CN"/>
              <a:t>×M</a:t>
            </a:r>
            <a:r>
              <a:rPr lang="zh-CN" altLang="en-US" baseline="-25000"/>
              <a:t>ｘ</a:t>
            </a:r>
          </a:p>
          <a:p>
            <a:pPr eaLnBrk="1" hangingPunct="1">
              <a:buFont typeface="Wingdings 2" panose="05020102010507070707" pitchFamily="18" charset="2"/>
              <a:buNone/>
            </a:pPr>
            <a:r>
              <a:rPr lang="zh-CN" altLang="en-US"/>
              <a:t>	                          ｙ＝</a:t>
            </a:r>
            <a:r>
              <a:rPr lang="en-US" altLang="zh-CN"/>
              <a:t>2</a:t>
            </a:r>
            <a:r>
              <a:rPr lang="en-US" altLang="zh-CN" baseline="30000"/>
              <a:t>E</a:t>
            </a:r>
            <a:r>
              <a:rPr lang="zh-CN" altLang="en-US" baseline="30000"/>
              <a:t>ｙ</a:t>
            </a:r>
            <a:r>
              <a:rPr lang="en-US" altLang="zh-CN"/>
              <a:t>×M</a:t>
            </a:r>
            <a:r>
              <a:rPr lang="zh-CN" altLang="en-US" baseline="-25000"/>
              <a:t>ｙ</a:t>
            </a:r>
          </a:p>
          <a:p>
            <a:pPr eaLnBrk="1" hangingPunct="1"/>
            <a:r>
              <a:rPr lang="zh-CN" altLang="en-US"/>
              <a:t>ｘ</a:t>
            </a:r>
            <a:r>
              <a:rPr lang="en-US" altLang="zh-CN">
                <a:latin typeface="方正粗圆简体" pitchFamily="2" charset="-122"/>
              </a:rPr>
              <a:t>×</a:t>
            </a:r>
            <a:r>
              <a:rPr lang="zh-CN" altLang="en-US"/>
              <a:t>ｙ＝</a:t>
            </a:r>
            <a:r>
              <a:rPr lang="en-US" altLang="zh-CN"/>
              <a:t>2</a:t>
            </a:r>
            <a:r>
              <a:rPr lang="zh-CN" altLang="en-US" baseline="30000"/>
              <a:t>（</a:t>
            </a:r>
            <a:r>
              <a:rPr lang="en-US" altLang="zh-CN" baseline="30000"/>
              <a:t>E</a:t>
            </a:r>
            <a:r>
              <a:rPr lang="zh-CN" altLang="en-US" baseline="30000"/>
              <a:t>ｘ＋</a:t>
            </a:r>
            <a:r>
              <a:rPr lang="en-US" altLang="zh-CN" baseline="30000"/>
              <a:t>E</a:t>
            </a:r>
            <a:r>
              <a:rPr lang="zh-CN" altLang="en-US" baseline="30000"/>
              <a:t>ｙ）</a:t>
            </a:r>
            <a:r>
              <a:rPr lang="zh-CN" altLang="en-US"/>
              <a:t> </a:t>
            </a:r>
            <a:r>
              <a:rPr lang="en-US" altLang="zh-CN"/>
              <a:t>×</a:t>
            </a:r>
            <a:r>
              <a:rPr lang="zh-CN" altLang="en-US"/>
              <a:t>（</a:t>
            </a:r>
            <a:r>
              <a:rPr lang="en-US" altLang="zh-CN"/>
              <a:t>M</a:t>
            </a:r>
            <a:r>
              <a:rPr lang="zh-CN" altLang="en-US" baseline="-25000"/>
              <a:t>ｘ</a:t>
            </a:r>
            <a:r>
              <a:rPr lang="en-US" altLang="zh-CN">
                <a:latin typeface="方正粗圆简体" pitchFamily="2" charset="-122"/>
              </a:rPr>
              <a:t>×</a:t>
            </a:r>
            <a:r>
              <a:rPr lang="en-US" altLang="zh-CN" baseline="-25000"/>
              <a:t> </a:t>
            </a:r>
            <a:r>
              <a:rPr lang="en-US" altLang="zh-CN"/>
              <a:t>M</a:t>
            </a:r>
            <a:r>
              <a:rPr lang="zh-CN" altLang="en-US" baseline="-25000"/>
              <a:t>ｙ</a:t>
            </a:r>
            <a:r>
              <a:rPr lang="zh-CN" altLang="en-US"/>
              <a:t>）</a:t>
            </a:r>
          </a:p>
          <a:p>
            <a:pPr eaLnBrk="1" hangingPunct="1">
              <a:buFont typeface="Wingdings 2" panose="05020102010507070707" pitchFamily="18" charset="2"/>
              <a:buNone/>
            </a:pPr>
            <a:r>
              <a:rPr lang="zh-CN" altLang="en-US"/>
              <a:t> ｘ</a:t>
            </a:r>
            <a:r>
              <a:rPr lang="en-US" altLang="zh-CN">
                <a:latin typeface="方正粗圆简体" pitchFamily="2" charset="-122"/>
              </a:rPr>
              <a:t>÷</a:t>
            </a:r>
            <a:r>
              <a:rPr lang="zh-CN" altLang="en-US"/>
              <a:t>ｙ＝</a:t>
            </a:r>
            <a:r>
              <a:rPr lang="en-US" altLang="zh-CN"/>
              <a:t>2</a:t>
            </a:r>
            <a:r>
              <a:rPr lang="zh-CN" altLang="en-US" baseline="30000"/>
              <a:t>（</a:t>
            </a:r>
            <a:r>
              <a:rPr lang="en-US" altLang="zh-CN" baseline="30000"/>
              <a:t>E</a:t>
            </a:r>
            <a:r>
              <a:rPr lang="zh-CN" altLang="en-US" baseline="30000"/>
              <a:t>ｘ</a:t>
            </a:r>
            <a:r>
              <a:rPr lang="en-US" altLang="zh-CN" baseline="30000"/>
              <a:t>-E</a:t>
            </a:r>
            <a:r>
              <a:rPr lang="zh-CN" altLang="en-US" baseline="30000"/>
              <a:t>ｙ）</a:t>
            </a:r>
            <a:r>
              <a:rPr lang="zh-CN" altLang="en-US"/>
              <a:t> </a:t>
            </a:r>
            <a:r>
              <a:rPr lang="en-US" altLang="zh-CN"/>
              <a:t>×</a:t>
            </a:r>
            <a:r>
              <a:rPr lang="zh-CN" altLang="en-US"/>
              <a:t>（</a:t>
            </a:r>
            <a:r>
              <a:rPr lang="en-US" altLang="zh-CN"/>
              <a:t>M</a:t>
            </a:r>
            <a:r>
              <a:rPr lang="zh-CN" altLang="en-US" baseline="-25000"/>
              <a:t>ｘ</a:t>
            </a:r>
            <a:r>
              <a:rPr lang="en-US" altLang="zh-CN">
                <a:latin typeface="方正粗圆简体" pitchFamily="2" charset="-122"/>
              </a:rPr>
              <a:t>÷</a:t>
            </a:r>
            <a:r>
              <a:rPr lang="en-US" altLang="zh-CN" baseline="-25000"/>
              <a:t> </a:t>
            </a:r>
            <a:r>
              <a:rPr lang="en-US" altLang="zh-CN"/>
              <a:t>M</a:t>
            </a:r>
            <a:r>
              <a:rPr lang="zh-CN" altLang="en-US" baseline="-25000"/>
              <a:t>ｙ</a:t>
            </a:r>
            <a:r>
              <a:rPr lang="zh-CN" altLang="en-US"/>
              <a:t>）</a:t>
            </a:r>
          </a:p>
          <a:p>
            <a:pPr eaLnBrk="1" hangingPunct="1"/>
            <a:r>
              <a:rPr lang="zh-CN" altLang="en-US"/>
              <a:t>算法</a:t>
            </a:r>
          </a:p>
          <a:p>
            <a:pPr lvl="1" eaLnBrk="1" hangingPunct="1"/>
            <a:r>
              <a:rPr lang="zh-CN" altLang="en-US"/>
              <a:t>检查操作数是否为</a:t>
            </a:r>
            <a:r>
              <a:rPr lang="en-US" altLang="zh-CN"/>
              <a:t>0</a:t>
            </a:r>
          </a:p>
          <a:p>
            <a:pPr lvl="1" eaLnBrk="1" hangingPunct="1"/>
            <a:r>
              <a:rPr lang="zh-CN" altLang="en-US"/>
              <a:t>阶码加、减：乘：</a:t>
            </a:r>
            <a:r>
              <a:rPr lang="en-US" altLang="zh-CN"/>
              <a:t>E</a:t>
            </a:r>
            <a:r>
              <a:rPr lang="en-US" altLang="zh-CN" baseline="-25000"/>
              <a:t>X</a:t>
            </a:r>
            <a:r>
              <a:rPr lang="en-US" altLang="zh-CN"/>
              <a:t>+E</a:t>
            </a:r>
            <a:r>
              <a:rPr lang="en-US" altLang="zh-CN" baseline="-25000"/>
              <a:t>Y</a:t>
            </a:r>
            <a:r>
              <a:rPr lang="en-US" altLang="zh-CN"/>
              <a:t> </a:t>
            </a:r>
            <a:r>
              <a:rPr lang="zh-CN" altLang="en-US"/>
              <a:t>，除：</a:t>
            </a:r>
            <a:r>
              <a:rPr lang="en-US" altLang="zh-CN"/>
              <a:t>E</a:t>
            </a:r>
            <a:r>
              <a:rPr lang="en-US" altLang="zh-CN" baseline="-25000"/>
              <a:t>X</a:t>
            </a:r>
            <a:r>
              <a:rPr lang="en-US" altLang="zh-CN"/>
              <a:t>- E</a:t>
            </a:r>
            <a:r>
              <a:rPr lang="en-US" altLang="zh-CN" baseline="-25000"/>
              <a:t>Y</a:t>
            </a:r>
            <a:endParaRPr lang="en-US" altLang="zh-CN"/>
          </a:p>
          <a:p>
            <a:pPr lvl="1" eaLnBrk="1" hangingPunct="1"/>
            <a:r>
              <a:rPr lang="zh-CN" altLang="en-US"/>
              <a:t>对尾数进行乘、除法，求得结果</a:t>
            </a:r>
          </a:p>
          <a:p>
            <a:pPr lvl="1" eaLnBrk="1" hangingPunct="1"/>
            <a:r>
              <a:rPr lang="zh-CN" altLang="en-US"/>
              <a:t>规格化、舍入处理（可能再次规格化）</a:t>
            </a:r>
          </a:p>
          <a:p>
            <a:pPr lvl="1" eaLnBrk="1" hangingPunct="1"/>
            <a:r>
              <a:rPr lang="zh-CN" altLang="en-US"/>
              <a:t>进行溢出检查（阶码）</a:t>
            </a:r>
          </a:p>
        </p:txBody>
      </p:sp>
    </p:spTree>
  </p:cSld>
  <p:clrMapOvr>
    <a:masterClrMapping/>
  </p:clrMapOvr>
  <p:transition spd="med">
    <p:pull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8834" name="Rectangle 2">
            <a:extLst>
              <a:ext uri="{FF2B5EF4-FFF2-40B4-BE49-F238E27FC236}">
                <a16:creationId xmlns:a16="http://schemas.microsoft.com/office/drawing/2014/main" id="{CF0AA90E-4A68-473D-A304-A27C05A536BB}"/>
              </a:ext>
            </a:extLst>
          </p:cNvPr>
          <p:cNvSpPr>
            <a:spLocks noGrp="1" noChangeArrowheads="1"/>
          </p:cNvSpPr>
          <p:nvPr>
            <p:ph type="title"/>
          </p:nvPr>
        </p:nvSpPr>
        <p:spPr/>
        <p:txBody>
          <a:bodyPr/>
          <a:lstStyle/>
          <a:p>
            <a:pPr eaLnBrk="1" hangingPunct="1"/>
            <a:r>
              <a:rPr lang="zh-CN" altLang="en-US"/>
              <a:t>尾数处理</a:t>
            </a:r>
          </a:p>
        </p:txBody>
      </p:sp>
      <p:sp>
        <p:nvSpPr>
          <p:cNvPr id="113666" name="Rectangle 3">
            <a:extLst>
              <a:ext uri="{FF2B5EF4-FFF2-40B4-BE49-F238E27FC236}">
                <a16:creationId xmlns:a16="http://schemas.microsoft.com/office/drawing/2014/main" id="{FF4EFD1B-FD2C-4CD1-853F-C9D8667CE3CC}"/>
              </a:ext>
            </a:extLst>
          </p:cNvPr>
          <p:cNvSpPr>
            <a:spLocks noGrp="1" noChangeArrowheads="1"/>
          </p:cNvSpPr>
          <p:nvPr>
            <p:ph idx="1"/>
          </p:nvPr>
        </p:nvSpPr>
        <p:spPr/>
        <p:txBody>
          <a:bodyPr/>
          <a:lstStyle/>
          <a:p>
            <a:pPr marL="0" indent="0" eaLnBrk="1" hangingPunct="1">
              <a:lnSpc>
                <a:spcPct val="90000"/>
              </a:lnSpc>
              <a:buFont typeface="Wingdings 2" panose="05020102010507070707" pitchFamily="18" charset="2"/>
              <a:buNone/>
            </a:pPr>
            <a:r>
              <a:rPr lang="zh-CN" altLang="en-US"/>
              <a:t>方法</a:t>
            </a:r>
            <a:r>
              <a:rPr lang="en-US" altLang="zh-CN"/>
              <a:t>1</a:t>
            </a:r>
            <a:r>
              <a:rPr lang="zh-CN" altLang="en-US"/>
              <a:t>：截断</a:t>
            </a:r>
          </a:p>
          <a:p>
            <a:pPr marL="0" indent="0" eaLnBrk="1" hangingPunct="1">
              <a:lnSpc>
                <a:spcPct val="90000"/>
              </a:lnSpc>
              <a:buFont typeface="Wingdings 2" panose="05020102010507070707" pitchFamily="18" charset="2"/>
              <a:buNone/>
            </a:pPr>
            <a:r>
              <a:rPr lang="zh-CN" altLang="en-US"/>
              <a:t>方法</a:t>
            </a:r>
            <a:r>
              <a:rPr lang="en-US" altLang="zh-CN"/>
              <a:t>2</a:t>
            </a:r>
            <a:r>
              <a:rPr lang="zh-CN" altLang="en-US"/>
              <a:t>：舍入</a:t>
            </a:r>
            <a:r>
              <a:rPr lang="en-US" altLang="zh-CN"/>
              <a:t>–</a:t>
            </a:r>
            <a:r>
              <a:rPr lang="zh-CN" altLang="en-US"/>
              <a:t>按某种规则进行修正</a:t>
            </a:r>
          </a:p>
          <a:p>
            <a:pPr marL="881063" lvl="1" indent="-431800" eaLnBrk="1" hangingPunct="1">
              <a:lnSpc>
                <a:spcPct val="90000"/>
              </a:lnSpc>
            </a:pPr>
            <a:r>
              <a:rPr lang="zh-CN" altLang="en-US" sz="2900"/>
              <a:t>如果尾数用原码表示</a:t>
            </a:r>
          </a:p>
          <a:p>
            <a:pPr marL="1519238" lvl="2" indent="-438150" eaLnBrk="1" hangingPunct="1">
              <a:lnSpc>
                <a:spcPct val="90000"/>
              </a:lnSpc>
              <a:buFont typeface="Wingdings 2" panose="05020102010507070707" pitchFamily="18" charset="2"/>
              <a:buAutoNum type="circleNumDbPlain"/>
            </a:pPr>
            <a:r>
              <a:rPr lang="zh-CN" altLang="en-US"/>
              <a:t>只要尾数最低为</a:t>
            </a:r>
            <a:r>
              <a:rPr lang="en-US" altLang="zh-CN"/>
              <a:t>1</a:t>
            </a:r>
            <a:r>
              <a:rPr lang="zh-CN" altLang="en-US"/>
              <a:t>或者移出位中有</a:t>
            </a:r>
            <a:r>
              <a:rPr lang="en-US" altLang="zh-CN"/>
              <a:t>1</a:t>
            </a:r>
            <a:r>
              <a:rPr lang="zh-CN" altLang="en-US"/>
              <a:t>数值位，使最低位</a:t>
            </a:r>
            <a:r>
              <a:rPr lang="zh-CN" altLang="en-US">
                <a:solidFill>
                  <a:srgbClr val="FF0000"/>
                </a:solidFill>
              </a:rPr>
              <a:t>置</a:t>
            </a:r>
            <a:r>
              <a:rPr lang="en-US" altLang="zh-CN"/>
              <a:t>1</a:t>
            </a:r>
          </a:p>
          <a:p>
            <a:pPr marL="1519238" lvl="2" indent="-438150" eaLnBrk="1" hangingPunct="1">
              <a:lnSpc>
                <a:spcPct val="90000"/>
              </a:lnSpc>
              <a:buFont typeface="Wingdings 2" panose="05020102010507070707" pitchFamily="18" charset="2"/>
              <a:buAutoNum type="circleNumDbPlain"/>
            </a:pPr>
            <a:r>
              <a:rPr lang="en-US" altLang="zh-CN"/>
              <a:t>0</a:t>
            </a:r>
            <a:r>
              <a:rPr lang="zh-CN" altLang="en-US"/>
              <a:t>舍</a:t>
            </a:r>
            <a:r>
              <a:rPr lang="en-US" altLang="zh-CN"/>
              <a:t>1</a:t>
            </a:r>
            <a:r>
              <a:rPr lang="zh-CN" altLang="en-US"/>
              <a:t>入</a:t>
            </a:r>
          </a:p>
          <a:p>
            <a:pPr marL="881063" lvl="1" indent="-431800" eaLnBrk="1" hangingPunct="1">
              <a:lnSpc>
                <a:spcPct val="90000"/>
              </a:lnSpc>
            </a:pPr>
            <a:r>
              <a:rPr lang="zh-CN" altLang="en-US" sz="2900"/>
              <a:t>如果尾数用补码表示（</a:t>
            </a:r>
            <a:r>
              <a:rPr lang="zh-CN" altLang="en-US" sz="2900" u="sng"/>
              <a:t>第五版教材中未列出</a:t>
            </a:r>
            <a:r>
              <a:rPr lang="zh-CN" altLang="en-US" sz="2900"/>
              <a:t>）</a:t>
            </a:r>
          </a:p>
          <a:p>
            <a:pPr marL="1519238" lvl="2" indent="-438150" eaLnBrk="1" hangingPunct="1">
              <a:lnSpc>
                <a:spcPct val="90000"/>
              </a:lnSpc>
              <a:buFont typeface="Wingdings" panose="05000000000000000000" pitchFamily="2" charset="2"/>
              <a:buNone/>
            </a:pPr>
            <a:r>
              <a:rPr lang="zh-CN" altLang="en-US"/>
              <a:t>丢失的各位均为</a:t>
            </a:r>
            <a:r>
              <a:rPr lang="en-US" altLang="zh-CN"/>
              <a:t>0</a:t>
            </a:r>
            <a:r>
              <a:rPr lang="zh-CN" altLang="en-US"/>
              <a:t>，不必舍入；</a:t>
            </a:r>
          </a:p>
          <a:p>
            <a:pPr marL="1519238" lvl="2" indent="-438150" eaLnBrk="1" hangingPunct="1">
              <a:lnSpc>
                <a:spcPct val="90000"/>
              </a:lnSpc>
              <a:buFont typeface="Wingdings" panose="05000000000000000000" pitchFamily="2" charset="2"/>
              <a:buNone/>
            </a:pPr>
            <a:r>
              <a:rPr lang="zh-CN" altLang="en-US"/>
              <a:t>丢失的最高位为</a:t>
            </a:r>
            <a:r>
              <a:rPr lang="en-US" altLang="zh-CN"/>
              <a:t>0</a:t>
            </a:r>
            <a:r>
              <a:rPr lang="zh-CN" altLang="en-US"/>
              <a:t>，以后各位不全为</a:t>
            </a:r>
            <a:r>
              <a:rPr lang="en-US" altLang="zh-CN"/>
              <a:t>0</a:t>
            </a:r>
            <a:r>
              <a:rPr lang="zh-CN" altLang="en-US"/>
              <a:t>时；或者最高为</a:t>
            </a:r>
            <a:r>
              <a:rPr lang="en-US" altLang="zh-CN"/>
              <a:t>1</a:t>
            </a:r>
            <a:r>
              <a:rPr lang="zh-CN" altLang="en-US"/>
              <a:t>，以后各位全为</a:t>
            </a:r>
            <a:r>
              <a:rPr lang="en-US" altLang="zh-CN"/>
              <a:t>0</a:t>
            </a:r>
            <a:r>
              <a:rPr lang="zh-CN" altLang="en-US"/>
              <a:t>时，不必舍入；</a:t>
            </a:r>
          </a:p>
          <a:p>
            <a:pPr marL="1519238" lvl="2" indent="-438150" eaLnBrk="1" hangingPunct="1">
              <a:lnSpc>
                <a:spcPct val="90000"/>
              </a:lnSpc>
              <a:buFont typeface="Wingdings" panose="05000000000000000000" pitchFamily="2" charset="2"/>
              <a:buNone/>
            </a:pPr>
            <a:r>
              <a:rPr lang="zh-CN" altLang="en-US"/>
              <a:t>丢失的最高位为</a:t>
            </a:r>
            <a:r>
              <a:rPr lang="en-US" altLang="zh-CN"/>
              <a:t>1</a:t>
            </a:r>
            <a:r>
              <a:rPr lang="zh-CN" altLang="en-US"/>
              <a:t>，以后各位不全为</a:t>
            </a:r>
            <a:r>
              <a:rPr lang="en-US" altLang="zh-CN"/>
              <a:t>0</a:t>
            </a:r>
            <a:r>
              <a:rPr lang="zh-CN" altLang="en-US"/>
              <a:t>时，则在尾数的最低位进</a:t>
            </a:r>
            <a:r>
              <a:rPr lang="en-US" altLang="zh-CN"/>
              <a:t>1</a:t>
            </a:r>
            <a:r>
              <a:rPr lang="zh-CN" altLang="en-US"/>
              <a:t>的修正操作。</a:t>
            </a:r>
          </a:p>
        </p:txBody>
      </p:sp>
    </p:spTree>
  </p:cSld>
  <p:clrMapOvr>
    <a:masterClrMapping/>
  </p:clrMapOvr>
  <p:transition spd="med">
    <p:pull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4978" name="Rectangle 2">
            <a:extLst>
              <a:ext uri="{FF2B5EF4-FFF2-40B4-BE49-F238E27FC236}">
                <a16:creationId xmlns:a16="http://schemas.microsoft.com/office/drawing/2014/main" id="{83ECFE8D-B128-48E4-9E6C-707257285BE9}"/>
              </a:ext>
            </a:extLst>
          </p:cNvPr>
          <p:cNvSpPr>
            <a:spLocks noGrp="1" noChangeArrowheads="1"/>
          </p:cNvSpPr>
          <p:nvPr>
            <p:ph type="title"/>
          </p:nvPr>
        </p:nvSpPr>
        <p:spPr/>
        <p:txBody>
          <a:bodyPr/>
          <a:lstStyle/>
          <a:p>
            <a:pPr eaLnBrk="1" hangingPunct="1"/>
            <a:r>
              <a:rPr lang="zh-CN" altLang="en-US"/>
              <a:t>浮点运算器实例</a:t>
            </a:r>
          </a:p>
        </p:txBody>
      </p:sp>
      <p:sp>
        <p:nvSpPr>
          <p:cNvPr id="114690" name="Rectangle 3">
            <a:extLst>
              <a:ext uri="{FF2B5EF4-FFF2-40B4-BE49-F238E27FC236}">
                <a16:creationId xmlns:a16="http://schemas.microsoft.com/office/drawing/2014/main" id="{D66C53C3-70EE-4FD9-8A8A-69E570B195B0}"/>
              </a:ext>
            </a:extLst>
          </p:cNvPr>
          <p:cNvSpPr>
            <a:spLocks noGrp="1" noChangeArrowheads="1"/>
          </p:cNvSpPr>
          <p:nvPr>
            <p:ph idx="1"/>
          </p:nvPr>
        </p:nvSpPr>
        <p:spPr/>
        <p:txBody>
          <a:bodyPr/>
          <a:lstStyle/>
          <a:p>
            <a:pPr eaLnBrk="1" hangingPunct="1"/>
            <a:r>
              <a:rPr lang="en-US" altLang="zh-CN" sz="2800"/>
              <a:t>CPU</a:t>
            </a:r>
            <a:r>
              <a:rPr lang="zh-CN" altLang="en-US" sz="2800"/>
              <a:t>之外的浮点运算器（数学协处理器）如</a:t>
            </a:r>
            <a:r>
              <a:rPr lang="en-US" altLang="zh-CN" sz="2800"/>
              <a:t>80x87</a:t>
            </a:r>
          </a:p>
          <a:p>
            <a:pPr lvl="1" eaLnBrk="1" hangingPunct="1"/>
            <a:r>
              <a:rPr lang="zh-CN" altLang="en-US" sz="2600"/>
              <a:t>完成浮点运算功能，不能单独使用</a:t>
            </a:r>
          </a:p>
          <a:p>
            <a:pPr lvl="1" eaLnBrk="1" hangingPunct="1"/>
            <a:r>
              <a:rPr lang="zh-CN" altLang="en-US" sz="2600"/>
              <a:t>可以和</a:t>
            </a:r>
            <a:r>
              <a:rPr lang="en-US" altLang="zh-CN" sz="2600"/>
              <a:t>80386</a:t>
            </a:r>
            <a:r>
              <a:rPr lang="zh-CN" altLang="en-US" sz="2600"/>
              <a:t>或</a:t>
            </a:r>
            <a:r>
              <a:rPr lang="en-US" altLang="zh-CN" sz="2600"/>
              <a:t>80286</a:t>
            </a:r>
            <a:r>
              <a:rPr lang="zh-CN" altLang="en-US" sz="2600"/>
              <a:t>异步并行工作</a:t>
            </a:r>
          </a:p>
          <a:p>
            <a:pPr lvl="1" eaLnBrk="1" hangingPunct="1"/>
            <a:r>
              <a:rPr lang="zh-CN" altLang="en-US" sz="2600"/>
              <a:t>使用特殊的</a:t>
            </a:r>
            <a:r>
              <a:rPr lang="en-US" altLang="zh-CN" sz="2600"/>
              <a:t>80</a:t>
            </a:r>
            <a:r>
              <a:rPr lang="zh-CN" altLang="en-US" sz="2600"/>
              <a:t>位的扩展精度格式。有</a:t>
            </a:r>
            <a:r>
              <a:rPr lang="en-US" altLang="zh-CN" sz="2600"/>
              <a:t>8</a:t>
            </a:r>
            <a:r>
              <a:rPr lang="zh-CN" altLang="en-US" sz="2600"/>
              <a:t>个</a:t>
            </a:r>
            <a:r>
              <a:rPr lang="en-US" altLang="zh-CN" sz="2600"/>
              <a:t>80</a:t>
            </a:r>
            <a:r>
              <a:rPr lang="zh-CN" altLang="en-US" sz="2600"/>
              <a:t>位的寄存器组。</a:t>
            </a:r>
            <a:r>
              <a:rPr lang="en-US" altLang="zh-CN" sz="2600"/>
              <a:t>754</a:t>
            </a:r>
            <a:r>
              <a:rPr lang="zh-CN" altLang="en-US" sz="2600"/>
              <a:t>标准单精度和双精度数从存储器加载到浮点寄存器中时转化成这种格式</a:t>
            </a:r>
          </a:p>
          <a:p>
            <a:pPr eaLnBrk="1" hangingPunct="1"/>
            <a:r>
              <a:rPr lang="en-US" altLang="zh-CN" sz="2800"/>
              <a:t>CPU</a:t>
            </a:r>
            <a:r>
              <a:rPr lang="zh-CN" altLang="en-US" sz="2800"/>
              <a:t>之内的浮点运算器</a:t>
            </a:r>
          </a:p>
          <a:p>
            <a:pPr eaLnBrk="1" hangingPunct="1">
              <a:buFont typeface="Wingdings 2" panose="05020102010507070707" pitchFamily="18" charset="2"/>
              <a:buNone/>
            </a:pPr>
            <a:r>
              <a:rPr lang="zh-CN" altLang="en-US" sz="2800"/>
              <a:t>   （</a:t>
            </a:r>
            <a:r>
              <a:rPr lang="en-US" altLang="zh-CN" sz="2800"/>
              <a:t>486DX</a:t>
            </a:r>
            <a:r>
              <a:rPr lang="zh-CN" altLang="en-US" sz="2800"/>
              <a:t>以上）</a:t>
            </a:r>
            <a:endParaRPr lang="en-US" altLang="zh-CN" sz="2800"/>
          </a:p>
          <a:p>
            <a:pPr lvl="1" eaLnBrk="1" hangingPunct="1">
              <a:buFont typeface="Wingdings" panose="05000000000000000000" pitchFamily="2" charset="2"/>
              <a:buNone/>
            </a:pPr>
            <a:r>
              <a:rPr lang="zh-CN" altLang="en-US" sz="2400"/>
              <a:t>较新的</a:t>
            </a:r>
            <a:r>
              <a:rPr lang="en-US" altLang="zh-CN" sz="2400"/>
              <a:t>Intel</a:t>
            </a:r>
            <a:r>
              <a:rPr lang="zh-CN" altLang="en-US" sz="2400"/>
              <a:t>处理器提供对</a:t>
            </a:r>
            <a:r>
              <a:rPr lang="en-US" altLang="zh-CN" sz="2400"/>
              <a:t>754</a:t>
            </a:r>
            <a:r>
              <a:rPr lang="zh-CN" altLang="en-US" sz="2400"/>
              <a:t>标准</a:t>
            </a:r>
          </a:p>
          <a:p>
            <a:pPr lvl="1" eaLnBrk="1" hangingPunct="1">
              <a:buFont typeface="Wingdings" panose="05000000000000000000" pitchFamily="2" charset="2"/>
              <a:buNone/>
            </a:pPr>
            <a:r>
              <a:rPr lang="zh-CN" altLang="en-US" sz="2400"/>
              <a:t>的直接硬件支持</a:t>
            </a:r>
            <a:endParaRPr lang="en-US" altLang="zh-CN" sz="2400"/>
          </a:p>
        </p:txBody>
      </p:sp>
      <p:pic>
        <p:nvPicPr>
          <p:cNvPr id="114692" name="Picture 4" descr="XTboard">
            <a:extLst>
              <a:ext uri="{FF2B5EF4-FFF2-40B4-BE49-F238E27FC236}">
                <a16:creationId xmlns:a16="http://schemas.microsoft.com/office/drawing/2014/main" id="{3FE85084-82ED-4622-9B6A-DF475A15FC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388" t="7632" r="5255" b="4453"/>
          <a:stretch>
            <a:fillRect/>
          </a:stretch>
        </p:blipFill>
        <p:spPr bwMode="auto">
          <a:xfrm>
            <a:off x="5181600" y="3790016"/>
            <a:ext cx="3887788" cy="277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050" name="Rectangle 2">
            <a:extLst>
              <a:ext uri="{FF2B5EF4-FFF2-40B4-BE49-F238E27FC236}">
                <a16:creationId xmlns:a16="http://schemas.microsoft.com/office/drawing/2014/main" id="{EE9F856F-C848-4880-BE6D-7BD4A9C3232A}"/>
              </a:ext>
            </a:extLst>
          </p:cNvPr>
          <p:cNvSpPr>
            <a:spLocks noGrp="1" noChangeArrowheads="1"/>
          </p:cNvSpPr>
          <p:nvPr>
            <p:ph type="title"/>
          </p:nvPr>
        </p:nvSpPr>
        <p:spPr/>
        <p:txBody>
          <a:bodyPr/>
          <a:lstStyle/>
          <a:p>
            <a:pPr eaLnBrk="1" hangingPunct="1"/>
            <a:r>
              <a:rPr lang="en-US" altLang="zh-CN"/>
              <a:t>80x87</a:t>
            </a:r>
            <a:r>
              <a:rPr lang="zh-CN" altLang="en-US"/>
              <a:t>浮点运算器逻辑框图</a:t>
            </a:r>
          </a:p>
        </p:txBody>
      </p:sp>
      <p:sp>
        <p:nvSpPr>
          <p:cNvPr id="116738" name="Rectangle 3">
            <a:extLst>
              <a:ext uri="{FF2B5EF4-FFF2-40B4-BE49-F238E27FC236}">
                <a16:creationId xmlns:a16="http://schemas.microsoft.com/office/drawing/2014/main" id="{5D312FDE-1E5A-493F-894A-1F4A99326744}"/>
              </a:ext>
            </a:extLst>
          </p:cNvPr>
          <p:cNvSpPr>
            <a:spLocks noGrp="1" noChangeArrowheads="1"/>
          </p:cNvSpPr>
          <p:nvPr>
            <p:ph idx="1"/>
          </p:nvPr>
        </p:nvSpPr>
        <p:spPr/>
        <p:txBody>
          <a:bodyPr/>
          <a:lstStyle/>
          <a:p>
            <a:pPr eaLnBrk="1" hangingPunct="1"/>
            <a:endParaRPr lang="zh-CN" altLang="zh-CN"/>
          </a:p>
        </p:txBody>
      </p:sp>
      <p:pic>
        <p:nvPicPr>
          <p:cNvPr id="116740" name="Picture 4" descr="2">
            <a:extLst>
              <a:ext uri="{FF2B5EF4-FFF2-40B4-BE49-F238E27FC236}">
                <a16:creationId xmlns:a16="http://schemas.microsoft.com/office/drawing/2014/main" id="{F036A6EC-410E-4D55-849F-B37FA50465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9419"/>
          <a:stretch>
            <a:fillRect/>
          </a:stretch>
        </p:blipFill>
        <p:spPr bwMode="auto">
          <a:xfrm>
            <a:off x="1042988" y="1052513"/>
            <a:ext cx="7345362" cy="547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82" name="Rectangle 2">
            <a:extLst>
              <a:ext uri="{FF2B5EF4-FFF2-40B4-BE49-F238E27FC236}">
                <a16:creationId xmlns:a16="http://schemas.microsoft.com/office/drawing/2014/main" id="{1ACB59C1-EA26-45DA-A3F5-47C8FB4DCCED}"/>
              </a:ext>
            </a:extLst>
          </p:cNvPr>
          <p:cNvSpPr>
            <a:spLocks noGrp="1" noChangeArrowheads="1"/>
          </p:cNvSpPr>
          <p:nvPr>
            <p:ph type="title"/>
          </p:nvPr>
        </p:nvSpPr>
        <p:spPr>
          <a:xfrm>
            <a:off x="473075" y="244475"/>
            <a:ext cx="8197850" cy="695325"/>
          </a:xfrm>
        </p:spPr>
        <p:txBody>
          <a:bodyPr/>
          <a:lstStyle/>
          <a:p>
            <a:pPr eaLnBrk="1" hangingPunct="1"/>
            <a:r>
              <a:rPr lang="en-US" altLang="zh-CN" dirty="0"/>
              <a:t>Pentium</a:t>
            </a:r>
            <a:r>
              <a:rPr lang="zh-CN" altLang="en-US" dirty="0"/>
              <a:t>结构简图</a:t>
            </a:r>
          </a:p>
        </p:txBody>
      </p:sp>
      <p:graphicFrame>
        <p:nvGraphicFramePr>
          <p:cNvPr id="118786" name="Object 3">
            <a:extLst>
              <a:ext uri="{FF2B5EF4-FFF2-40B4-BE49-F238E27FC236}">
                <a16:creationId xmlns:a16="http://schemas.microsoft.com/office/drawing/2014/main" id="{37A68FEA-1C08-4982-BF06-BA238A7467AD}"/>
              </a:ext>
            </a:extLst>
          </p:cNvPr>
          <p:cNvGraphicFramePr>
            <a:graphicFrameLocks noGrp="1" noChangeAspect="1"/>
          </p:cNvGraphicFramePr>
          <p:nvPr>
            <p:ph idx="1"/>
            <p:extLst>
              <p:ext uri="{D42A27DB-BD31-4B8C-83A1-F6EECF244321}">
                <p14:modId xmlns:p14="http://schemas.microsoft.com/office/powerpoint/2010/main" val="2904590654"/>
              </p:ext>
            </p:extLst>
          </p:nvPr>
        </p:nvGraphicFramePr>
        <p:xfrm>
          <a:off x="3506787" y="1212850"/>
          <a:ext cx="5164138" cy="5400675"/>
        </p:xfrm>
        <a:graphic>
          <a:graphicData uri="http://schemas.openxmlformats.org/presentationml/2006/ole">
            <mc:AlternateContent xmlns:mc="http://schemas.openxmlformats.org/markup-compatibility/2006">
              <mc:Choice xmlns:v="urn:schemas-microsoft-com:vml" Requires="v">
                <p:oleObj spid="_x0000_s3075" name="VISIO" r:id="rId3" imgW="0" imgH="0" progId="Visio.Drawing.6">
                  <p:embed/>
                </p:oleObj>
              </mc:Choice>
              <mc:Fallback>
                <p:oleObj name="VISIO" r:id="rId3" imgW="0" imgH="0" progId="Visio.Drawing.6">
                  <p:embed/>
                  <p:pic>
                    <p:nvPicPr>
                      <p:cNvPr id="118786" name="Object 3">
                        <a:extLst>
                          <a:ext uri="{FF2B5EF4-FFF2-40B4-BE49-F238E27FC236}">
                            <a16:creationId xmlns:a16="http://schemas.microsoft.com/office/drawing/2014/main" id="{37A68FEA-1C08-4982-BF06-BA238A7467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6787" y="1212850"/>
                        <a:ext cx="5164138"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8788" name="Rectangle 4">
            <a:extLst>
              <a:ext uri="{FF2B5EF4-FFF2-40B4-BE49-F238E27FC236}">
                <a16:creationId xmlns:a16="http://schemas.microsoft.com/office/drawing/2014/main" id="{373D34B0-05DA-4712-8543-51D21FCF2C40}"/>
              </a:ext>
            </a:extLst>
          </p:cNvPr>
          <p:cNvSpPr>
            <a:spLocks noChangeArrowheads="1"/>
          </p:cNvSpPr>
          <p:nvPr/>
        </p:nvSpPr>
        <p:spPr bwMode="auto">
          <a:xfrm>
            <a:off x="0" y="908050"/>
            <a:ext cx="9144000" cy="5949950"/>
          </a:xfrm>
          <a:prstGeom prst="rect">
            <a:avLst/>
          </a:prstGeom>
          <a:noFill/>
          <a:ln w="15875" algn="ctr">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anose="02010800040101010101"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anose="05020102010507070707" pitchFamily="18" charset="2"/>
              <a:buChar char="°"/>
              <a:defRPr kumimoji="1" sz="2000" b="1">
                <a:solidFill>
                  <a:schemeClr val="tx1"/>
                </a:solidFill>
                <a:latin typeface="Times New Roman" panose="02020603050405020304" pitchFamily="18" charset="0"/>
                <a:ea typeface="隶书" panose="02010509060101010101"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pic>
        <p:nvPicPr>
          <p:cNvPr id="118789" name="图片 1">
            <a:extLst>
              <a:ext uri="{FF2B5EF4-FFF2-40B4-BE49-F238E27FC236}">
                <a16:creationId xmlns:a16="http://schemas.microsoft.com/office/drawing/2014/main" id="{0A113A6F-8CAE-463E-BF95-5075EC9E8B67}"/>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79388" y="2895600"/>
            <a:ext cx="4082546" cy="391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3954" name="Rectangle 2">
            <a:extLst>
              <a:ext uri="{FF2B5EF4-FFF2-40B4-BE49-F238E27FC236}">
                <a16:creationId xmlns:a16="http://schemas.microsoft.com/office/drawing/2014/main" id="{ECB31CB4-3D12-48EF-9354-FD84B9745C74}"/>
              </a:ext>
            </a:extLst>
          </p:cNvPr>
          <p:cNvSpPr>
            <a:spLocks noGrp="1" noChangeArrowheads="1"/>
          </p:cNvSpPr>
          <p:nvPr>
            <p:ph type="title"/>
          </p:nvPr>
        </p:nvSpPr>
        <p:spPr/>
        <p:txBody>
          <a:bodyPr/>
          <a:lstStyle/>
          <a:p>
            <a:pPr eaLnBrk="1" hangingPunct="1"/>
            <a:r>
              <a:rPr lang="zh-CN" altLang="en-US"/>
              <a:t>本章小结</a:t>
            </a:r>
          </a:p>
        </p:txBody>
      </p:sp>
      <p:sp>
        <p:nvSpPr>
          <p:cNvPr id="119810" name="Rectangle 3">
            <a:extLst>
              <a:ext uri="{FF2B5EF4-FFF2-40B4-BE49-F238E27FC236}">
                <a16:creationId xmlns:a16="http://schemas.microsoft.com/office/drawing/2014/main" id="{24DBE4DF-A12F-4153-B7DC-3EEEDE0499A4}"/>
              </a:ext>
            </a:extLst>
          </p:cNvPr>
          <p:cNvSpPr>
            <a:spLocks noGrp="1" noChangeArrowheads="1"/>
          </p:cNvSpPr>
          <p:nvPr>
            <p:ph idx="1"/>
          </p:nvPr>
        </p:nvSpPr>
        <p:spPr/>
        <p:txBody>
          <a:bodyPr/>
          <a:lstStyle/>
          <a:p>
            <a:pPr marL="450850" indent="-450850" eaLnBrk="1" hangingPunct="1"/>
            <a:r>
              <a:rPr lang="zh-CN" altLang="en-US" dirty="0"/>
              <a:t>运算器功能：处理数据</a:t>
            </a:r>
          </a:p>
          <a:p>
            <a:pPr marL="450850" indent="-450850" eaLnBrk="1" hangingPunct="1"/>
            <a:r>
              <a:rPr lang="zh-CN" altLang="en-US" dirty="0"/>
              <a:t>数据表示：原码、反码、补码、移码</a:t>
            </a:r>
          </a:p>
          <a:p>
            <a:pPr marL="450850" indent="-450850" eaLnBrk="1" hangingPunct="1"/>
            <a:r>
              <a:rPr lang="zh-CN" altLang="en-US" dirty="0"/>
              <a:t>功能实现：加、减、乘、除</a:t>
            </a:r>
          </a:p>
          <a:p>
            <a:pPr marL="450850" indent="-450850" eaLnBrk="1" hangingPunct="1"/>
            <a:r>
              <a:rPr lang="zh-CN" altLang="en-US" dirty="0"/>
              <a:t>运算器的构成</a:t>
            </a:r>
          </a:p>
          <a:p>
            <a:pPr marL="450850" indent="-450850" eaLnBrk="1" hangingPunct="1"/>
            <a:r>
              <a:rPr lang="zh-CN" altLang="en-US" dirty="0"/>
              <a:t>浮点数的表示及运算</a:t>
            </a:r>
          </a:p>
          <a:p>
            <a:pPr marL="450850" indent="-450850" eaLnBrk="1" hangingPunct="1"/>
            <a:r>
              <a:rPr lang="zh-CN" altLang="en-US" dirty="0"/>
              <a:t>浮点运算器</a:t>
            </a:r>
          </a:p>
        </p:txBody>
      </p:sp>
    </p:spTree>
  </p:cSld>
  <p:clrMapOvr>
    <a:masterClrMapping/>
  </p:clrMapOvr>
  <p:transition spd="med">
    <p:pull dir="r"/>
  </p:transition>
</p:sld>
</file>

<file path=ppt/theme/theme1.xml><?xml version="1.0" encoding="utf-8"?>
<a:theme xmlns:a="http://schemas.openxmlformats.org/drawingml/2006/main" name="Title and Content">
  <a:themeElements>
    <a:clrScheme name="">
      <a:dk1>
        <a:srgbClr val="000000"/>
      </a:dk1>
      <a:lt1>
        <a:srgbClr val="FFFFFF"/>
      </a:lt1>
      <a:dk2>
        <a:srgbClr val="000000"/>
      </a:dk2>
      <a:lt2>
        <a:srgbClr val="000000"/>
      </a:lt2>
      <a:accent1>
        <a:srgbClr val="990000"/>
      </a:accent1>
      <a:accent2>
        <a:srgbClr val="333399"/>
      </a:accent2>
      <a:accent3>
        <a:srgbClr val="FFFFFF"/>
      </a:accent3>
      <a:accent4>
        <a:srgbClr val="000000"/>
      </a:accent4>
      <a:accent5>
        <a:srgbClr val="CAAAAA"/>
      </a:accent5>
      <a:accent6>
        <a:srgbClr val="2D2D8A"/>
      </a:accent6>
      <a:hlink>
        <a:srgbClr val="009999"/>
      </a:hlink>
      <a:folHlink>
        <a:srgbClr val="99CC00"/>
      </a:folHlink>
    </a:clrScheme>
    <a:fontScheme name="Title and Content">
      <a:majorFont>
        <a:latin typeface="Calibri Bold"/>
        <a:ea typeface="ヒラギノ角ゴ ProN W6"/>
        <a:cs typeface="ヒラギノ角ゴ ProN W6"/>
      </a:majorFont>
      <a:minorFont>
        <a:latin typeface="Calibri Bold"/>
        <a:ea typeface="ヒラギノ角ゴ ProN W6"/>
        <a:cs typeface="ヒラギノ角ゴ ProN W6"/>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and Conten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itle Only">
  <a:themeElements>
    <a:clrScheme name="">
      <a:dk1>
        <a:srgbClr val="000000"/>
      </a:dk1>
      <a:lt1>
        <a:srgbClr val="FFFFFF"/>
      </a:lt1>
      <a:dk2>
        <a:srgbClr val="000000"/>
      </a:dk2>
      <a:lt2>
        <a:srgbClr val="808080"/>
      </a:lt2>
      <a:accent1>
        <a:srgbClr val="990000"/>
      </a:accent1>
      <a:accent2>
        <a:srgbClr val="333399"/>
      </a:accent2>
      <a:accent3>
        <a:srgbClr val="FFFFFF"/>
      </a:accent3>
      <a:accent4>
        <a:srgbClr val="000000"/>
      </a:accent4>
      <a:accent5>
        <a:srgbClr val="CAAAAA"/>
      </a:accent5>
      <a:accent6>
        <a:srgbClr val="2D2D8A"/>
      </a:accent6>
      <a:hlink>
        <a:srgbClr val="009999"/>
      </a:hlink>
      <a:folHlink>
        <a:srgbClr val="99CC00"/>
      </a:folHlink>
    </a:clrScheme>
    <a:fontScheme name="Title Only">
      <a:majorFont>
        <a:latin typeface="Calibri Bold"/>
        <a:ea typeface="ヒラギノ角ゴ ProN W6"/>
        <a:cs typeface="ヒラギノ角ゴ ProN W6"/>
      </a:majorFont>
      <a:minorFont>
        <a:latin typeface="Calibri Bold"/>
        <a:ea typeface="ヒラギノ角ゴ ProN W6"/>
        <a:cs typeface="ヒラギノ角ゴ ProN W6"/>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Only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微机接口-单色">
  <a:themeElements>
    <a:clrScheme name="">
      <a:dk1>
        <a:srgbClr val="000000"/>
      </a:dk1>
      <a:lt1>
        <a:srgbClr val="FFFFFF"/>
      </a:lt1>
      <a:dk2>
        <a:srgbClr val="000000"/>
      </a:dk2>
      <a:lt2>
        <a:srgbClr val="000000"/>
      </a:lt2>
      <a:accent1>
        <a:srgbClr val="990000"/>
      </a:accent1>
      <a:accent2>
        <a:srgbClr val="333399"/>
      </a:accent2>
      <a:accent3>
        <a:srgbClr val="FFFFFF"/>
      </a:accent3>
      <a:accent4>
        <a:srgbClr val="000000"/>
      </a:accent4>
      <a:accent5>
        <a:srgbClr val="CAAAAA"/>
      </a:accent5>
      <a:accent6>
        <a:srgbClr val="2D2D8A"/>
      </a:accent6>
      <a:hlink>
        <a:srgbClr val="009999"/>
      </a:hlink>
      <a:folHlink>
        <a:srgbClr val="99CC00"/>
      </a:folHlink>
    </a:clrScheme>
    <a:fontScheme name="Title and Content">
      <a:majorFont>
        <a:latin typeface="Calibri Bold"/>
        <a:ea typeface="ヒラギノ角ゴ ProN W6"/>
        <a:cs typeface="ヒラギノ角ゴ ProN W6"/>
      </a:majorFont>
      <a:minorFont>
        <a:latin typeface="Calibri Bold"/>
        <a:ea typeface="ヒラギノ角ゴ ProN W6"/>
        <a:cs typeface="ヒラギノ角ゴ ProN W6"/>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and Conten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4573</TotalTime>
  <Pages>0</Pages>
  <Words>5067</Words>
  <Characters>0</Characters>
  <Application>Microsoft Office PowerPoint</Application>
  <PresentationFormat>全屏显示(4:3)</PresentationFormat>
  <Lines>0</Lines>
  <Paragraphs>634</Paragraphs>
  <Slides>76</Slides>
  <Notes>21</Notes>
  <HiddenSlides>0</HiddenSlides>
  <MMClips>0</MMClips>
  <ScaleCrop>false</ScaleCrop>
  <HeadingPairs>
    <vt:vector size="8" baseType="variant">
      <vt:variant>
        <vt:lpstr>已用的字体</vt:lpstr>
      </vt:variant>
      <vt:variant>
        <vt:i4>20</vt:i4>
      </vt:variant>
      <vt:variant>
        <vt:lpstr>主题</vt:lpstr>
      </vt:variant>
      <vt:variant>
        <vt:i4>3</vt:i4>
      </vt:variant>
      <vt:variant>
        <vt:lpstr>嵌入 OLE 服务器</vt:lpstr>
      </vt:variant>
      <vt:variant>
        <vt:i4>3</vt:i4>
      </vt:variant>
      <vt:variant>
        <vt:lpstr>幻灯片标题</vt:lpstr>
      </vt:variant>
      <vt:variant>
        <vt:i4>76</vt:i4>
      </vt:variant>
    </vt:vector>
  </HeadingPairs>
  <TitlesOfParts>
    <vt:vector size="102" baseType="lpstr">
      <vt:lpstr>Arial Unicode MS</vt:lpstr>
      <vt:lpstr>Gill Sans</vt:lpstr>
      <vt:lpstr>ＭＳ Ｐゴシック</vt:lpstr>
      <vt:lpstr>ヒラギノ角ゴ ProN W3</vt:lpstr>
      <vt:lpstr>ヒラギノ角ゴ ProN W6</vt:lpstr>
      <vt:lpstr>方正粗圆简体</vt:lpstr>
      <vt:lpstr>仿宋</vt:lpstr>
      <vt:lpstr>黑体</vt:lpstr>
      <vt:lpstr>楷体</vt:lpstr>
      <vt:lpstr>楷体_GB2312</vt:lpstr>
      <vt:lpstr>宋体</vt:lpstr>
      <vt:lpstr>Arial</vt:lpstr>
      <vt:lpstr>Calibri</vt:lpstr>
      <vt:lpstr>Calibri Bold</vt:lpstr>
      <vt:lpstr>Symbol</vt:lpstr>
      <vt:lpstr>Tahoma</vt:lpstr>
      <vt:lpstr>Times New Roman</vt:lpstr>
      <vt:lpstr>Verdana</vt:lpstr>
      <vt:lpstr>Wingdings</vt:lpstr>
      <vt:lpstr>Wingdings 2</vt:lpstr>
      <vt:lpstr>Title and Content</vt:lpstr>
      <vt:lpstr>Title Only</vt:lpstr>
      <vt:lpstr>微机接口-单色</vt:lpstr>
      <vt:lpstr>Equation</vt:lpstr>
      <vt:lpstr>公式</vt:lpstr>
      <vt:lpstr>VISIO</vt:lpstr>
      <vt:lpstr>第2章  运算方法和运算器b</vt:lpstr>
      <vt:lpstr>2.3 定点乘法运算</vt:lpstr>
      <vt:lpstr>乘除法运算的机器实现方法</vt:lpstr>
      <vt:lpstr>定点乘法运算算法</vt:lpstr>
      <vt:lpstr>原码一位乘法运算 </vt:lpstr>
      <vt:lpstr>二进制乘法</vt:lpstr>
      <vt:lpstr>部分积</vt:lpstr>
      <vt:lpstr>例:设X=0.1101,              Y=0.1011, 求X×Y</vt:lpstr>
      <vt:lpstr>算法流程</vt:lpstr>
      <vt:lpstr>原码一位乘法的硬件电路</vt:lpstr>
      <vt:lpstr>无符号数阵列乘法器</vt:lpstr>
      <vt:lpstr>m×n位不带符号的阵列乘法器逻辑图 </vt:lpstr>
      <vt:lpstr>5位×5位不带符号的阵列乘法器</vt:lpstr>
      <vt:lpstr>时间计算</vt:lpstr>
      <vt:lpstr>例19</vt:lpstr>
      <vt:lpstr>有符号数的并行乘法运算</vt:lpstr>
      <vt:lpstr>求补器电路图</vt:lpstr>
      <vt:lpstr>n+1位间接补码阵列乘法器</vt:lpstr>
      <vt:lpstr>例</vt:lpstr>
      <vt:lpstr>2.4 定点除法运算</vt:lpstr>
      <vt:lpstr>原码除法运算原理</vt:lpstr>
      <vt:lpstr>手工除法运算过程</vt:lpstr>
      <vt:lpstr>加减交替法（不恢复余数法）</vt:lpstr>
      <vt:lpstr>PowerPoint 演示文稿</vt:lpstr>
      <vt:lpstr>可控加法/减法（CAS）单元</vt:lpstr>
      <vt:lpstr>不恢复余数的阵列除法器</vt:lpstr>
      <vt:lpstr>时间延迟</vt:lpstr>
      <vt:lpstr>2.5 定点运算器的组成</vt:lpstr>
      <vt:lpstr>运算器的基本结构</vt:lpstr>
      <vt:lpstr>寄存器</vt:lpstr>
      <vt:lpstr>寄存器组</vt:lpstr>
      <vt:lpstr>多路复用器/多路分配器</vt:lpstr>
      <vt:lpstr>三态门</vt:lpstr>
      <vt:lpstr>译码器/编码器</vt:lpstr>
      <vt:lpstr>总线驱动器</vt:lpstr>
      <vt:lpstr>内部总线</vt:lpstr>
      <vt:lpstr>逻辑运算的应用需求</vt:lpstr>
      <vt:lpstr>一位全加器FA</vt:lpstr>
      <vt:lpstr>算术/逻辑运算单元ALU（1）</vt:lpstr>
      <vt:lpstr>算术/逻辑运算单元ALU（2）</vt:lpstr>
      <vt:lpstr>算术/逻辑运算单元ALU逻辑表达式</vt:lpstr>
      <vt:lpstr>ALU的第i位逻辑表达式</vt:lpstr>
      <vt:lpstr>4位ALU结构</vt:lpstr>
      <vt:lpstr>采用先行进位</vt:lpstr>
      <vt:lpstr>4位算术/逻辑运算单元实例</vt:lpstr>
      <vt:lpstr>74181ALU逻辑图</vt:lpstr>
      <vt:lpstr>算术逻辑运算的实现</vt:lpstr>
      <vt:lpstr>设计一个16位ALU</vt:lpstr>
      <vt:lpstr>改进   两级先行进位16位ALU</vt:lpstr>
      <vt:lpstr>74182CLA的进位逻辑关系</vt:lpstr>
      <vt:lpstr>74182CLA的逻辑电路图</vt:lpstr>
      <vt:lpstr>设计一个32位ALU</vt:lpstr>
      <vt:lpstr>算术/逻辑运算ALU的另一个方案</vt:lpstr>
      <vt:lpstr>BCD码加法实例</vt:lpstr>
      <vt:lpstr>1位十进制（BCD）加法器设计</vt:lpstr>
      <vt:lpstr>1位十进制加法器电路</vt:lpstr>
      <vt:lpstr>n位数的行波进位BCD加法器</vt:lpstr>
      <vt:lpstr>单总线结构运算器</vt:lpstr>
      <vt:lpstr>双总线结构运算器</vt:lpstr>
      <vt:lpstr>三总线结构运算器</vt:lpstr>
      <vt:lpstr>2.6 浮点运算方法和浮点运算器</vt:lpstr>
      <vt:lpstr>浮点数加、减法</vt:lpstr>
      <vt:lpstr>对阶</vt:lpstr>
      <vt:lpstr>结果规格化</vt:lpstr>
      <vt:lpstr>IEEE754的舍入处理</vt:lpstr>
      <vt:lpstr>溢出判断和处理</vt:lpstr>
      <vt:lpstr>PowerPoint 演示文稿</vt:lpstr>
      <vt:lpstr>浮点运算部件</vt:lpstr>
      <vt:lpstr>例(1)</vt:lpstr>
      <vt:lpstr>例(2)</vt:lpstr>
      <vt:lpstr>浮点数乘、除法</vt:lpstr>
      <vt:lpstr>尾数处理</vt:lpstr>
      <vt:lpstr>浮点运算器实例</vt:lpstr>
      <vt:lpstr>80x87浮点运算器逻辑框图</vt:lpstr>
      <vt:lpstr>Pentium结构简图</vt:lpstr>
      <vt:lpstr>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Computer Systems 15-213/18-243, spring 2009 1st Lecture, Jan. 12th</dc:title>
  <dc:creator>Markus Pueschel</dc:creator>
  <cp:lastModifiedBy>frank zh</cp:lastModifiedBy>
  <cp:revision>181</cp:revision>
  <cp:lastPrinted>2019-09-24T06:12:13Z</cp:lastPrinted>
  <dcterms:created xsi:type="dcterms:W3CDTF">2012-09-06T15:16:51Z</dcterms:created>
  <dcterms:modified xsi:type="dcterms:W3CDTF">2021-02-19T10:42:19Z</dcterms:modified>
</cp:coreProperties>
</file>